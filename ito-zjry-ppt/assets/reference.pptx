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0" r:id="rId1"/>
  </p:sldMasterIdLst>
  <p:notesMasterIdLst>
    <p:notesMasterId r:id="rId40"/>
  </p:notesMasterIdLst>
  <p:sldIdLst>
    <p:sldId id="266" r:id="rId2"/>
    <p:sldId id="299" r:id="rId3"/>
    <p:sldId id="257" r:id="rId4"/>
    <p:sldId id="267" r:id="rId5"/>
    <p:sldId id="270" r:id="rId6"/>
    <p:sldId id="275" r:id="rId7"/>
    <p:sldId id="261" r:id="rId8"/>
    <p:sldId id="271" r:id="rId9"/>
    <p:sldId id="272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4" r:id="rId29"/>
    <p:sldId id="295" r:id="rId30"/>
    <p:sldId id="268" r:id="rId31"/>
    <p:sldId id="269" r:id="rId32"/>
    <p:sldId id="259" r:id="rId33"/>
    <p:sldId id="276" r:id="rId34"/>
    <p:sldId id="297" r:id="rId35"/>
    <p:sldId id="296" r:id="rId36"/>
    <p:sldId id="298" r:id="rId37"/>
    <p:sldId id="256" r:id="rId38"/>
    <p:sldId id="264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929D"/>
    <a:srgbClr val="007879"/>
    <a:srgbClr val="004242"/>
    <a:srgbClr val="4078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2"/>
    <p:restoredTop sz="94555"/>
  </p:normalViewPr>
  <p:slideViewPr>
    <p:cSldViewPr snapToGrid="0" snapToObjects="1">
      <p:cViewPr varScale="1">
        <p:scale>
          <a:sx n="89" d="100"/>
          <a:sy n="89" d="100"/>
        </p:scale>
        <p:origin x="10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circle"/>
            <c:size val="10"/>
            <c:spPr>
              <a:solidFill>
                <a:schemeClr val="accent1"/>
              </a:solidFill>
              <a:ln>
                <a:solidFill>
                  <a:schemeClr val="accent1"/>
                </a:solidFill>
                <a:prstDash val="sysDot"/>
              </a:ln>
            </c:spPr>
          </c:marker>
          <c:trendline>
            <c:trendlineType val="log"/>
            <c:dispRSqr val="0"/>
            <c:dispEq val="0"/>
          </c:trendline>
          <c:trendline>
            <c:trendlineType val="log"/>
            <c:dispRSqr val="0"/>
            <c:dispEq val="0"/>
          </c:trendline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A8C-3B48-AB09-83E3FB736B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circle"/>
            <c:size val="1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A8C-3B48-AB09-83E3FB736B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>
              <a:solidFill>
                <a:schemeClr val="accent3"/>
              </a:solidFill>
            </a:ln>
          </c:spPr>
          <c:marker>
            <c:symbol val="circle"/>
            <c:size val="1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3.1</c:v>
                </c:pt>
                <c:pt idx="3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CA8C-3B48-AB09-83E3FB736B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2.6</c:v>
                </c:pt>
              </c:numCache>
            </c:numRef>
          </c:xVal>
          <c:yVal>
            <c:numRef>
              <c:f>Sheet1!$E$2:$E$5</c:f>
              <c:numCache>
                <c:formatCode>General</c:formatCode>
                <c:ptCount val="4"/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CA8C-3B48-AB09-83E3FB736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7409040"/>
        <c:axId val="1797399792"/>
      </c:scatterChart>
      <c:valAx>
        <c:axId val="179740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zh-CN"/>
          </a:p>
        </c:txPr>
        <c:crossAx val="1797399792"/>
        <c:crosses val="autoZero"/>
        <c:crossBetween val="midCat"/>
      </c:valAx>
      <c:valAx>
        <c:axId val="1797399792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/>
          <a:lstStyle/>
          <a:p>
            <a:pPr>
              <a:defRPr sz="1000"/>
            </a:pPr>
            <a:endParaRPr lang="zh-CN"/>
          </a:p>
        </c:txPr>
        <c:crossAx val="1797409040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8350284222721315E-2"/>
          <c:y val="9.9712152341412688E-2"/>
          <c:w val="0.91164966118598545"/>
          <c:h val="0.795913783187683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序列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084-6C4D-9438-2B297271D5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百分比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84-6C4D-9438-2B297271D5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序列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百分比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84-6C4D-9438-2B297271D5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序列 3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百分比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84-6C4D-9438-2B297271D5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序列 32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百分比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084-6C4D-9438-2B297271D56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序列 322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084-6C4D-9438-2B297271D5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百分比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084-6C4D-9438-2B297271D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50"/>
        <c:axId val="1797400336"/>
        <c:axId val="1797421552"/>
      </c:barChart>
      <c:catAx>
        <c:axId val="1797400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txPr>
          <a:bodyPr anchor="t" anchorCtr="0"/>
          <a:lstStyle/>
          <a:p>
            <a:pPr>
              <a:defRPr sz="1600"/>
            </a:pPr>
            <a:endParaRPr lang="zh-CN"/>
          </a:p>
        </c:txPr>
        <c:crossAx val="1797421552"/>
        <c:crosses val="autoZero"/>
        <c:auto val="1"/>
        <c:lblAlgn val="ctr"/>
        <c:lblOffset val="100"/>
        <c:noMultiLvlLbl val="0"/>
      </c:catAx>
      <c:valAx>
        <c:axId val="1797421552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1797400336"/>
        <c:crosses val="autoZero"/>
        <c:crossBetween val="between"/>
      </c:valAx>
    </c:plotArea>
    <c:plotVisOnly val="1"/>
    <c:dispBlanksAs val="gap"/>
    <c:showDLblsOverMax val="0"/>
  </c:chart>
  <c:txPr>
    <a:bodyPr anchor="t" anchorCtr="0"/>
    <a:lstStyle/>
    <a:p>
      <a:pPr>
        <a:defRPr sz="1050" b="1">
          <a:solidFill>
            <a:schemeClr val="tx1">
              <a:lumMod val="65000"/>
              <a:lumOff val="35000"/>
            </a:schemeClr>
          </a:solidFill>
        </a:defRPr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992D8-197B-064C-A361-78CEAB6E60D5}" type="doc">
      <dgm:prSet loTypeId="urn:microsoft.com/office/officeart/2005/8/layout/hProcess7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083EEC8-F360-F54D-8A6F-0B00D37D38EA}">
      <dgm:prSet phldrT="[文本]" phldr="1"/>
      <dgm:sp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C3465001-6CA8-0745-9487-10B1D29F0344}" type="parTrans" cxnId="{30E77585-AE65-1B43-A5AD-A06EE9D18F46}">
      <dgm:prSet/>
      <dgm:spPr/>
      <dgm:t>
        <a:bodyPr/>
        <a:lstStyle/>
        <a:p>
          <a:endParaRPr lang="zh-CN" altLang="en-US"/>
        </a:p>
      </dgm:t>
    </dgm:pt>
    <dgm:pt modelId="{FC76E76F-2C14-F343-A95F-6D498B3B23E5}" type="sibTrans" cxnId="{30E77585-AE65-1B43-A5AD-A06EE9D18F46}">
      <dgm:prSet/>
      <dgm:spPr/>
      <dgm:t>
        <a:bodyPr/>
        <a:lstStyle/>
        <a:p>
          <a:endParaRPr lang="zh-CN" altLang="en-US"/>
        </a:p>
      </dgm:t>
    </dgm:pt>
    <dgm:pt modelId="{ED7F2B75-B67A-7C43-9AB1-379F01E14325}">
      <dgm:prSet phldrT="[文本]" phldr="1"/>
      <dgm:spPr/>
      <dgm:t>
        <a:bodyPr/>
        <a:lstStyle/>
        <a:p>
          <a:endParaRPr lang="zh-CN" altLang="en-US" dirty="0"/>
        </a:p>
      </dgm:t>
    </dgm:pt>
    <dgm:pt modelId="{69EA3C1C-1111-D144-9591-A7AD46EB01BD}" type="parTrans" cxnId="{473B6B6F-9A05-1A41-8EE3-DB029D1ADB45}">
      <dgm:prSet/>
      <dgm:spPr/>
      <dgm:t>
        <a:bodyPr/>
        <a:lstStyle/>
        <a:p>
          <a:endParaRPr lang="zh-CN" altLang="en-US"/>
        </a:p>
      </dgm:t>
    </dgm:pt>
    <dgm:pt modelId="{E81BAE44-9C8B-9B4D-BBDB-F709AFD36B52}" type="sibTrans" cxnId="{473B6B6F-9A05-1A41-8EE3-DB029D1ADB45}">
      <dgm:prSet/>
      <dgm:spPr/>
      <dgm:t>
        <a:bodyPr/>
        <a:lstStyle/>
        <a:p>
          <a:endParaRPr lang="zh-CN" altLang="en-US"/>
        </a:p>
      </dgm:t>
    </dgm:pt>
    <dgm:pt modelId="{F679EDE0-B1E3-0547-A1B2-03B1AA385486}">
      <dgm:prSet phldrT="[文本]" phldr="1"/>
      <dgm:sp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41E7633F-7323-6246-BB44-46BCD608949D}" type="parTrans" cxnId="{4EE4721B-2365-9445-B91B-DDB560873F9F}">
      <dgm:prSet/>
      <dgm:spPr/>
      <dgm:t>
        <a:bodyPr/>
        <a:lstStyle/>
        <a:p>
          <a:endParaRPr lang="zh-CN" altLang="en-US"/>
        </a:p>
      </dgm:t>
    </dgm:pt>
    <dgm:pt modelId="{FB7726CE-CE41-AC4B-A373-D32F827E599D}" type="sibTrans" cxnId="{4EE4721B-2365-9445-B91B-DDB560873F9F}">
      <dgm:prSet/>
      <dgm:spPr/>
      <dgm:t>
        <a:bodyPr/>
        <a:lstStyle/>
        <a:p>
          <a:endParaRPr lang="zh-CN" altLang="en-US"/>
        </a:p>
      </dgm:t>
    </dgm:pt>
    <dgm:pt modelId="{2D169172-40CC-FD4E-BC77-CA41A64E1ABE}">
      <dgm:prSet phldrT="[文本]" phldr="1"/>
      <dgm:spPr/>
      <dgm:t>
        <a:bodyPr/>
        <a:lstStyle/>
        <a:p>
          <a:endParaRPr lang="zh-CN" altLang="en-US"/>
        </a:p>
      </dgm:t>
    </dgm:pt>
    <dgm:pt modelId="{8B9CD0C8-8CAB-DD4B-8252-241C434686AF}" type="parTrans" cxnId="{70031CB6-AAD2-4E41-A63E-4904CBB39588}">
      <dgm:prSet/>
      <dgm:spPr/>
      <dgm:t>
        <a:bodyPr/>
        <a:lstStyle/>
        <a:p>
          <a:endParaRPr lang="zh-CN" altLang="en-US"/>
        </a:p>
      </dgm:t>
    </dgm:pt>
    <dgm:pt modelId="{9867D04F-A1A2-AF40-A8EB-6E8F8115EDCE}" type="sibTrans" cxnId="{70031CB6-AAD2-4E41-A63E-4904CBB39588}">
      <dgm:prSet/>
      <dgm:spPr/>
      <dgm:t>
        <a:bodyPr/>
        <a:lstStyle/>
        <a:p>
          <a:endParaRPr lang="zh-CN" altLang="en-US"/>
        </a:p>
      </dgm:t>
    </dgm:pt>
    <dgm:pt modelId="{F1A14420-57E7-FA45-A1DF-C776657AED9A}">
      <dgm:prSet phldrT="[文本]" phldr="1"/>
      <dgm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3AADCBA3-E45B-1046-979F-01048BE24A8A}" type="parTrans" cxnId="{5FB2B137-3CB1-FD4B-B30C-3301E681E184}">
      <dgm:prSet/>
      <dgm:spPr/>
      <dgm:t>
        <a:bodyPr/>
        <a:lstStyle/>
        <a:p>
          <a:endParaRPr lang="zh-CN" altLang="en-US"/>
        </a:p>
      </dgm:t>
    </dgm:pt>
    <dgm:pt modelId="{2FBFCF4D-13C0-C442-B31E-44DC0C62FFC6}" type="sibTrans" cxnId="{5FB2B137-3CB1-FD4B-B30C-3301E681E184}">
      <dgm:prSet/>
      <dgm:spPr/>
      <dgm:t>
        <a:bodyPr/>
        <a:lstStyle/>
        <a:p>
          <a:endParaRPr lang="zh-CN" altLang="en-US"/>
        </a:p>
      </dgm:t>
    </dgm:pt>
    <dgm:pt modelId="{188C8451-7C60-DC4B-9447-A7E6D5C9DDCB}">
      <dgm:prSet phldrT="[文本]" phldr="1"/>
      <dgm:spPr/>
      <dgm:t>
        <a:bodyPr/>
        <a:lstStyle/>
        <a:p>
          <a:endParaRPr lang="zh-CN" altLang="en-US"/>
        </a:p>
      </dgm:t>
    </dgm:pt>
    <dgm:pt modelId="{02A68E5C-1A2D-0344-92CA-55E4C622E08D}" type="parTrans" cxnId="{B4C6B7F4-73B2-6C4D-8709-E7C358693BCE}">
      <dgm:prSet/>
      <dgm:spPr/>
      <dgm:t>
        <a:bodyPr/>
        <a:lstStyle/>
        <a:p>
          <a:endParaRPr lang="zh-CN" altLang="en-US"/>
        </a:p>
      </dgm:t>
    </dgm:pt>
    <dgm:pt modelId="{3A06000B-668B-3B4C-A2FA-FEE914DBFC5D}" type="sibTrans" cxnId="{B4C6B7F4-73B2-6C4D-8709-E7C358693BCE}">
      <dgm:prSet/>
      <dgm:spPr/>
      <dgm:t>
        <a:bodyPr/>
        <a:lstStyle/>
        <a:p>
          <a:endParaRPr lang="zh-CN" altLang="en-US"/>
        </a:p>
      </dgm:t>
    </dgm:pt>
    <dgm:pt modelId="{F6A31D72-D488-674D-B5C4-0F0BB36B0E49}" type="pres">
      <dgm:prSet presAssocID="{5E1992D8-197B-064C-A361-78CEAB6E60D5}" presName="Name0" presStyleCnt="0">
        <dgm:presLayoutVars>
          <dgm:dir/>
          <dgm:animLvl val="lvl"/>
          <dgm:resizeHandles val="exact"/>
        </dgm:presLayoutVars>
      </dgm:prSet>
      <dgm:spPr/>
    </dgm:pt>
    <dgm:pt modelId="{E5C3ED46-04C3-0B4B-BDE4-DF464B17C477}" type="pres">
      <dgm:prSet presAssocID="{5083EEC8-F360-F54D-8A6F-0B00D37D38EA}" presName="compositeNode" presStyleCnt="0">
        <dgm:presLayoutVars>
          <dgm:bulletEnabled val="1"/>
        </dgm:presLayoutVars>
      </dgm:prSet>
      <dgm:spPr/>
    </dgm:pt>
    <dgm:pt modelId="{F9297AAF-95C8-B54B-B3BA-0A23C720184A}" type="pres">
      <dgm:prSet presAssocID="{5083EEC8-F360-F54D-8A6F-0B00D37D38EA}" presName="bgRect" presStyleLbl="node1" presStyleIdx="0" presStyleCnt="3" custLinFactNeighborX="-447"/>
      <dgm:spPr/>
    </dgm:pt>
    <dgm:pt modelId="{39A8215E-84DC-FC4C-8557-D292668F4A80}" type="pres">
      <dgm:prSet presAssocID="{5083EEC8-F360-F54D-8A6F-0B00D37D38EA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2AE43D4E-307A-A24F-A5AC-4523555EEB8C}" type="pres">
      <dgm:prSet presAssocID="{5083EEC8-F360-F54D-8A6F-0B00D37D38EA}" presName="childNode" presStyleLbl="node1" presStyleIdx="0" presStyleCnt="3">
        <dgm:presLayoutVars>
          <dgm:bulletEnabled val="1"/>
        </dgm:presLayoutVars>
      </dgm:prSet>
      <dgm:spPr/>
    </dgm:pt>
    <dgm:pt modelId="{6E9AD6E7-8938-8945-BB89-E2ED5C2EC96C}" type="pres">
      <dgm:prSet presAssocID="{FC76E76F-2C14-F343-A95F-6D498B3B23E5}" presName="hSp" presStyleCnt="0"/>
      <dgm:spPr/>
    </dgm:pt>
    <dgm:pt modelId="{06B05D8B-1AEF-8843-B247-6010A38666BC}" type="pres">
      <dgm:prSet presAssocID="{FC76E76F-2C14-F343-A95F-6D498B3B23E5}" presName="vProcSp" presStyleCnt="0"/>
      <dgm:spPr/>
    </dgm:pt>
    <dgm:pt modelId="{2F3912DE-D388-B94A-B480-66884D0F2842}" type="pres">
      <dgm:prSet presAssocID="{FC76E76F-2C14-F343-A95F-6D498B3B23E5}" presName="vSp1" presStyleCnt="0"/>
      <dgm:spPr/>
    </dgm:pt>
    <dgm:pt modelId="{4C84CEDA-D4BA-E84A-8A02-4CBE7D8D70B1}" type="pres">
      <dgm:prSet presAssocID="{FC76E76F-2C14-F343-A95F-6D498B3B23E5}" presName="simulatedConn" presStyleLbl="solidFgAcc1" presStyleIdx="0" presStyleCnt="2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ADFE781E-1A89-DD42-B8B2-44C69FDB236F}" type="pres">
      <dgm:prSet presAssocID="{FC76E76F-2C14-F343-A95F-6D498B3B23E5}" presName="vSp2" presStyleCnt="0"/>
      <dgm:spPr/>
    </dgm:pt>
    <dgm:pt modelId="{EF3722A3-D2DC-9B4E-A570-F86B5DAE48D9}" type="pres">
      <dgm:prSet presAssocID="{FC76E76F-2C14-F343-A95F-6D498B3B23E5}" presName="sibTrans" presStyleCnt="0"/>
      <dgm:spPr/>
    </dgm:pt>
    <dgm:pt modelId="{F4DD742C-6DF5-F148-AF74-33BC6DB278EE}" type="pres">
      <dgm:prSet presAssocID="{F679EDE0-B1E3-0547-A1B2-03B1AA385486}" presName="compositeNode" presStyleCnt="0">
        <dgm:presLayoutVars>
          <dgm:bulletEnabled val="1"/>
        </dgm:presLayoutVars>
      </dgm:prSet>
      <dgm:spPr/>
    </dgm:pt>
    <dgm:pt modelId="{D8A835BF-AEE6-904F-BE72-BF9086C1C184}" type="pres">
      <dgm:prSet presAssocID="{F679EDE0-B1E3-0547-A1B2-03B1AA385486}" presName="bgRect" presStyleLbl="node1" presStyleIdx="1" presStyleCnt="3"/>
      <dgm:spPr/>
    </dgm:pt>
    <dgm:pt modelId="{D104535A-5B58-5C48-BC78-1DDC520AD899}" type="pres">
      <dgm:prSet presAssocID="{F679EDE0-B1E3-0547-A1B2-03B1AA385486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941AA826-FED8-D149-A231-697452110285}" type="pres">
      <dgm:prSet presAssocID="{F679EDE0-B1E3-0547-A1B2-03B1AA385486}" presName="childNode" presStyleLbl="node1" presStyleIdx="1" presStyleCnt="3">
        <dgm:presLayoutVars>
          <dgm:bulletEnabled val="1"/>
        </dgm:presLayoutVars>
      </dgm:prSet>
      <dgm:spPr/>
    </dgm:pt>
    <dgm:pt modelId="{9D0510BF-6590-5245-A06D-1B1B75328CA1}" type="pres">
      <dgm:prSet presAssocID="{FB7726CE-CE41-AC4B-A373-D32F827E599D}" presName="hSp" presStyleCnt="0"/>
      <dgm:spPr/>
    </dgm:pt>
    <dgm:pt modelId="{160024C8-724E-E242-8BA5-C40B9D4172F2}" type="pres">
      <dgm:prSet presAssocID="{FB7726CE-CE41-AC4B-A373-D32F827E599D}" presName="vProcSp" presStyleCnt="0"/>
      <dgm:spPr/>
    </dgm:pt>
    <dgm:pt modelId="{0210B12C-D33E-C74E-B1AD-304B1DDCD4B2}" type="pres">
      <dgm:prSet presAssocID="{FB7726CE-CE41-AC4B-A373-D32F827E599D}" presName="vSp1" presStyleCnt="0"/>
      <dgm:spPr/>
    </dgm:pt>
    <dgm:pt modelId="{EFBAE943-2FCD-3E41-9646-34B5387C44D0}" type="pres">
      <dgm:prSet presAssocID="{FB7726CE-CE41-AC4B-A373-D32F827E599D}" presName="simulatedConn" presStyleLbl="solidFgAcc1" presStyleIdx="1" presStyleCnt="2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8F4F7A93-24FF-1242-BA12-7E41D2E7DA89}" type="pres">
      <dgm:prSet presAssocID="{FB7726CE-CE41-AC4B-A373-D32F827E599D}" presName="vSp2" presStyleCnt="0"/>
      <dgm:spPr/>
    </dgm:pt>
    <dgm:pt modelId="{F90EE78B-BAED-EA48-8989-97F07E47A9E5}" type="pres">
      <dgm:prSet presAssocID="{FB7726CE-CE41-AC4B-A373-D32F827E599D}" presName="sibTrans" presStyleCnt="0"/>
      <dgm:spPr/>
    </dgm:pt>
    <dgm:pt modelId="{61EFF557-65F7-A04C-B18A-65971612FF09}" type="pres">
      <dgm:prSet presAssocID="{F1A14420-57E7-FA45-A1DF-C776657AED9A}" presName="compositeNode" presStyleCnt="0">
        <dgm:presLayoutVars>
          <dgm:bulletEnabled val="1"/>
        </dgm:presLayoutVars>
      </dgm:prSet>
      <dgm:spPr/>
    </dgm:pt>
    <dgm:pt modelId="{89C49ABA-65AE-604A-B616-260C8239617C}" type="pres">
      <dgm:prSet presAssocID="{F1A14420-57E7-FA45-A1DF-C776657AED9A}" presName="bgRect" presStyleLbl="node1" presStyleIdx="2" presStyleCnt="3"/>
      <dgm:spPr/>
    </dgm:pt>
    <dgm:pt modelId="{449FCAD0-DD0E-F341-924F-E4899E1BEB05}" type="pres">
      <dgm:prSet presAssocID="{F1A14420-57E7-FA45-A1DF-C776657AED9A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665E6FE9-8C79-FF41-A70B-22D4A3D597BA}" type="pres">
      <dgm:prSet presAssocID="{F1A14420-57E7-FA45-A1DF-C776657AED9A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E6BEAA17-F2FE-A94E-9319-98FA436CE1F8}" type="presOf" srcId="{2D169172-40CC-FD4E-BC77-CA41A64E1ABE}" destId="{941AA826-FED8-D149-A231-697452110285}" srcOrd="0" destOrd="0" presId="urn:microsoft.com/office/officeart/2005/8/layout/hProcess7"/>
    <dgm:cxn modelId="{4EE4721B-2365-9445-B91B-DDB560873F9F}" srcId="{5E1992D8-197B-064C-A361-78CEAB6E60D5}" destId="{F679EDE0-B1E3-0547-A1B2-03B1AA385486}" srcOrd="1" destOrd="0" parTransId="{41E7633F-7323-6246-BB44-46BCD608949D}" sibTransId="{FB7726CE-CE41-AC4B-A373-D32F827E599D}"/>
    <dgm:cxn modelId="{EA317237-570C-1F47-8145-746AC8DE9081}" type="presOf" srcId="{5083EEC8-F360-F54D-8A6F-0B00D37D38EA}" destId="{39A8215E-84DC-FC4C-8557-D292668F4A80}" srcOrd="1" destOrd="0" presId="urn:microsoft.com/office/officeart/2005/8/layout/hProcess7"/>
    <dgm:cxn modelId="{5FB2B137-3CB1-FD4B-B30C-3301E681E184}" srcId="{5E1992D8-197B-064C-A361-78CEAB6E60D5}" destId="{F1A14420-57E7-FA45-A1DF-C776657AED9A}" srcOrd="2" destOrd="0" parTransId="{3AADCBA3-E45B-1046-979F-01048BE24A8A}" sibTransId="{2FBFCF4D-13C0-C442-B31E-44DC0C62FFC6}"/>
    <dgm:cxn modelId="{928D033C-07C1-6245-8046-17BC89AD1694}" type="presOf" srcId="{F1A14420-57E7-FA45-A1DF-C776657AED9A}" destId="{89C49ABA-65AE-604A-B616-260C8239617C}" srcOrd="0" destOrd="0" presId="urn:microsoft.com/office/officeart/2005/8/layout/hProcess7"/>
    <dgm:cxn modelId="{78269961-2ADD-1445-8299-7C8609BBAB26}" type="presOf" srcId="{188C8451-7C60-DC4B-9447-A7E6D5C9DDCB}" destId="{665E6FE9-8C79-FF41-A70B-22D4A3D597BA}" srcOrd="0" destOrd="0" presId="urn:microsoft.com/office/officeart/2005/8/layout/hProcess7"/>
    <dgm:cxn modelId="{473B6B6F-9A05-1A41-8EE3-DB029D1ADB45}" srcId="{5083EEC8-F360-F54D-8A6F-0B00D37D38EA}" destId="{ED7F2B75-B67A-7C43-9AB1-379F01E14325}" srcOrd="0" destOrd="0" parTransId="{69EA3C1C-1111-D144-9591-A7AD46EB01BD}" sibTransId="{E81BAE44-9C8B-9B4D-BBDB-F709AFD36B52}"/>
    <dgm:cxn modelId="{30E77585-AE65-1B43-A5AD-A06EE9D18F46}" srcId="{5E1992D8-197B-064C-A361-78CEAB6E60D5}" destId="{5083EEC8-F360-F54D-8A6F-0B00D37D38EA}" srcOrd="0" destOrd="0" parTransId="{C3465001-6CA8-0745-9487-10B1D29F0344}" sibTransId="{FC76E76F-2C14-F343-A95F-6D498B3B23E5}"/>
    <dgm:cxn modelId="{1DBE9EAB-3190-B642-8E03-E82B7D630033}" type="presOf" srcId="{F679EDE0-B1E3-0547-A1B2-03B1AA385486}" destId="{D8A835BF-AEE6-904F-BE72-BF9086C1C184}" srcOrd="0" destOrd="0" presId="urn:microsoft.com/office/officeart/2005/8/layout/hProcess7"/>
    <dgm:cxn modelId="{70031CB6-AAD2-4E41-A63E-4904CBB39588}" srcId="{F679EDE0-B1E3-0547-A1B2-03B1AA385486}" destId="{2D169172-40CC-FD4E-BC77-CA41A64E1ABE}" srcOrd="0" destOrd="0" parTransId="{8B9CD0C8-8CAB-DD4B-8252-241C434686AF}" sibTransId="{9867D04F-A1A2-AF40-A8EB-6E8F8115EDCE}"/>
    <dgm:cxn modelId="{D882D9B8-32E1-AC47-B34B-E4170293508E}" type="presOf" srcId="{F679EDE0-B1E3-0547-A1B2-03B1AA385486}" destId="{D104535A-5B58-5C48-BC78-1DDC520AD899}" srcOrd="1" destOrd="0" presId="urn:microsoft.com/office/officeart/2005/8/layout/hProcess7"/>
    <dgm:cxn modelId="{CBA346B9-D81E-9245-AFF8-6C947F2DBDB1}" type="presOf" srcId="{ED7F2B75-B67A-7C43-9AB1-379F01E14325}" destId="{2AE43D4E-307A-A24F-A5AC-4523555EEB8C}" srcOrd="0" destOrd="0" presId="urn:microsoft.com/office/officeart/2005/8/layout/hProcess7"/>
    <dgm:cxn modelId="{9A713AD9-F80A-9348-A4A1-7F1FCA7A1C05}" type="presOf" srcId="{5E1992D8-197B-064C-A361-78CEAB6E60D5}" destId="{F6A31D72-D488-674D-B5C4-0F0BB36B0E49}" srcOrd="0" destOrd="0" presId="urn:microsoft.com/office/officeart/2005/8/layout/hProcess7"/>
    <dgm:cxn modelId="{016009EE-A9BA-5F45-9C9B-D3249FBBF6B8}" type="presOf" srcId="{F1A14420-57E7-FA45-A1DF-C776657AED9A}" destId="{449FCAD0-DD0E-F341-924F-E4899E1BEB05}" srcOrd="1" destOrd="0" presId="urn:microsoft.com/office/officeart/2005/8/layout/hProcess7"/>
    <dgm:cxn modelId="{B4C6B7F4-73B2-6C4D-8709-E7C358693BCE}" srcId="{F1A14420-57E7-FA45-A1DF-C776657AED9A}" destId="{188C8451-7C60-DC4B-9447-A7E6D5C9DDCB}" srcOrd="0" destOrd="0" parTransId="{02A68E5C-1A2D-0344-92CA-55E4C622E08D}" sibTransId="{3A06000B-668B-3B4C-A2FA-FEE914DBFC5D}"/>
    <dgm:cxn modelId="{9EC125FC-50D9-FA42-AD62-CAA293C5478E}" type="presOf" srcId="{5083EEC8-F360-F54D-8A6F-0B00D37D38EA}" destId="{F9297AAF-95C8-B54B-B3BA-0A23C720184A}" srcOrd="0" destOrd="0" presId="urn:microsoft.com/office/officeart/2005/8/layout/hProcess7"/>
    <dgm:cxn modelId="{55F19A50-9168-9346-83F5-00A072A85251}" type="presParOf" srcId="{F6A31D72-D488-674D-B5C4-0F0BB36B0E49}" destId="{E5C3ED46-04C3-0B4B-BDE4-DF464B17C477}" srcOrd="0" destOrd="0" presId="urn:microsoft.com/office/officeart/2005/8/layout/hProcess7"/>
    <dgm:cxn modelId="{6AC78508-D244-9B48-89B9-683C14E1C48E}" type="presParOf" srcId="{E5C3ED46-04C3-0B4B-BDE4-DF464B17C477}" destId="{F9297AAF-95C8-B54B-B3BA-0A23C720184A}" srcOrd="0" destOrd="0" presId="urn:microsoft.com/office/officeart/2005/8/layout/hProcess7"/>
    <dgm:cxn modelId="{0EF7462C-5928-094C-AD6A-4FC540B169E5}" type="presParOf" srcId="{E5C3ED46-04C3-0B4B-BDE4-DF464B17C477}" destId="{39A8215E-84DC-FC4C-8557-D292668F4A80}" srcOrd="1" destOrd="0" presId="urn:microsoft.com/office/officeart/2005/8/layout/hProcess7"/>
    <dgm:cxn modelId="{E45A89CC-7341-CB4E-83AF-3D43FA4D9974}" type="presParOf" srcId="{E5C3ED46-04C3-0B4B-BDE4-DF464B17C477}" destId="{2AE43D4E-307A-A24F-A5AC-4523555EEB8C}" srcOrd="2" destOrd="0" presId="urn:microsoft.com/office/officeart/2005/8/layout/hProcess7"/>
    <dgm:cxn modelId="{27A65910-BF01-F548-8FBE-35928B8F05B5}" type="presParOf" srcId="{F6A31D72-D488-674D-B5C4-0F0BB36B0E49}" destId="{6E9AD6E7-8938-8945-BB89-E2ED5C2EC96C}" srcOrd="1" destOrd="0" presId="urn:microsoft.com/office/officeart/2005/8/layout/hProcess7"/>
    <dgm:cxn modelId="{BF96C8BC-DF41-744D-9BB0-A99F66818DC4}" type="presParOf" srcId="{F6A31D72-D488-674D-B5C4-0F0BB36B0E49}" destId="{06B05D8B-1AEF-8843-B247-6010A38666BC}" srcOrd="2" destOrd="0" presId="urn:microsoft.com/office/officeart/2005/8/layout/hProcess7"/>
    <dgm:cxn modelId="{61566F54-B03D-A946-A970-D38E87B7F33E}" type="presParOf" srcId="{06B05D8B-1AEF-8843-B247-6010A38666BC}" destId="{2F3912DE-D388-B94A-B480-66884D0F2842}" srcOrd="0" destOrd="0" presId="urn:microsoft.com/office/officeart/2005/8/layout/hProcess7"/>
    <dgm:cxn modelId="{7C26F5BA-4662-F94C-8D6E-E8063D486467}" type="presParOf" srcId="{06B05D8B-1AEF-8843-B247-6010A38666BC}" destId="{4C84CEDA-D4BA-E84A-8A02-4CBE7D8D70B1}" srcOrd="1" destOrd="0" presId="urn:microsoft.com/office/officeart/2005/8/layout/hProcess7"/>
    <dgm:cxn modelId="{ECCB54E3-2C47-504A-AE76-3A81FA4F6697}" type="presParOf" srcId="{06B05D8B-1AEF-8843-B247-6010A38666BC}" destId="{ADFE781E-1A89-DD42-B8B2-44C69FDB236F}" srcOrd="2" destOrd="0" presId="urn:microsoft.com/office/officeart/2005/8/layout/hProcess7"/>
    <dgm:cxn modelId="{2562EF5D-12C8-FE48-87E6-8A629FF11B97}" type="presParOf" srcId="{F6A31D72-D488-674D-B5C4-0F0BB36B0E49}" destId="{EF3722A3-D2DC-9B4E-A570-F86B5DAE48D9}" srcOrd="3" destOrd="0" presId="urn:microsoft.com/office/officeart/2005/8/layout/hProcess7"/>
    <dgm:cxn modelId="{56535EC4-D2A3-7E42-A401-171C51169972}" type="presParOf" srcId="{F6A31D72-D488-674D-B5C4-0F0BB36B0E49}" destId="{F4DD742C-6DF5-F148-AF74-33BC6DB278EE}" srcOrd="4" destOrd="0" presId="urn:microsoft.com/office/officeart/2005/8/layout/hProcess7"/>
    <dgm:cxn modelId="{73A4C534-C487-2F4C-8469-8940AF12F607}" type="presParOf" srcId="{F4DD742C-6DF5-F148-AF74-33BC6DB278EE}" destId="{D8A835BF-AEE6-904F-BE72-BF9086C1C184}" srcOrd="0" destOrd="0" presId="urn:microsoft.com/office/officeart/2005/8/layout/hProcess7"/>
    <dgm:cxn modelId="{4E5D9A57-A407-9345-BFA1-433BFB67A275}" type="presParOf" srcId="{F4DD742C-6DF5-F148-AF74-33BC6DB278EE}" destId="{D104535A-5B58-5C48-BC78-1DDC520AD899}" srcOrd="1" destOrd="0" presId="urn:microsoft.com/office/officeart/2005/8/layout/hProcess7"/>
    <dgm:cxn modelId="{06F8CEC5-377A-A545-94B0-226A2EFB3E1F}" type="presParOf" srcId="{F4DD742C-6DF5-F148-AF74-33BC6DB278EE}" destId="{941AA826-FED8-D149-A231-697452110285}" srcOrd="2" destOrd="0" presId="urn:microsoft.com/office/officeart/2005/8/layout/hProcess7"/>
    <dgm:cxn modelId="{3054CB8C-B40B-EB44-9404-C927EBCEC32C}" type="presParOf" srcId="{F6A31D72-D488-674D-B5C4-0F0BB36B0E49}" destId="{9D0510BF-6590-5245-A06D-1B1B75328CA1}" srcOrd="5" destOrd="0" presId="urn:microsoft.com/office/officeart/2005/8/layout/hProcess7"/>
    <dgm:cxn modelId="{04C59FBC-751B-0345-BC6F-888C93F50D91}" type="presParOf" srcId="{F6A31D72-D488-674D-B5C4-0F0BB36B0E49}" destId="{160024C8-724E-E242-8BA5-C40B9D4172F2}" srcOrd="6" destOrd="0" presId="urn:microsoft.com/office/officeart/2005/8/layout/hProcess7"/>
    <dgm:cxn modelId="{D5E30E42-9C32-5842-93A6-23BEF269529E}" type="presParOf" srcId="{160024C8-724E-E242-8BA5-C40B9D4172F2}" destId="{0210B12C-D33E-C74E-B1AD-304B1DDCD4B2}" srcOrd="0" destOrd="0" presId="urn:microsoft.com/office/officeart/2005/8/layout/hProcess7"/>
    <dgm:cxn modelId="{E586BCC3-A419-0045-87DD-EA9E78C34C21}" type="presParOf" srcId="{160024C8-724E-E242-8BA5-C40B9D4172F2}" destId="{EFBAE943-2FCD-3E41-9646-34B5387C44D0}" srcOrd="1" destOrd="0" presId="urn:microsoft.com/office/officeart/2005/8/layout/hProcess7"/>
    <dgm:cxn modelId="{0249A3FC-FF8C-294B-9022-93D1BBB619E7}" type="presParOf" srcId="{160024C8-724E-E242-8BA5-C40B9D4172F2}" destId="{8F4F7A93-24FF-1242-BA12-7E41D2E7DA89}" srcOrd="2" destOrd="0" presId="urn:microsoft.com/office/officeart/2005/8/layout/hProcess7"/>
    <dgm:cxn modelId="{B7CF001C-BA40-8345-9694-9C245336B5D4}" type="presParOf" srcId="{F6A31D72-D488-674D-B5C4-0F0BB36B0E49}" destId="{F90EE78B-BAED-EA48-8989-97F07E47A9E5}" srcOrd="7" destOrd="0" presId="urn:microsoft.com/office/officeart/2005/8/layout/hProcess7"/>
    <dgm:cxn modelId="{181EA65B-91BB-9849-8CC6-5FBFE86C5947}" type="presParOf" srcId="{F6A31D72-D488-674D-B5C4-0F0BB36B0E49}" destId="{61EFF557-65F7-A04C-B18A-65971612FF09}" srcOrd="8" destOrd="0" presId="urn:microsoft.com/office/officeart/2005/8/layout/hProcess7"/>
    <dgm:cxn modelId="{D202AA90-0F44-6844-ADBC-C412DD386A98}" type="presParOf" srcId="{61EFF557-65F7-A04C-B18A-65971612FF09}" destId="{89C49ABA-65AE-604A-B616-260C8239617C}" srcOrd="0" destOrd="0" presId="urn:microsoft.com/office/officeart/2005/8/layout/hProcess7"/>
    <dgm:cxn modelId="{12644492-7948-2B48-8429-1FC8BCF62A45}" type="presParOf" srcId="{61EFF557-65F7-A04C-B18A-65971612FF09}" destId="{449FCAD0-DD0E-F341-924F-E4899E1BEB05}" srcOrd="1" destOrd="0" presId="urn:microsoft.com/office/officeart/2005/8/layout/hProcess7"/>
    <dgm:cxn modelId="{D39B25D7-10B5-7645-801A-AA628EAFB65B}" type="presParOf" srcId="{61EFF557-65F7-A04C-B18A-65971612FF09}" destId="{665E6FE9-8C79-FF41-A70B-22D4A3D597B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F7271C-F5C1-9A4A-96FD-6404C6EC7A28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9380CC6-5C72-9D4C-AAE0-6296DA5913F4}">
      <dgm:prSet phldrT="[文本]" phldr="1"/>
      <dgm:spPr/>
      <dgm:t>
        <a:bodyPr/>
        <a:lstStyle/>
        <a:p>
          <a:endParaRPr lang="zh-CN" altLang="en-US"/>
        </a:p>
      </dgm:t>
    </dgm:pt>
    <dgm:pt modelId="{50ECE2F9-D16E-DE4C-8C3D-15853239D815}" type="parTrans" cxnId="{16F99AE8-815C-8744-B8C6-AE0596A1C117}">
      <dgm:prSet/>
      <dgm:spPr/>
      <dgm:t>
        <a:bodyPr/>
        <a:lstStyle/>
        <a:p>
          <a:endParaRPr lang="zh-CN" altLang="en-US"/>
        </a:p>
      </dgm:t>
    </dgm:pt>
    <dgm:pt modelId="{930EF69A-A556-154E-94EC-13720CB5709B}" type="sibTrans" cxnId="{16F99AE8-815C-8744-B8C6-AE0596A1C117}">
      <dgm:prSet/>
      <dgm:sp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732F3C0A-C855-3743-A24F-94B2DBB368A1}">
      <dgm:prSet phldrT="[文本]" phldr="1"/>
      <dgm:spPr/>
      <dgm:t>
        <a:bodyPr/>
        <a:lstStyle/>
        <a:p>
          <a:endParaRPr lang="zh-CN" altLang="en-US"/>
        </a:p>
      </dgm:t>
    </dgm:pt>
    <dgm:pt modelId="{2231024A-97AE-3547-81AB-AD357D6930C4}" type="parTrans" cxnId="{178D3526-DD08-AA47-952C-A91E4BCF49F6}">
      <dgm:prSet/>
      <dgm:spPr/>
      <dgm:t>
        <a:bodyPr/>
        <a:lstStyle/>
        <a:p>
          <a:endParaRPr lang="zh-CN" altLang="en-US"/>
        </a:p>
      </dgm:t>
    </dgm:pt>
    <dgm:pt modelId="{CAFDD755-7D56-3F49-9C4E-0FFF3FDF844E}" type="sibTrans" cxnId="{178D3526-DD08-AA47-952C-A91E4BCF49F6}">
      <dgm:prSet/>
      <dgm:sp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A00734F5-B5EE-C14A-9426-342436876F4C}">
      <dgm:prSet phldrT="[文本]" phldr="1"/>
      <dgm:spPr/>
      <dgm:t>
        <a:bodyPr/>
        <a:lstStyle/>
        <a:p>
          <a:endParaRPr lang="zh-CN" altLang="en-US"/>
        </a:p>
      </dgm:t>
    </dgm:pt>
    <dgm:pt modelId="{DE0F633D-444D-694F-A504-D8624E99F8D9}" type="parTrans" cxnId="{4BD843CF-D796-124E-803B-F37BE60061F6}">
      <dgm:prSet/>
      <dgm:spPr/>
      <dgm:t>
        <a:bodyPr/>
        <a:lstStyle/>
        <a:p>
          <a:endParaRPr lang="zh-CN" altLang="en-US"/>
        </a:p>
      </dgm:t>
    </dgm:pt>
    <dgm:pt modelId="{95EDEDE8-F3D8-154B-A7E5-F5113ABB5F83}" type="sibTrans" cxnId="{4BD843CF-D796-124E-803B-F37BE60061F6}">
      <dgm:prSet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BFECF289-0E73-8047-B804-9AF3B3D05F35}">
      <dgm:prSet phldrT="[文本]" phldr="1"/>
      <dgm:spPr/>
      <dgm:t>
        <a:bodyPr/>
        <a:lstStyle/>
        <a:p>
          <a:endParaRPr lang="zh-CN" altLang="en-US"/>
        </a:p>
      </dgm:t>
    </dgm:pt>
    <dgm:pt modelId="{94316E51-372E-034C-A929-A7D58AA5B0F7}" type="parTrans" cxnId="{CB62A747-BD2C-F446-8A80-37109ACB26DD}">
      <dgm:prSet/>
      <dgm:spPr/>
      <dgm:t>
        <a:bodyPr/>
        <a:lstStyle/>
        <a:p>
          <a:endParaRPr lang="zh-CN" altLang="en-US"/>
        </a:p>
      </dgm:t>
    </dgm:pt>
    <dgm:pt modelId="{5309DEA0-B3FE-3C42-9F3C-E8957D0B532C}" type="sibTrans" cxnId="{CB62A747-BD2C-F446-8A80-37109ACB26DD}">
      <dgm:prSet/>
      <dgm:sp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7E60B10A-38FC-7D4E-A557-65C0A19331C9}">
      <dgm:prSet phldrT="[文本]" phldr="1"/>
      <dgm:spPr/>
      <dgm:t>
        <a:bodyPr/>
        <a:lstStyle/>
        <a:p>
          <a:endParaRPr lang="zh-CN" altLang="en-US"/>
        </a:p>
      </dgm:t>
    </dgm:pt>
    <dgm:pt modelId="{72B4EC79-828D-1A46-B586-6EFD21AFBD27}" type="parTrans" cxnId="{8D7CAEB0-DA45-7449-B62F-61D7B8199F7A}">
      <dgm:prSet/>
      <dgm:spPr/>
      <dgm:t>
        <a:bodyPr/>
        <a:lstStyle/>
        <a:p>
          <a:endParaRPr lang="zh-CN" altLang="en-US"/>
        </a:p>
      </dgm:t>
    </dgm:pt>
    <dgm:pt modelId="{85696C7A-C626-F445-99B3-160546BBDC52}" type="sibTrans" cxnId="{8D7CAEB0-DA45-7449-B62F-61D7B8199F7A}">
      <dgm:prSet/>
      <dgm:spPr>
        <a:gradFill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endParaRPr lang="zh-CN" altLang="en-US"/>
        </a:p>
      </dgm:t>
    </dgm:pt>
    <dgm:pt modelId="{124252B0-EE5D-D447-8C31-8F0586365D6A}" type="pres">
      <dgm:prSet presAssocID="{4DF7271C-F5C1-9A4A-96FD-6404C6EC7A28}" presName="cycle" presStyleCnt="0">
        <dgm:presLayoutVars>
          <dgm:dir/>
          <dgm:resizeHandles val="exact"/>
        </dgm:presLayoutVars>
      </dgm:prSet>
      <dgm:spPr/>
    </dgm:pt>
    <dgm:pt modelId="{D5F15285-CC43-8A41-A341-E2D6DE30EE85}" type="pres">
      <dgm:prSet presAssocID="{89380CC6-5C72-9D4C-AAE0-6296DA5913F4}" presName="dummy" presStyleCnt="0"/>
      <dgm:spPr/>
    </dgm:pt>
    <dgm:pt modelId="{0BB12147-FB2F-A741-A804-7D4AA72C9928}" type="pres">
      <dgm:prSet presAssocID="{89380CC6-5C72-9D4C-AAE0-6296DA5913F4}" presName="node" presStyleLbl="revTx" presStyleIdx="0" presStyleCnt="5">
        <dgm:presLayoutVars>
          <dgm:bulletEnabled val="1"/>
        </dgm:presLayoutVars>
      </dgm:prSet>
      <dgm:spPr/>
    </dgm:pt>
    <dgm:pt modelId="{ECC1CA45-EF2C-1E4E-B737-BE30D268DA7B}" type="pres">
      <dgm:prSet presAssocID="{930EF69A-A556-154E-94EC-13720CB5709B}" presName="sibTrans" presStyleLbl="node1" presStyleIdx="0" presStyleCnt="5"/>
      <dgm:spPr/>
    </dgm:pt>
    <dgm:pt modelId="{C664A3CD-6922-F04E-93E6-E303B0DA46E6}" type="pres">
      <dgm:prSet presAssocID="{732F3C0A-C855-3743-A24F-94B2DBB368A1}" presName="dummy" presStyleCnt="0"/>
      <dgm:spPr/>
    </dgm:pt>
    <dgm:pt modelId="{77C207F8-30CB-B84C-B6E5-FE8758308B01}" type="pres">
      <dgm:prSet presAssocID="{732F3C0A-C855-3743-A24F-94B2DBB368A1}" presName="node" presStyleLbl="revTx" presStyleIdx="1" presStyleCnt="5">
        <dgm:presLayoutVars>
          <dgm:bulletEnabled val="1"/>
        </dgm:presLayoutVars>
      </dgm:prSet>
      <dgm:spPr/>
    </dgm:pt>
    <dgm:pt modelId="{B1BCD8FF-DE38-194F-BA7A-337F53428B97}" type="pres">
      <dgm:prSet presAssocID="{CAFDD755-7D56-3F49-9C4E-0FFF3FDF844E}" presName="sibTrans" presStyleLbl="node1" presStyleIdx="1" presStyleCnt="5"/>
      <dgm:spPr/>
    </dgm:pt>
    <dgm:pt modelId="{B80907AE-B117-9442-B2A9-B26C5AA4FE7E}" type="pres">
      <dgm:prSet presAssocID="{A00734F5-B5EE-C14A-9426-342436876F4C}" presName="dummy" presStyleCnt="0"/>
      <dgm:spPr/>
    </dgm:pt>
    <dgm:pt modelId="{213E99A2-B4F5-F441-9172-B5DFC0C995A7}" type="pres">
      <dgm:prSet presAssocID="{A00734F5-B5EE-C14A-9426-342436876F4C}" presName="node" presStyleLbl="revTx" presStyleIdx="2" presStyleCnt="5">
        <dgm:presLayoutVars>
          <dgm:bulletEnabled val="1"/>
        </dgm:presLayoutVars>
      </dgm:prSet>
      <dgm:spPr/>
    </dgm:pt>
    <dgm:pt modelId="{8FD181E2-A61E-E44E-86C8-E2732F8F11C3}" type="pres">
      <dgm:prSet presAssocID="{95EDEDE8-F3D8-154B-A7E5-F5113ABB5F83}" presName="sibTrans" presStyleLbl="node1" presStyleIdx="2" presStyleCnt="5"/>
      <dgm:spPr/>
    </dgm:pt>
    <dgm:pt modelId="{E1CE6BA0-A14A-FA43-9A61-D7A8FF4719B9}" type="pres">
      <dgm:prSet presAssocID="{BFECF289-0E73-8047-B804-9AF3B3D05F35}" presName="dummy" presStyleCnt="0"/>
      <dgm:spPr/>
    </dgm:pt>
    <dgm:pt modelId="{CAE29055-41AF-A049-BA8A-E4724E7E238A}" type="pres">
      <dgm:prSet presAssocID="{BFECF289-0E73-8047-B804-9AF3B3D05F35}" presName="node" presStyleLbl="revTx" presStyleIdx="3" presStyleCnt="5">
        <dgm:presLayoutVars>
          <dgm:bulletEnabled val="1"/>
        </dgm:presLayoutVars>
      </dgm:prSet>
      <dgm:spPr/>
    </dgm:pt>
    <dgm:pt modelId="{14627C0A-2AA7-0647-85AF-07C7A181168E}" type="pres">
      <dgm:prSet presAssocID="{5309DEA0-B3FE-3C42-9F3C-E8957D0B532C}" presName="sibTrans" presStyleLbl="node1" presStyleIdx="3" presStyleCnt="5"/>
      <dgm:spPr/>
    </dgm:pt>
    <dgm:pt modelId="{E47C7D19-4FFF-5746-A1AB-6B1D73E57197}" type="pres">
      <dgm:prSet presAssocID="{7E60B10A-38FC-7D4E-A557-65C0A19331C9}" presName="dummy" presStyleCnt="0"/>
      <dgm:spPr/>
    </dgm:pt>
    <dgm:pt modelId="{510EFADC-73D9-314F-BFEC-5F675D0DD60D}" type="pres">
      <dgm:prSet presAssocID="{7E60B10A-38FC-7D4E-A557-65C0A19331C9}" presName="node" presStyleLbl="revTx" presStyleIdx="4" presStyleCnt="5">
        <dgm:presLayoutVars>
          <dgm:bulletEnabled val="1"/>
        </dgm:presLayoutVars>
      </dgm:prSet>
      <dgm:spPr/>
    </dgm:pt>
    <dgm:pt modelId="{AE463DD5-DC80-8F49-B8A2-D503993FF7E9}" type="pres">
      <dgm:prSet presAssocID="{85696C7A-C626-F445-99B3-160546BBDC52}" presName="sibTrans" presStyleLbl="node1" presStyleIdx="4" presStyleCnt="5"/>
      <dgm:spPr/>
    </dgm:pt>
  </dgm:ptLst>
  <dgm:cxnLst>
    <dgm:cxn modelId="{913C3A11-5B40-FC48-B29E-72F2A844C5D3}" type="presOf" srcId="{732F3C0A-C855-3743-A24F-94B2DBB368A1}" destId="{77C207F8-30CB-B84C-B6E5-FE8758308B01}" srcOrd="0" destOrd="0" presId="urn:microsoft.com/office/officeart/2005/8/layout/cycle1"/>
    <dgm:cxn modelId="{178D3526-DD08-AA47-952C-A91E4BCF49F6}" srcId="{4DF7271C-F5C1-9A4A-96FD-6404C6EC7A28}" destId="{732F3C0A-C855-3743-A24F-94B2DBB368A1}" srcOrd="1" destOrd="0" parTransId="{2231024A-97AE-3547-81AB-AD357D6930C4}" sibTransId="{CAFDD755-7D56-3F49-9C4E-0FFF3FDF844E}"/>
    <dgm:cxn modelId="{87212647-C176-A54B-9580-922300526CE0}" type="presOf" srcId="{95EDEDE8-F3D8-154B-A7E5-F5113ABB5F83}" destId="{8FD181E2-A61E-E44E-86C8-E2732F8F11C3}" srcOrd="0" destOrd="0" presId="urn:microsoft.com/office/officeart/2005/8/layout/cycle1"/>
    <dgm:cxn modelId="{CB62A747-BD2C-F446-8A80-37109ACB26DD}" srcId="{4DF7271C-F5C1-9A4A-96FD-6404C6EC7A28}" destId="{BFECF289-0E73-8047-B804-9AF3B3D05F35}" srcOrd="3" destOrd="0" parTransId="{94316E51-372E-034C-A929-A7D58AA5B0F7}" sibTransId="{5309DEA0-B3FE-3C42-9F3C-E8957D0B532C}"/>
    <dgm:cxn modelId="{649FFD57-BC40-3A42-90E1-FD0B6C217846}" type="presOf" srcId="{85696C7A-C626-F445-99B3-160546BBDC52}" destId="{AE463DD5-DC80-8F49-B8A2-D503993FF7E9}" srcOrd="0" destOrd="0" presId="urn:microsoft.com/office/officeart/2005/8/layout/cycle1"/>
    <dgm:cxn modelId="{882B5058-954C-DE44-9DC6-E981B0243143}" type="presOf" srcId="{5309DEA0-B3FE-3C42-9F3C-E8957D0B532C}" destId="{14627C0A-2AA7-0647-85AF-07C7A181168E}" srcOrd="0" destOrd="0" presId="urn:microsoft.com/office/officeart/2005/8/layout/cycle1"/>
    <dgm:cxn modelId="{6155B878-C0BE-8A46-9CFA-329AEAE225C7}" type="presOf" srcId="{7E60B10A-38FC-7D4E-A557-65C0A19331C9}" destId="{510EFADC-73D9-314F-BFEC-5F675D0DD60D}" srcOrd="0" destOrd="0" presId="urn:microsoft.com/office/officeart/2005/8/layout/cycle1"/>
    <dgm:cxn modelId="{8D3C2687-EE89-E541-8EDA-CBF1C3D63403}" type="presOf" srcId="{89380CC6-5C72-9D4C-AAE0-6296DA5913F4}" destId="{0BB12147-FB2F-A741-A804-7D4AA72C9928}" srcOrd="0" destOrd="0" presId="urn:microsoft.com/office/officeart/2005/8/layout/cycle1"/>
    <dgm:cxn modelId="{1CBE9DA5-FBF5-E649-9D52-1793829703D8}" type="presOf" srcId="{A00734F5-B5EE-C14A-9426-342436876F4C}" destId="{213E99A2-B4F5-F441-9172-B5DFC0C995A7}" srcOrd="0" destOrd="0" presId="urn:microsoft.com/office/officeart/2005/8/layout/cycle1"/>
    <dgm:cxn modelId="{8D7CAEB0-DA45-7449-B62F-61D7B8199F7A}" srcId="{4DF7271C-F5C1-9A4A-96FD-6404C6EC7A28}" destId="{7E60B10A-38FC-7D4E-A557-65C0A19331C9}" srcOrd="4" destOrd="0" parTransId="{72B4EC79-828D-1A46-B586-6EFD21AFBD27}" sibTransId="{85696C7A-C626-F445-99B3-160546BBDC52}"/>
    <dgm:cxn modelId="{224FC8B3-EA1F-EA4E-9516-5F577D8DFB29}" type="presOf" srcId="{CAFDD755-7D56-3F49-9C4E-0FFF3FDF844E}" destId="{B1BCD8FF-DE38-194F-BA7A-337F53428B97}" srcOrd="0" destOrd="0" presId="urn:microsoft.com/office/officeart/2005/8/layout/cycle1"/>
    <dgm:cxn modelId="{AE266ABB-2123-584D-8D17-33DBDC10EAD3}" type="presOf" srcId="{BFECF289-0E73-8047-B804-9AF3B3D05F35}" destId="{CAE29055-41AF-A049-BA8A-E4724E7E238A}" srcOrd="0" destOrd="0" presId="urn:microsoft.com/office/officeart/2005/8/layout/cycle1"/>
    <dgm:cxn modelId="{4BD843CF-D796-124E-803B-F37BE60061F6}" srcId="{4DF7271C-F5C1-9A4A-96FD-6404C6EC7A28}" destId="{A00734F5-B5EE-C14A-9426-342436876F4C}" srcOrd="2" destOrd="0" parTransId="{DE0F633D-444D-694F-A504-D8624E99F8D9}" sibTransId="{95EDEDE8-F3D8-154B-A7E5-F5113ABB5F83}"/>
    <dgm:cxn modelId="{A34AC9DE-FEC2-7C42-A991-832C284A7A85}" type="presOf" srcId="{930EF69A-A556-154E-94EC-13720CB5709B}" destId="{ECC1CA45-EF2C-1E4E-B737-BE30D268DA7B}" srcOrd="0" destOrd="0" presId="urn:microsoft.com/office/officeart/2005/8/layout/cycle1"/>
    <dgm:cxn modelId="{280643E3-3701-0043-9E56-4DD6410B8CA5}" type="presOf" srcId="{4DF7271C-F5C1-9A4A-96FD-6404C6EC7A28}" destId="{124252B0-EE5D-D447-8C31-8F0586365D6A}" srcOrd="0" destOrd="0" presId="urn:microsoft.com/office/officeart/2005/8/layout/cycle1"/>
    <dgm:cxn modelId="{16F99AE8-815C-8744-B8C6-AE0596A1C117}" srcId="{4DF7271C-F5C1-9A4A-96FD-6404C6EC7A28}" destId="{89380CC6-5C72-9D4C-AAE0-6296DA5913F4}" srcOrd="0" destOrd="0" parTransId="{50ECE2F9-D16E-DE4C-8C3D-15853239D815}" sibTransId="{930EF69A-A556-154E-94EC-13720CB5709B}"/>
    <dgm:cxn modelId="{42CDB774-8790-5049-B95C-E81DDC355969}" type="presParOf" srcId="{124252B0-EE5D-D447-8C31-8F0586365D6A}" destId="{D5F15285-CC43-8A41-A341-E2D6DE30EE85}" srcOrd="0" destOrd="0" presId="urn:microsoft.com/office/officeart/2005/8/layout/cycle1"/>
    <dgm:cxn modelId="{D8CB89EA-F2A5-DF4D-A638-7567CFC2EAC5}" type="presParOf" srcId="{124252B0-EE5D-D447-8C31-8F0586365D6A}" destId="{0BB12147-FB2F-A741-A804-7D4AA72C9928}" srcOrd="1" destOrd="0" presId="urn:microsoft.com/office/officeart/2005/8/layout/cycle1"/>
    <dgm:cxn modelId="{D460818E-9D61-C848-B8A5-BA03051B3D1A}" type="presParOf" srcId="{124252B0-EE5D-D447-8C31-8F0586365D6A}" destId="{ECC1CA45-EF2C-1E4E-B737-BE30D268DA7B}" srcOrd="2" destOrd="0" presId="urn:microsoft.com/office/officeart/2005/8/layout/cycle1"/>
    <dgm:cxn modelId="{B29B0356-9D4A-4847-81E0-C9826D6F78BC}" type="presParOf" srcId="{124252B0-EE5D-D447-8C31-8F0586365D6A}" destId="{C664A3CD-6922-F04E-93E6-E303B0DA46E6}" srcOrd="3" destOrd="0" presId="urn:microsoft.com/office/officeart/2005/8/layout/cycle1"/>
    <dgm:cxn modelId="{DABF9403-C6C8-C546-8889-82BC2D5CA1C4}" type="presParOf" srcId="{124252B0-EE5D-D447-8C31-8F0586365D6A}" destId="{77C207F8-30CB-B84C-B6E5-FE8758308B01}" srcOrd="4" destOrd="0" presId="urn:microsoft.com/office/officeart/2005/8/layout/cycle1"/>
    <dgm:cxn modelId="{1E245E71-01D4-D249-A4B9-5F1F8F03CB54}" type="presParOf" srcId="{124252B0-EE5D-D447-8C31-8F0586365D6A}" destId="{B1BCD8FF-DE38-194F-BA7A-337F53428B97}" srcOrd="5" destOrd="0" presId="urn:microsoft.com/office/officeart/2005/8/layout/cycle1"/>
    <dgm:cxn modelId="{DF748CAE-5D92-CE41-9E1D-D694985E74E4}" type="presParOf" srcId="{124252B0-EE5D-D447-8C31-8F0586365D6A}" destId="{B80907AE-B117-9442-B2A9-B26C5AA4FE7E}" srcOrd="6" destOrd="0" presId="urn:microsoft.com/office/officeart/2005/8/layout/cycle1"/>
    <dgm:cxn modelId="{D1F6EE16-9AC7-CC46-98E3-40DE6E3F9BF4}" type="presParOf" srcId="{124252B0-EE5D-D447-8C31-8F0586365D6A}" destId="{213E99A2-B4F5-F441-9172-B5DFC0C995A7}" srcOrd="7" destOrd="0" presId="urn:microsoft.com/office/officeart/2005/8/layout/cycle1"/>
    <dgm:cxn modelId="{19A73730-3615-5946-AB86-82090895FC33}" type="presParOf" srcId="{124252B0-EE5D-D447-8C31-8F0586365D6A}" destId="{8FD181E2-A61E-E44E-86C8-E2732F8F11C3}" srcOrd="8" destOrd="0" presId="urn:microsoft.com/office/officeart/2005/8/layout/cycle1"/>
    <dgm:cxn modelId="{AC38E6F7-4B66-9E4D-AA79-9FC961D7B6B2}" type="presParOf" srcId="{124252B0-EE5D-D447-8C31-8F0586365D6A}" destId="{E1CE6BA0-A14A-FA43-9A61-D7A8FF4719B9}" srcOrd="9" destOrd="0" presId="urn:microsoft.com/office/officeart/2005/8/layout/cycle1"/>
    <dgm:cxn modelId="{B7E787CE-FFC0-5245-AB50-675A623AB035}" type="presParOf" srcId="{124252B0-EE5D-D447-8C31-8F0586365D6A}" destId="{CAE29055-41AF-A049-BA8A-E4724E7E238A}" srcOrd="10" destOrd="0" presId="urn:microsoft.com/office/officeart/2005/8/layout/cycle1"/>
    <dgm:cxn modelId="{521A238E-D09E-2D47-BCD6-2DF527875481}" type="presParOf" srcId="{124252B0-EE5D-D447-8C31-8F0586365D6A}" destId="{14627C0A-2AA7-0647-85AF-07C7A181168E}" srcOrd="11" destOrd="0" presId="urn:microsoft.com/office/officeart/2005/8/layout/cycle1"/>
    <dgm:cxn modelId="{B42C25C1-8F80-3F48-9781-A92B3F597654}" type="presParOf" srcId="{124252B0-EE5D-D447-8C31-8F0586365D6A}" destId="{E47C7D19-4FFF-5746-A1AB-6B1D73E57197}" srcOrd="12" destOrd="0" presId="urn:microsoft.com/office/officeart/2005/8/layout/cycle1"/>
    <dgm:cxn modelId="{B8FDC189-5879-4A4A-8406-589CB40D435C}" type="presParOf" srcId="{124252B0-EE5D-D447-8C31-8F0586365D6A}" destId="{510EFADC-73D9-314F-BFEC-5F675D0DD60D}" srcOrd="13" destOrd="0" presId="urn:microsoft.com/office/officeart/2005/8/layout/cycle1"/>
    <dgm:cxn modelId="{DB1779E0-1DF6-1F43-8527-FAE1054240E7}" type="presParOf" srcId="{124252B0-EE5D-D447-8C31-8F0586365D6A}" destId="{AE463DD5-DC80-8F49-B8A2-D503993FF7E9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A6675D-7EA0-8745-9EFC-F2B28720BD34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E8E22E3-FDA6-CA4D-B290-7B45F5C6A239}">
      <dgm:prSet phldrT="[文本]" phldr="1"/>
      <dgm:sp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8CCC5CB4-9434-824E-B2A9-56FD7B4F8068}" type="parTrans" cxnId="{325FFA84-5E3D-D940-B4AC-044DAF883F37}">
      <dgm:prSet/>
      <dgm:spPr/>
      <dgm:t>
        <a:bodyPr/>
        <a:lstStyle/>
        <a:p>
          <a:endParaRPr lang="zh-CN" altLang="en-US"/>
        </a:p>
      </dgm:t>
    </dgm:pt>
    <dgm:pt modelId="{47BBF092-304C-5A49-8E89-DF9193E36E27}" type="sibTrans" cxnId="{325FFA84-5E3D-D940-B4AC-044DAF883F37}">
      <dgm:prSet/>
      <dgm:spPr/>
      <dgm:t>
        <a:bodyPr/>
        <a:lstStyle/>
        <a:p>
          <a:endParaRPr lang="zh-CN" altLang="en-US"/>
        </a:p>
      </dgm:t>
    </dgm:pt>
    <dgm:pt modelId="{290B6779-8642-684C-B57A-7E8CEBE324AB}">
      <dgm:prSet phldrT="[文本]" phldr="1"/>
      <dgm:sp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37057B1F-2D31-954F-A185-B1179084CD33}" type="parTrans" cxnId="{A0865467-6943-684F-8C6C-2146C57D3AE7}">
      <dgm:prSet/>
      <dgm:spPr/>
      <dgm:t>
        <a:bodyPr/>
        <a:lstStyle/>
        <a:p>
          <a:endParaRPr lang="zh-CN" altLang="en-US"/>
        </a:p>
      </dgm:t>
    </dgm:pt>
    <dgm:pt modelId="{7F9F2ECE-7919-8641-AC1E-3B134086FA70}" type="sibTrans" cxnId="{A0865467-6943-684F-8C6C-2146C57D3AE7}">
      <dgm:prSet/>
      <dgm:spPr/>
      <dgm:t>
        <a:bodyPr/>
        <a:lstStyle/>
        <a:p>
          <a:endParaRPr lang="zh-CN" altLang="en-US"/>
        </a:p>
      </dgm:t>
    </dgm:pt>
    <dgm:pt modelId="{ABF6E29B-EC11-CB4C-B380-4F1F4487F828}">
      <dgm:prSet phldrT="[文本]" phldr="1"/>
      <dgm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E8B16F38-8C94-FB4A-8CD8-B496F233B038}" type="parTrans" cxnId="{D75C9723-0311-A946-8B0D-D3A387D915BF}">
      <dgm:prSet/>
      <dgm:spPr/>
      <dgm:t>
        <a:bodyPr/>
        <a:lstStyle/>
        <a:p>
          <a:endParaRPr lang="zh-CN" altLang="en-US"/>
        </a:p>
      </dgm:t>
    </dgm:pt>
    <dgm:pt modelId="{780E6282-076B-D846-9F22-647267F16BD2}" type="sibTrans" cxnId="{D75C9723-0311-A946-8B0D-D3A387D915BF}">
      <dgm:prSet/>
      <dgm:spPr/>
      <dgm:t>
        <a:bodyPr/>
        <a:lstStyle/>
        <a:p>
          <a:endParaRPr lang="zh-CN" altLang="en-US"/>
        </a:p>
      </dgm:t>
    </dgm:pt>
    <dgm:pt modelId="{EE91F0BB-FE45-A845-85D4-E249D6FD68E9}">
      <dgm:prSet phldrT="[文本]" phldr="1"/>
      <dgm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483FCDE9-B6BD-BA42-AD7E-624E6336366C}" type="parTrans" cxnId="{97F2AD5C-9D4D-384D-B704-F8D60734BAEB}">
      <dgm:prSet/>
      <dgm:spPr/>
      <dgm:t>
        <a:bodyPr/>
        <a:lstStyle/>
        <a:p>
          <a:endParaRPr lang="zh-CN" altLang="en-US"/>
        </a:p>
      </dgm:t>
    </dgm:pt>
    <dgm:pt modelId="{219BD00E-7595-4443-AA6F-604C921DA8D2}" type="sibTrans" cxnId="{97F2AD5C-9D4D-384D-B704-F8D60734BAEB}">
      <dgm:prSet/>
      <dgm:spPr/>
      <dgm:t>
        <a:bodyPr/>
        <a:lstStyle/>
        <a:p>
          <a:endParaRPr lang="zh-CN" altLang="en-US"/>
        </a:p>
      </dgm:t>
    </dgm:pt>
    <dgm:pt modelId="{F1AE8BE9-698F-A749-BEF2-42B3FC4D1735}">
      <dgm:prSet phldrT="[文本]" phldr="1"/>
      <dgm:sp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44B5200F-7FCD-4048-B3E3-B738D36FE2DF}" type="parTrans" cxnId="{2B93E646-F71E-8A4F-91AD-6D2727204932}">
      <dgm:prSet/>
      <dgm:spPr/>
      <dgm:t>
        <a:bodyPr/>
        <a:lstStyle/>
        <a:p>
          <a:endParaRPr lang="zh-CN" altLang="en-US"/>
        </a:p>
      </dgm:t>
    </dgm:pt>
    <dgm:pt modelId="{B9473C30-E060-F846-AC33-7D8739E32114}" type="sibTrans" cxnId="{2B93E646-F71E-8A4F-91AD-6D2727204932}">
      <dgm:prSet/>
      <dgm:spPr/>
      <dgm:t>
        <a:bodyPr/>
        <a:lstStyle/>
        <a:p>
          <a:endParaRPr lang="zh-CN" altLang="en-US"/>
        </a:p>
      </dgm:t>
    </dgm:pt>
    <dgm:pt modelId="{2075E5C1-6F27-4448-854A-DA7602DDF9CC}">
      <dgm:prSet phldrT="[文本]" phldr="1"/>
      <dgm:sp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EB1C0D3B-1B6C-8640-AB3A-5E3997B225E6}" type="parTrans" cxnId="{32458F62-D87A-D24B-AEE7-1D5CD025156F}">
      <dgm:prSet/>
      <dgm:spPr/>
      <dgm:t>
        <a:bodyPr/>
        <a:lstStyle/>
        <a:p>
          <a:endParaRPr lang="zh-CN" altLang="en-US"/>
        </a:p>
      </dgm:t>
    </dgm:pt>
    <dgm:pt modelId="{2398E8D4-668D-F44E-AF8D-AE640305077D}" type="sibTrans" cxnId="{32458F62-D87A-D24B-AEE7-1D5CD025156F}">
      <dgm:prSet/>
      <dgm:spPr/>
      <dgm:t>
        <a:bodyPr/>
        <a:lstStyle/>
        <a:p>
          <a:endParaRPr lang="zh-CN" altLang="en-US"/>
        </a:p>
      </dgm:t>
    </dgm:pt>
    <dgm:pt modelId="{73A11A8C-0041-FC43-A726-6CF4357FE90E}">
      <dgm:prSet phldrT="[文本]" phldr="1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E0E6A135-6A7C-9C4F-A91E-6D13E65DCA12}" type="parTrans" cxnId="{25C2C9BD-1A10-A74C-9B60-ED9917AA5B40}">
      <dgm:prSet/>
      <dgm:spPr/>
      <dgm:t>
        <a:bodyPr/>
        <a:lstStyle/>
        <a:p>
          <a:endParaRPr lang="zh-CN" altLang="en-US"/>
        </a:p>
      </dgm:t>
    </dgm:pt>
    <dgm:pt modelId="{9458ADB7-16DB-3242-8A4E-FFB90917351E}" type="sibTrans" cxnId="{25C2C9BD-1A10-A74C-9B60-ED9917AA5B40}">
      <dgm:prSet/>
      <dgm:spPr/>
      <dgm:t>
        <a:bodyPr/>
        <a:lstStyle/>
        <a:p>
          <a:endParaRPr lang="zh-CN" altLang="en-US"/>
        </a:p>
      </dgm:t>
    </dgm:pt>
    <dgm:pt modelId="{7C561F89-D785-0349-AFAF-2E6CBC3AF3A5}">
      <dgm:prSet phldrT="[文本]" phldr="1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A5E545E5-7BC8-6149-B697-BC6F17850E78}" type="parTrans" cxnId="{CE5ADDB9-DCC4-4B4C-A4A8-10F275290D22}">
      <dgm:prSet/>
      <dgm:spPr/>
      <dgm:t>
        <a:bodyPr/>
        <a:lstStyle/>
        <a:p>
          <a:endParaRPr lang="zh-CN" altLang="en-US"/>
        </a:p>
      </dgm:t>
    </dgm:pt>
    <dgm:pt modelId="{27173015-DF62-B043-BF09-C1BAC0A92307}" type="sibTrans" cxnId="{CE5ADDB9-DCC4-4B4C-A4A8-10F275290D22}">
      <dgm:prSet/>
      <dgm:spPr/>
      <dgm:t>
        <a:bodyPr/>
        <a:lstStyle/>
        <a:p>
          <a:endParaRPr lang="zh-CN" altLang="en-US"/>
        </a:p>
      </dgm:t>
    </dgm:pt>
    <dgm:pt modelId="{A14193FC-C08E-6940-9949-3B53C5C647A0}">
      <dgm:prSet phldrT="[文本]" phldr="1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  <dgm:t>
        <a:bodyPr/>
        <a:lstStyle/>
        <a:p>
          <a:endParaRPr lang="zh-CN" altLang="en-US" dirty="0"/>
        </a:p>
      </dgm:t>
    </dgm:pt>
    <dgm:pt modelId="{5FCB7671-D401-B641-92BD-705285D17784}" type="parTrans" cxnId="{A6789187-812A-894B-9C2A-BC293ED8EEB4}">
      <dgm:prSet/>
      <dgm:spPr/>
      <dgm:t>
        <a:bodyPr/>
        <a:lstStyle/>
        <a:p>
          <a:endParaRPr lang="zh-CN" altLang="en-US"/>
        </a:p>
      </dgm:t>
    </dgm:pt>
    <dgm:pt modelId="{6B2FAFB9-B012-F848-80E4-851EB100B11F}" type="sibTrans" cxnId="{A6789187-812A-894B-9C2A-BC293ED8EEB4}">
      <dgm:prSet/>
      <dgm:spPr/>
      <dgm:t>
        <a:bodyPr/>
        <a:lstStyle/>
        <a:p>
          <a:endParaRPr lang="zh-CN" altLang="en-US"/>
        </a:p>
      </dgm:t>
    </dgm:pt>
    <dgm:pt modelId="{6DBEFAB7-F4A2-1A40-89B4-E2BCDD825394}" type="pres">
      <dgm:prSet presAssocID="{E5A6675D-7EA0-8745-9EFC-F2B28720BD3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040D872-E84A-AD40-9827-B20217AF5323}" type="pres">
      <dgm:prSet presAssocID="{E5A6675D-7EA0-8745-9EFC-F2B28720BD34}" presName="hierFlow" presStyleCnt="0"/>
      <dgm:spPr/>
    </dgm:pt>
    <dgm:pt modelId="{8A445A9F-CEE2-5E43-98E0-9FA12A19A7F4}" type="pres">
      <dgm:prSet presAssocID="{E5A6675D-7EA0-8745-9EFC-F2B28720BD34}" presName="firstBuf" presStyleCnt="0"/>
      <dgm:spPr/>
    </dgm:pt>
    <dgm:pt modelId="{633C3019-1798-7942-8366-985CF72A360D}" type="pres">
      <dgm:prSet presAssocID="{E5A6675D-7EA0-8745-9EFC-F2B28720BD3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3FA5439-9D12-C648-9509-25271B7544ED}" type="pres">
      <dgm:prSet presAssocID="{CE8E22E3-FDA6-CA4D-B290-7B45F5C6A239}" presName="Name17" presStyleCnt="0"/>
      <dgm:spPr/>
    </dgm:pt>
    <dgm:pt modelId="{6B170BC3-B0BB-8747-9AD2-1E7BB6A2CC18}" type="pres">
      <dgm:prSet presAssocID="{CE8E22E3-FDA6-CA4D-B290-7B45F5C6A239}" presName="level1Shape" presStyleLbl="node0" presStyleIdx="0" presStyleCnt="1">
        <dgm:presLayoutVars>
          <dgm:chPref val="3"/>
        </dgm:presLayoutVars>
      </dgm:prSet>
      <dgm:spPr/>
    </dgm:pt>
    <dgm:pt modelId="{4575C11C-8507-514F-8AA0-E6ACE5139E26}" type="pres">
      <dgm:prSet presAssocID="{CE8E22E3-FDA6-CA4D-B290-7B45F5C6A239}" presName="hierChild2" presStyleCnt="0"/>
      <dgm:spPr/>
    </dgm:pt>
    <dgm:pt modelId="{6BE29E82-961F-CF40-A3A6-8BDE1622805E}" type="pres">
      <dgm:prSet presAssocID="{37057B1F-2D31-954F-A185-B1179084CD33}" presName="Name25" presStyleLbl="parChTrans1D2" presStyleIdx="0" presStyleCnt="2"/>
      <dgm:spPr/>
    </dgm:pt>
    <dgm:pt modelId="{B1BE1D26-551B-A644-A27C-FB645B7FAB2E}" type="pres">
      <dgm:prSet presAssocID="{37057B1F-2D31-954F-A185-B1179084CD33}" presName="connTx" presStyleLbl="parChTrans1D2" presStyleIdx="0" presStyleCnt="2"/>
      <dgm:spPr/>
    </dgm:pt>
    <dgm:pt modelId="{43C48A93-8234-1C4F-8858-80BA872AA4D4}" type="pres">
      <dgm:prSet presAssocID="{290B6779-8642-684C-B57A-7E8CEBE324AB}" presName="Name30" presStyleCnt="0"/>
      <dgm:spPr/>
    </dgm:pt>
    <dgm:pt modelId="{7843D45E-D0D2-8748-9BAA-73D475C525C2}" type="pres">
      <dgm:prSet presAssocID="{290B6779-8642-684C-B57A-7E8CEBE324AB}" presName="level2Shape" presStyleLbl="node2" presStyleIdx="0" presStyleCnt="2"/>
      <dgm:spPr/>
    </dgm:pt>
    <dgm:pt modelId="{F3808CB2-4CF5-6949-BE76-DA2894F17984}" type="pres">
      <dgm:prSet presAssocID="{290B6779-8642-684C-B57A-7E8CEBE324AB}" presName="hierChild3" presStyleCnt="0"/>
      <dgm:spPr/>
    </dgm:pt>
    <dgm:pt modelId="{CEE968FB-7DB5-274C-9949-ED328997F7F2}" type="pres">
      <dgm:prSet presAssocID="{E8B16F38-8C94-FB4A-8CD8-B496F233B038}" presName="Name25" presStyleLbl="parChTrans1D3" presStyleIdx="0" presStyleCnt="3"/>
      <dgm:spPr/>
    </dgm:pt>
    <dgm:pt modelId="{5EAE2A7D-6CDF-2547-B159-05FE7B02EE5D}" type="pres">
      <dgm:prSet presAssocID="{E8B16F38-8C94-FB4A-8CD8-B496F233B038}" presName="connTx" presStyleLbl="parChTrans1D3" presStyleIdx="0" presStyleCnt="3"/>
      <dgm:spPr/>
    </dgm:pt>
    <dgm:pt modelId="{43A08779-25B5-1E4A-B15D-0E65480774DC}" type="pres">
      <dgm:prSet presAssocID="{ABF6E29B-EC11-CB4C-B380-4F1F4487F828}" presName="Name30" presStyleCnt="0"/>
      <dgm:spPr/>
    </dgm:pt>
    <dgm:pt modelId="{00727B05-0A7E-654D-9E8B-C15915ABDF76}" type="pres">
      <dgm:prSet presAssocID="{ABF6E29B-EC11-CB4C-B380-4F1F4487F828}" presName="level2Shape" presStyleLbl="node3" presStyleIdx="0" presStyleCnt="3"/>
      <dgm:spPr/>
    </dgm:pt>
    <dgm:pt modelId="{D8D2C42C-C3AD-CF42-A485-85501CE560B5}" type="pres">
      <dgm:prSet presAssocID="{ABF6E29B-EC11-CB4C-B380-4F1F4487F828}" presName="hierChild3" presStyleCnt="0"/>
      <dgm:spPr/>
    </dgm:pt>
    <dgm:pt modelId="{30650A68-C05C-4F4F-B86A-D5C3825E8D38}" type="pres">
      <dgm:prSet presAssocID="{483FCDE9-B6BD-BA42-AD7E-624E6336366C}" presName="Name25" presStyleLbl="parChTrans1D3" presStyleIdx="1" presStyleCnt="3"/>
      <dgm:spPr/>
    </dgm:pt>
    <dgm:pt modelId="{E225A6EE-AF0D-324B-B678-B39E49F8F63C}" type="pres">
      <dgm:prSet presAssocID="{483FCDE9-B6BD-BA42-AD7E-624E6336366C}" presName="connTx" presStyleLbl="parChTrans1D3" presStyleIdx="1" presStyleCnt="3"/>
      <dgm:spPr/>
    </dgm:pt>
    <dgm:pt modelId="{6600C1F0-960D-614F-8E4A-50ABFA37DAFE}" type="pres">
      <dgm:prSet presAssocID="{EE91F0BB-FE45-A845-85D4-E249D6FD68E9}" presName="Name30" presStyleCnt="0"/>
      <dgm:spPr/>
    </dgm:pt>
    <dgm:pt modelId="{26E334F4-6643-E64B-A1A4-0F5AB0D16E2E}" type="pres">
      <dgm:prSet presAssocID="{EE91F0BB-FE45-A845-85D4-E249D6FD68E9}" presName="level2Shape" presStyleLbl="node3" presStyleIdx="1" presStyleCnt="3"/>
      <dgm:spPr/>
    </dgm:pt>
    <dgm:pt modelId="{D3AA0C89-0F30-7A47-A40E-63F83CD0B33E}" type="pres">
      <dgm:prSet presAssocID="{EE91F0BB-FE45-A845-85D4-E249D6FD68E9}" presName="hierChild3" presStyleCnt="0"/>
      <dgm:spPr/>
    </dgm:pt>
    <dgm:pt modelId="{16B108A0-45CF-0449-BCD0-08C5190C3089}" type="pres">
      <dgm:prSet presAssocID="{44B5200F-7FCD-4048-B3E3-B738D36FE2DF}" presName="Name25" presStyleLbl="parChTrans1D2" presStyleIdx="1" presStyleCnt="2"/>
      <dgm:spPr/>
    </dgm:pt>
    <dgm:pt modelId="{D01D33DC-BD6D-1C42-8F77-F63BC154485B}" type="pres">
      <dgm:prSet presAssocID="{44B5200F-7FCD-4048-B3E3-B738D36FE2DF}" presName="connTx" presStyleLbl="parChTrans1D2" presStyleIdx="1" presStyleCnt="2"/>
      <dgm:spPr/>
    </dgm:pt>
    <dgm:pt modelId="{6BED4A18-1935-0A42-88FA-98A2066F7BAB}" type="pres">
      <dgm:prSet presAssocID="{F1AE8BE9-698F-A749-BEF2-42B3FC4D1735}" presName="Name30" presStyleCnt="0"/>
      <dgm:spPr/>
    </dgm:pt>
    <dgm:pt modelId="{BC50E684-A130-DA43-A522-A699059EBCBB}" type="pres">
      <dgm:prSet presAssocID="{F1AE8BE9-698F-A749-BEF2-42B3FC4D1735}" presName="level2Shape" presStyleLbl="node2" presStyleIdx="1" presStyleCnt="2"/>
      <dgm:spPr/>
    </dgm:pt>
    <dgm:pt modelId="{F1495F9C-314C-9F44-AC55-FE39B245D7BE}" type="pres">
      <dgm:prSet presAssocID="{F1AE8BE9-698F-A749-BEF2-42B3FC4D1735}" presName="hierChild3" presStyleCnt="0"/>
      <dgm:spPr/>
    </dgm:pt>
    <dgm:pt modelId="{377D9025-14D7-0A40-900B-55BE64683DA4}" type="pres">
      <dgm:prSet presAssocID="{EB1C0D3B-1B6C-8640-AB3A-5E3997B225E6}" presName="Name25" presStyleLbl="parChTrans1D3" presStyleIdx="2" presStyleCnt="3"/>
      <dgm:spPr/>
    </dgm:pt>
    <dgm:pt modelId="{EBA86D76-D537-144E-BEB6-5E72D42F84B6}" type="pres">
      <dgm:prSet presAssocID="{EB1C0D3B-1B6C-8640-AB3A-5E3997B225E6}" presName="connTx" presStyleLbl="parChTrans1D3" presStyleIdx="2" presStyleCnt="3"/>
      <dgm:spPr/>
    </dgm:pt>
    <dgm:pt modelId="{E8256C6F-41AF-AB4A-9420-E8FA441BB703}" type="pres">
      <dgm:prSet presAssocID="{2075E5C1-6F27-4448-854A-DA7602DDF9CC}" presName="Name30" presStyleCnt="0"/>
      <dgm:spPr/>
    </dgm:pt>
    <dgm:pt modelId="{DA54989B-8C5E-4B4C-AADD-A207B4B30298}" type="pres">
      <dgm:prSet presAssocID="{2075E5C1-6F27-4448-854A-DA7602DDF9CC}" presName="level2Shape" presStyleLbl="node3" presStyleIdx="2" presStyleCnt="3"/>
      <dgm:spPr/>
    </dgm:pt>
    <dgm:pt modelId="{8820EF2C-809B-E14E-887E-673EE3D1D428}" type="pres">
      <dgm:prSet presAssocID="{2075E5C1-6F27-4448-854A-DA7602DDF9CC}" presName="hierChild3" presStyleCnt="0"/>
      <dgm:spPr/>
    </dgm:pt>
    <dgm:pt modelId="{E1641432-6995-A046-A94D-529624516B37}" type="pres">
      <dgm:prSet presAssocID="{E5A6675D-7EA0-8745-9EFC-F2B28720BD34}" presName="bgShapesFlow" presStyleCnt="0"/>
      <dgm:spPr/>
    </dgm:pt>
    <dgm:pt modelId="{2856B335-6DFD-0142-8C6B-93C2A8FD31F9}" type="pres">
      <dgm:prSet presAssocID="{73A11A8C-0041-FC43-A726-6CF4357FE90E}" presName="rectComp" presStyleCnt="0"/>
      <dgm:spPr/>
    </dgm:pt>
    <dgm:pt modelId="{ACC61501-432F-D348-869E-0C0182150CF5}" type="pres">
      <dgm:prSet presAssocID="{73A11A8C-0041-FC43-A726-6CF4357FE90E}" presName="bgRect" presStyleLbl="bgShp" presStyleIdx="0" presStyleCnt="3"/>
      <dgm:spPr/>
    </dgm:pt>
    <dgm:pt modelId="{E717FF93-C07B-E44C-B463-DB727C35B1CF}" type="pres">
      <dgm:prSet presAssocID="{73A11A8C-0041-FC43-A726-6CF4357FE90E}" presName="bgRectTx" presStyleLbl="bgShp" presStyleIdx="0" presStyleCnt="3">
        <dgm:presLayoutVars>
          <dgm:bulletEnabled val="1"/>
        </dgm:presLayoutVars>
      </dgm:prSet>
      <dgm:spPr/>
    </dgm:pt>
    <dgm:pt modelId="{32442688-AD14-E44F-9843-113215C26D69}" type="pres">
      <dgm:prSet presAssocID="{73A11A8C-0041-FC43-A726-6CF4357FE90E}" presName="spComp" presStyleCnt="0"/>
      <dgm:spPr/>
    </dgm:pt>
    <dgm:pt modelId="{42A0C98D-3056-AC4C-B012-5B9A363EAAC5}" type="pres">
      <dgm:prSet presAssocID="{73A11A8C-0041-FC43-A726-6CF4357FE90E}" presName="hSp" presStyleCnt="0"/>
      <dgm:spPr/>
    </dgm:pt>
    <dgm:pt modelId="{B7FFC653-A447-944E-9AE2-3CBC6C59D69E}" type="pres">
      <dgm:prSet presAssocID="{7C561F89-D785-0349-AFAF-2E6CBC3AF3A5}" presName="rectComp" presStyleCnt="0"/>
      <dgm:spPr/>
    </dgm:pt>
    <dgm:pt modelId="{D01635E3-AC94-CE4D-A8A3-B9BCD593D0AD}" type="pres">
      <dgm:prSet presAssocID="{7C561F89-D785-0349-AFAF-2E6CBC3AF3A5}" presName="bgRect" presStyleLbl="bgShp" presStyleIdx="1" presStyleCnt="3"/>
      <dgm:spPr/>
    </dgm:pt>
    <dgm:pt modelId="{0F126F6A-5D9B-544F-A7E1-CE36642C5174}" type="pres">
      <dgm:prSet presAssocID="{7C561F89-D785-0349-AFAF-2E6CBC3AF3A5}" presName="bgRectTx" presStyleLbl="bgShp" presStyleIdx="1" presStyleCnt="3">
        <dgm:presLayoutVars>
          <dgm:bulletEnabled val="1"/>
        </dgm:presLayoutVars>
      </dgm:prSet>
      <dgm:spPr/>
    </dgm:pt>
    <dgm:pt modelId="{9E071997-33A5-A84E-A6A9-1AD8BAF7A23E}" type="pres">
      <dgm:prSet presAssocID="{7C561F89-D785-0349-AFAF-2E6CBC3AF3A5}" presName="spComp" presStyleCnt="0"/>
      <dgm:spPr/>
    </dgm:pt>
    <dgm:pt modelId="{8BAF4C7B-B0D5-D549-9C29-B6BB8A0EA182}" type="pres">
      <dgm:prSet presAssocID="{7C561F89-D785-0349-AFAF-2E6CBC3AF3A5}" presName="hSp" presStyleCnt="0"/>
      <dgm:spPr/>
    </dgm:pt>
    <dgm:pt modelId="{86227867-B1E5-4349-8E1B-CADF8520260A}" type="pres">
      <dgm:prSet presAssocID="{A14193FC-C08E-6940-9949-3B53C5C647A0}" presName="rectComp" presStyleCnt="0"/>
      <dgm:spPr/>
    </dgm:pt>
    <dgm:pt modelId="{028FE861-5F5A-F441-B313-DDB211EA931F}" type="pres">
      <dgm:prSet presAssocID="{A14193FC-C08E-6940-9949-3B53C5C647A0}" presName="bgRect" presStyleLbl="bgShp" presStyleIdx="2" presStyleCnt="3"/>
      <dgm:spPr/>
    </dgm:pt>
    <dgm:pt modelId="{85350452-501A-C74B-94EE-D91633C2D0DB}" type="pres">
      <dgm:prSet presAssocID="{A14193FC-C08E-6940-9949-3B53C5C647A0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D1608105-A0AE-2443-83C1-8D009FB68856}" type="presOf" srcId="{483FCDE9-B6BD-BA42-AD7E-624E6336366C}" destId="{30650A68-C05C-4F4F-B86A-D5C3825E8D38}" srcOrd="0" destOrd="0" presId="urn:microsoft.com/office/officeart/2005/8/layout/hierarchy5"/>
    <dgm:cxn modelId="{51E8740A-8523-5941-B76D-1C33C442A474}" type="presOf" srcId="{44B5200F-7FCD-4048-B3E3-B738D36FE2DF}" destId="{D01D33DC-BD6D-1C42-8F77-F63BC154485B}" srcOrd="1" destOrd="0" presId="urn:microsoft.com/office/officeart/2005/8/layout/hierarchy5"/>
    <dgm:cxn modelId="{FECA7D1E-D208-CD49-9D78-D10D941A12C2}" type="presOf" srcId="{2075E5C1-6F27-4448-854A-DA7602DDF9CC}" destId="{DA54989B-8C5E-4B4C-AADD-A207B4B30298}" srcOrd="0" destOrd="0" presId="urn:microsoft.com/office/officeart/2005/8/layout/hierarchy5"/>
    <dgm:cxn modelId="{D75C9723-0311-A946-8B0D-D3A387D915BF}" srcId="{290B6779-8642-684C-B57A-7E8CEBE324AB}" destId="{ABF6E29B-EC11-CB4C-B380-4F1F4487F828}" srcOrd="0" destOrd="0" parTransId="{E8B16F38-8C94-FB4A-8CD8-B496F233B038}" sibTransId="{780E6282-076B-D846-9F22-647267F16BD2}"/>
    <dgm:cxn modelId="{5ED04128-FA01-4B43-9DAA-2C5BA39DE3EE}" type="presOf" srcId="{7C561F89-D785-0349-AFAF-2E6CBC3AF3A5}" destId="{0F126F6A-5D9B-544F-A7E1-CE36642C5174}" srcOrd="1" destOrd="0" presId="urn:microsoft.com/office/officeart/2005/8/layout/hierarchy5"/>
    <dgm:cxn modelId="{0671E42A-585E-1648-AB3D-EF0150A93495}" type="presOf" srcId="{EB1C0D3B-1B6C-8640-AB3A-5E3997B225E6}" destId="{EBA86D76-D537-144E-BEB6-5E72D42F84B6}" srcOrd="1" destOrd="0" presId="urn:microsoft.com/office/officeart/2005/8/layout/hierarchy5"/>
    <dgm:cxn modelId="{1CCC392F-1EA3-EE4F-8910-19DCE54F7A8D}" type="presOf" srcId="{483FCDE9-B6BD-BA42-AD7E-624E6336366C}" destId="{E225A6EE-AF0D-324B-B678-B39E49F8F63C}" srcOrd="1" destOrd="0" presId="urn:microsoft.com/office/officeart/2005/8/layout/hierarchy5"/>
    <dgm:cxn modelId="{2B93E646-F71E-8A4F-91AD-6D2727204932}" srcId="{CE8E22E3-FDA6-CA4D-B290-7B45F5C6A239}" destId="{F1AE8BE9-698F-A749-BEF2-42B3FC4D1735}" srcOrd="1" destOrd="0" parTransId="{44B5200F-7FCD-4048-B3E3-B738D36FE2DF}" sibTransId="{B9473C30-E060-F846-AC33-7D8739E32114}"/>
    <dgm:cxn modelId="{5B217B48-C787-2445-89F3-6FAE725F0A8F}" type="presOf" srcId="{EB1C0D3B-1B6C-8640-AB3A-5E3997B225E6}" destId="{377D9025-14D7-0A40-900B-55BE64683DA4}" srcOrd="0" destOrd="0" presId="urn:microsoft.com/office/officeart/2005/8/layout/hierarchy5"/>
    <dgm:cxn modelId="{FF9C464A-D1B0-7D4D-B037-DDEE1EF554FC}" type="presOf" srcId="{37057B1F-2D31-954F-A185-B1179084CD33}" destId="{6BE29E82-961F-CF40-A3A6-8BDE1622805E}" srcOrd="0" destOrd="0" presId="urn:microsoft.com/office/officeart/2005/8/layout/hierarchy5"/>
    <dgm:cxn modelId="{5B585051-861A-3944-B809-59218EDCF230}" type="presOf" srcId="{A14193FC-C08E-6940-9949-3B53C5C647A0}" destId="{028FE861-5F5A-F441-B313-DDB211EA931F}" srcOrd="0" destOrd="0" presId="urn:microsoft.com/office/officeart/2005/8/layout/hierarchy5"/>
    <dgm:cxn modelId="{4B843459-695A-764B-9B73-FB4A80DD5E66}" type="presOf" srcId="{E8B16F38-8C94-FB4A-8CD8-B496F233B038}" destId="{5EAE2A7D-6CDF-2547-B159-05FE7B02EE5D}" srcOrd="1" destOrd="0" presId="urn:microsoft.com/office/officeart/2005/8/layout/hierarchy5"/>
    <dgm:cxn modelId="{97F2AD5C-9D4D-384D-B704-F8D60734BAEB}" srcId="{290B6779-8642-684C-B57A-7E8CEBE324AB}" destId="{EE91F0BB-FE45-A845-85D4-E249D6FD68E9}" srcOrd="1" destOrd="0" parTransId="{483FCDE9-B6BD-BA42-AD7E-624E6336366C}" sibTransId="{219BD00E-7595-4443-AA6F-604C921DA8D2}"/>
    <dgm:cxn modelId="{32458F62-D87A-D24B-AEE7-1D5CD025156F}" srcId="{F1AE8BE9-698F-A749-BEF2-42B3FC4D1735}" destId="{2075E5C1-6F27-4448-854A-DA7602DDF9CC}" srcOrd="0" destOrd="0" parTransId="{EB1C0D3B-1B6C-8640-AB3A-5E3997B225E6}" sibTransId="{2398E8D4-668D-F44E-AF8D-AE640305077D}"/>
    <dgm:cxn modelId="{A0865467-6943-684F-8C6C-2146C57D3AE7}" srcId="{CE8E22E3-FDA6-CA4D-B290-7B45F5C6A239}" destId="{290B6779-8642-684C-B57A-7E8CEBE324AB}" srcOrd="0" destOrd="0" parTransId="{37057B1F-2D31-954F-A185-B1179084CD33}" sibTransId="{7F9F2ECE-7919-8641-AC1E-3B134086FA70}"/>
    <dgm:cxn modelId="{AD2C1878-77A6-2C4F-A44A-F7F620CC5F84}" type="presOf" srcId="{73A11A8C-0041-FC43-A726-6CF4357FE90E}" destId="{ACC61501-432F-D348-869E-0C0182150CF5}" srcOrd="0" destOrd="0" presId="urn:microsoft.com/office/officeart/2005/8/layout/hierarchy5"/>
    <dgm:cxn modelId="{325FFA84-5E3D-D940-B4AC-044DAF883F37}" srcId="{E5A6675D-7EA0-8745-9EFC-F2B28720BD34}" destId="{CE8E22E3-FDA6-CA4D-B290-7B45F5C6A239}" srcOrd="0" destOrd="0" parTransId="{8CCC5CB4-9434-824E-B2A9-56FD7B4F8068}" sibTransId="{47BBF092-304C-5A49-8E89-DF9193E36E27}"/>
    <dgm:cxn modelId="{F8C47487-FCCA-364E-B506-DF3E25249444}" type="presOf" srcId="{CE8E22E3-FDA6-CA4D-B290-7B45F5C6A239}" destId="{6B170BC3-B0BB-8747-9AD2-1E7BB6A2CC18}" srcOrd="0" destOrd="0" presId="urn:microsoft.com/office/officeart/2005/8/layout/hierarchy5"/>
    <dgm:cxn modelId="{A6789187-812A-894B-9C2A-BC293ED8EEB4}" srcId="{E5A6675D-7EA0-8745-9EFC-F2B28720BD34}" destId="{A14193FC-C08E-6940-9949-3B53C5C647A0}" srcOrd="3" destOrd="0" parTransId="{5FCB7671-D401-B641-92BD-705285D17784}" sibTransId="{6B2FAFB9-B012-F848-80E4-851EB100B11F}"/>
    <dgm:cxn modelId="{9490CB98-BC58-3846-BB64-46E4569BA882}" type="presOf" srcId="{A14193FC-C08E-6940-9949-3B53C5C647A0}" destId="{85350452-501A-C74B-94EE-D91633C2D0DB}" srcOrd="1" destOrd="0" presId="urn:microsoft.com/office/officeart/2005/8/layout/hierarchy5"/>
    <dgm:cxn modelId="{F9BECFAB-6A92-A540-BD39-8387ED5F4B7E}" type="presOf" srcId="{7C561F89-D785-0349-AFAF-2E6CBC3AF3A5}" destId="{D01635E3-AC94-CE4D-A8A3-B9BCD593D0AD}" srcOrd="0" destOrd="0" presId="urn:microsoft.com/office/officeart/2005/8/layout/hierarchy5"/>
    <dgm:cxn modelId="{45FA14B3-A629-984B-93E5-05ED404151E5}" type="presOf" srcId="{EE91F0BB-FE45-A845-85D4-E249D6FD68E9}" destId="{26E334F4-6643-E64B-A1A4-0F5AB0D16E2E}" srcOrd="0" destOrd="0" presId="urn:microsoft.com/office/officeart/2005/8/layout/hierarchy5"/>
    <dgm:cxn modelId="{CE5ADDB9-DCC4-4B4C-A4A8-10F275290D22}" srcId="{E5A6675D-7EA0-8745-9EFC-F2B28720BD34}" destId="{7C561F89-D785-0349-AFAF-2E6CBC3AF3A5}" srcOrd="2" destOrd="0" parTransId="{A5E545E5-7BC8-6149-B697-BC6F17850E78}" sibTransId="{27173015-DF62-B043-BF09-C1BAC0A92307}"/>
    <dgm:cxn modelId="{25C2C9BD-1A10-A74C-9B60-ED9917AA5B40}" srcId="{E5A6675D-7EA0-8745-9EFC-F2B28720BD34}" destId="{73A11A8C-0041-FC43-A726-6CF4357FE90E}" srcOrd="1" destOrd="0" parTransId="{E0E6A135-6A7C-9C4F-A91E-6D13E65DCA12}" sibTransId="{9458ADB7-16DB-3242-8A4E-FFB90917351E}"/>
    <dgm:cxn modelId="{452229C4-AACE-9B47-BC64-27D10E56F653}" type="presOf" srcId="{E5A6675D-7EA0-8745-9EFC-F2B28720BD34}" destId="{6DBEFAB7-F4A2-1A40-89B4-E2BCDD825394}" srcOrd="0" destOrd="0" presId="urn:microsoft.com/office/officeart/2005/8/layout/hierarchy5"/>
    <dgm:cxn modelId="{5FFE57C6-A749-8342-B763-32F23CED2C9B}" type="presOf" srcId="{37057B1F-2D31-954F-A185-B1179084CD33}" destId="{B1BE1D26-551B-A644-A27C-FB645B7FAB2E}" srcOrd="1" destOrd="0" presId="urn:microsoft.com/office/officeart/2005/8/layout/hierarchy5"/>
    <dgm:cxn modelId="{E1DA4EC7-7935-D146-BE07-AD086E9DE718}" type="presOf" srcId="{ABF6E29B-EC11-CB4C-B380-4F1F4487F828}" destId="{00727B05-0A7E-654D-9E8B-C15915ABDF76}" srcOrd="0" destOrd="0" presId="urn:microsoft.com/office/officeart/2005/8/layout/hierarchy5"/>
    <dgm:cxn modelId="{5126D0C8-90C4-BD4F-AA31-ACA184B11A5B}" type="presOf" srcId="{44B5200F-7FCD-4048-B3E3-B738D36FE2DF}" destId="{16B108A0-45CF-0449-BCD0-08C5190C3089}" srcOrd="0" destOrd="0" presId="urn:microsoft.com/office/officeart/2005/8/layout/hierarchy5"/>
    <dgm:cxn modelId="{D845BFC9-2C32-B840-AEAA-EA54C07D1B29}" type="presOf" srcId="{E8B16F38-8C94-FB4A-8CD8-B496F233B038}" destId="{CEE968FB-7DB5-274C-9949-ED328997F7F2}" srcOrd="0" destOrd="0" presId="urn:microsoft.com/office/officeart/2005/8/layout/hierarchy5"/>
    <dgm:cxn modelId="{31202DD8-582F-644D-8D7A-EC6E6173E3F9}" type="presOf" srcId="{290B6779-8642-684C-B57A-7E8CEBE324AB}" destId="{7843D45E-D0D2-8748-9BAA-73D475C525C2}" srcOrd="0" destOrd="0" presId="urn:microsoft.com/office/officeart/2005/8/layout/hierarchy5"/>
    <dgm:cxn modelId="{DEEED4E3-8162-944B-9DFA-96C68FAA6CFF}" type="presOf" srcId="{F1AE8BE9-698F-A749-BEF2-42B3FC4D1735}" destId="{BC50E684-A130-DA43-A522-A699059EBCBB}" srcOrd="0" destOrd="0" presId="urn:microsoft.com/office/officeart/2005/8/layout/hierarchy5"/>
    <dgm:cxn modelId="{8F1931E4-645A-BF4E-B84B-E1A9F8AC3A5F}" type="presOf" srcId="{73A11A8C-0041-FC43-A726-6CF4357FE90E}" destId="{E717FF93-C07B-E44C-B463-DB727C35B1CF}" srcOrd="1" destOrd="0" presId="urn:microsoft.com/office/officeart/2005/8/layout/hierarchy5"/>
    <dgm:cxn modelId="{57415308-CEF7-4348-BBE4-95E1E9CEE6B1}" type="presParOf" srcId="{6DBEFAB7-F4A2-1A40-89B4-E2BCDD825394}" destId="{1040D872-E84A-AD40-9827-B20217AF5323}" srcOrd="0" destOrd="0" presId="urn:microsoft.com/office/officeart/2005/8/layout/hierarchy5"/>
    <dgm:cxn modelId="{FDA8E25A-FA7D-2A40-B051-275DD5CB3B95}" type="presParOf" srcId="{1040D872-E84A-AD40-9827-B20217AF5323}" destId="{8A445A9F-CEE2-5E43-98E0-9FA12A19A7F4}" srcOrd="0" destOrd="0" presId="urn:microsoft.com/office/officeart/2005/8/layout/hierarchy5"/>
    <dgm:cxn modelId="{1F5E73DB-D800-424A-B23A-800D060C70D8}" type="presParOf" srcId="{1040D872-E84A-AD40-9827-B20217AF5323}" destId="{633C3019-1798-7942-8366-985CF72A360D}" srcOrd="1" destOrd="0" presId="urn:microsoft.com/office/officeart/2005/8/layout/hierarchy5"/>
    <dgm:cxn modelId="{08CA56F4-4451-174B-B9C0-F7AA3B94ECF0}" type="presParOf" srcId="{633C3019-1798-7942-8366-985CF72A360D}" destId="{93FA5439-9D12-C648-9509-25271B7544ED}" srcOrd="0" destOrd="0" presId="urn:microsoft.com/office/officeart/2005/8/layout/hierarchy5"/>
    <dgm:cxn modelId="{42460601-5D40-2848-9D17-9B306C2EFE56}" type="presParOf" srcId="{93FA5439-9D12-C648-9509-25271B7544ED}" destId="{6B170BC3-B0BB-8747-9AD2-1E7BB6A2CC18}" srcOrd="0" destOrd="0" presId="urn:microsoft.com/office/officeart/2005/8/layout/hierarchy5"/>
    <dgm:cxn modelId="{2919C161-06CB-2D4F-AD58-474EFDF0C305}" type="presParOf" srcId="{93FA5439-9D12-C648-9509-25271B7544ED}" destId="{4575C11C-8507-514F-8AA0-E6ACE5139E26}" srcOrd="1" destOrd="0" presId="urn:microsoft.com/office/officeart/2005/8/layout/hierarchy5"/>
    <dgm:cxn modelId="{72524395-6ED9-2F4A-941E-3B69C2E1496A}" type="presParOf" srcId="{4575C11C-8507-514F-8AA0-E6ACE5139E26}" destId="{6BE29E82-961F-CF40-A3A6-8BDE1622805E}" srcOrd="0" destOrd="0" presId="urn:microsoft.com/office/officeart/2005/8/layout/hierarchy5"/>
    <dgm:cxn modelId="{017C5917-34E0-454C-B807-0375FE327477}" type="presParOf" srcId="{6BE29E82-961F-CF40-A3A6-8BDE1622805E}" destId="{B1BE1D26-551B-A644-A27C-FB645B7FAB2E}" srcOrd="0" destOrd="0" presId="urn:microsoft.com/office/officeart/2005/8/layout/hierarchy5"/>
    <dgm:cxn modelId="{B0EE8905-352C-644D-84EC-4936C510FEA9}" type="presParOf" srcId="{4575C11C-8507-514F-8AA0-E6ACE5139E26}" destId="{43C48A93-8234-1C4F-8858-80BA872AA4D4}" srcOrd="1" destOrd="0" presId="urn:microsoft.com/office/officeart/2005/8/layout/hierarchy5"/>
    <dgm:cxn modelId="{7F46CDF9-A35A-7E41-95D7-3F25F3C32588}" type="presParOf" srcId="{43C48A93-8234-1C4F-8858-80BA872AA4D4}" destId="{7843D45E-D0D2-8748-9BAA-73D475C525C2}" srcOrd="0" destOrd="0" presId="urn:microsoft.com/office/officeart/2005/8/layout/hierarchy5"/>
    <dgm:cxn modelId="{FA47B2A0-824B-8E40-9DE9-941A8E4A9E8C}" type="presParOf" srcId="{43C48A93-8234-1C4F-8858-80BA872AA4D4}" destId="{F3808CB2-4CF5-6949-BE76-DA2894F17984}" srcOrd="1" destOrd="0" presId="urn:microsoft.com/office/officeart/2005/8/layout/hierarchy5"/>
    <dgm:cxn modelId="{24031AB2-33E8-AC4B-804C-D56E8CDDE51D}" type="presParOf" srcId="{F3808CB2-4CF5-6949-BE76-DA2894F17984}" destId="{CEE968FB-7DB5-274C-9949-ED328997F7F2}" srcOrd="0" destOrd="0" presId="urn:microsoft.com/office/officeart/2005/8/layout/hierarchy5"/>
    <dgm:cxn modelId="{59DB71F4-4755-224A-9044-7052C23BCD2D}" type="presParOf" srcId="{CEE968FB-7DB5-274C-9949-ED328997F7F2}" destId="{5EAE2A7D-6CDF-2547-B159-05FE7B02EE5D}" srcOrd="0" destOrd="0" presId="urn:microsoft.com/office/officeart/2005/8/layout/hierarchy5"/>
    <dgm:cxn modelId="{25A4A76D-E3F3-664B-BB5E-1E162C5500FD}" type="presParOf" srcId="{F3808CB2-4CF5-6949-BE76-DA2894F17984}" destId="{43A08779-25B5-1E4A-B15D-0E65480774DC}" srcOrd="1" destOrd="0" presId="urn:microsoft.com/office/officeart/2005/8/layout/hierarchy5"/>
    <dgm:cxn modelId="{25049E04-A09F-DF4A-8D10-EA7C26813E9C}" type="presParOf" srcId="{43A08779-25B5-1E4A-B15D-0E65480774DC}" destId="{00727B05-0A7E-654D-9E8B-C15915ABDF76}" srcOrd="0" destOrd="0" presId="urn:microsoft.com/office/officeart/2005/8/layout/hierarchy5"/>
    <dgm:cxn modelId="{EA8666BD-BA8C-374E-905A-7CD329976C6D}" type="presParOf" srcId="{43A08779-25B5-1E4A-B15D-0E65480774DC}" destId="{D8D2C42C-C3AD-CF42-A485-85501CE560B5}" srcOrd="1" destOrd="0" presId="urn:microsoft.com/office/officeart/2005/8/layout/hierarchy5"/>
    <dgm:cxn modelId="{7848D10A-B6B1-F24D-AFE2-F580C31D331A}" type="presParOf" srcId="{F3808CB2-4CF5-6949-BE76-DA2894F17984}" destId="{30650A68-C05C-4F4F-B86A-D5C3825E8D38}" srcOrd="2" destOrd="0" presId="urn:microsoft.com/office/officeart/2005/8/layout/hierarchy5"/>
    <dgm:cxn modelId="{CF9DA887-8FBC-7943-990E-4B0DCEE878C8}" type="presParOf" srcId="{30650A68-C05C-4F4F-B86A-D5C3825E8D38}" destId="{E225A6EE-AF0D-324B-B678-B39E49F8F63C}" srcOrd="0" destOrd="0" presId="urn:microsoft.com/office/officeart/2005/8/layout/hierarchy5"/>
    <dgm:cxn modelId="{1DAD176F-0721-6146-B667-CC5ECB17BA66}" type="presParOf" srcId="{F3808CB2-4CF5-6949-BE76-DA2894F17984}" destId="{6600C1F0-960D-614F-8E4A-50ABFA37DAFE}" srcOrd="3" destOrd="0" presId="urn:microsoft.com/office/officeart/2005/8/layout/hierarchy5"/>
    <dgm:cxn modelId="{28B164F7-1365-FA46-A6D9-C6CA282E4AEB}" type="presParOf" srcId="{6600C1F0-960D-614F-8E4A-50ABFA37DAFE}" destId="{26E334F4-6643-E64B-A1A4-0F5AB0D16E2E}" srcOrd="0" destOrd="0" presId="urn:microsoft.com/office/officeart/2005/8/layout/hierarchy5"/>
    <dgm:cxn modelId="{C81F8C59-C03E-644A-B2F7-C04FBF7E9AFD}" type="presParOf" srcId="{6600C1F0-960D-614F-8E4A-50ABFA37DAFE}" destId="{D3AA0C89-0F30-7A47-A40E-63F83CD0B33E}" srcOrd="1" destOrd="0" presId="urn:microsoft.com/office/officeart/2005/8/layout/hierarchy5"/>
    <dgm:cxn modelId="{A4F81EA4-503A-9946-BEE4-CDDCAA34A120}" type="presParOf" srcId="{4575C11C-8507-514F-8AA0-E6ACE5139E26}" destId="{16B108A0-45CF-0449-BCD0-08C5190C3089}" srcOrd="2" destOrd="0" presId="urn:microsoft.com/office/officeart/2005/8/layout/hierarchy5"/>
    <dgm:cxn modelId="{8C17BD9E-8AE7-B443-AB29-0E56F87B6EF0}" type="presParOf" srcId="{16B108A0-45CF-0449-BCD0-08C5190C3089}" destId="{D01D33DC-BD6D-1C42-8F77-F63BC154485B}" srcOrd="0" destOrd="0" presId="urn:microsoft.com/office/officeart/2005/8/layout/hierarchy5"/>
    <dgm:cxn modelId="{BEF3A836-5007-4F4C-B562-ACD48C69B13A}" type="presParOf" srcId="{4575C11C-8507-514F-8AA0-E6ACE5139E26}" destId="{6BED4A18-1935-0A42-88FA-98A2066F7BAB}" srcOrd="3" destOrd="0" presId="urn:microsoft.com/office/officeart/2005/8/layout/hierarchy5"/>
    <dgm:cxn modelId="{AC77B5B2-404D-FC47-BA42-8C4F5802FA39}" type="presParOf" srcId="{6BED4A18-1935-0A42-88FA-98A2066F7BAB}" destId="{BC50E684-A130-DA43-A522-A699059EBCBB}" srcOrd="0" destOrd="0" presId="urn:microsoft.com/office/officeart/2005/8/layout/hierarchy5"/>
    <dgm:cxn modelId="{BD40CFC5-A333-CB48-9091-33C629DEB5C4}" type="presParOf" srcId="{6BED4A18-1935-0A42-88FA-98A2066F7BAB}" destId="{F1495F9C-314C-9F44-AC55-FE39B245D7BE}" srcOrd="1" destOrd="0" presId="urn:microsoft.com/office/officeart/2005/8/layout/hierarchy5"/>
    <dgm:cxn modelId="{857D921F-5002-9047-9A59-B3982935E1E2}" type="presParOf" srcId="{F1495F9C-314C-9F44-AC55-FE39B245D7BE}" destId="{377D9025-14D7-0A40-900B-55BE64683DA4}" srcOrd="0" destOrd="0" presId="urn:microsoft.com/office/officeart/2005/8/layout/hierarchy5"/>
    <dgm:cxn modelId="{EABA4491-AC1E-E34F-810B-077EC6540690}" type="presParOf" srcId="{377D9025-14D7-0A40-900B-55BE64683DA4}" destId="{EBA86D76-D537-144E-BEB6-5E72D42F84B6}" srcOrd="0" destOrd="0" presId="urn:microsoft.com/office/officeart/2005/8/layout/hierarchy5"/>
    <dgm:cxn modelId="{DDCF42B9-F2A5-2045-B7B9-5E8F968B1108}" type="presParOf" srcId="{F1495F9C-314C-9F44-AC55-FE39B245D7BE}" destId="{E8256C6F-41AF-AB4A-9420-E8FA441BB703}" srcOrd="1" destOrd="0" presId="urn:microsoft.com/office/officeart/2005/8/layout/hierarchy5"/>
    <dgm:cxn modelId="{8254F7A2-C49C-384D-A858-90A5C54EE7E3}" type="presParOf" srcId="{E8256C6F-41AF-AB4A-9420-E8FA441BB703}" destId="{DA54989B-8C5E-4B4C-AADD-A207B4B30298}" srcOrd="0" destOrd="0" presId="urn:microsoft.com/office/officeart/2005/8/layout/hierarchy5"/>
    <dgm:cxn modelId="{7343C3D0-4357-C640-AE89-0B1ED74A8F00}" type="presParOf" srcId="{E8256C6F-41AF-AB4A-9420-E8FA441BB703}" destId="{8820EF2C-809B-E14E-887E-673EE3D1D428}" srcOrd="1" destOrd="0" presId="urn:microsoft.com/office/officeart/2005/8/layout/hierarchy5"/>
    <dgm:cxn modelId="{4C7D3621-D70B-9543-983D-EE09669B2234}" type="presParOf" srcId="{6DBEFAB7-F4A2-1A40-89B4-E2BCDD825394}" destId="{E1641432-6995-A046-A94D-529624516B37}" srcOrd="1" destOrd="0" presId="urn:microsoft.com/office/officeart/2005/8/layout/hierarchy5"/>
    <dgm:cxn modelId="{6CC75CDB-46D3-564A-8F76-9C732D3D317A}" type="presParOf" srcId="{E1641432-6995-A046-A94D-529624516B37}" destId="{2856B335-6DFD-0142-8C6B-93C2A8FD31F9}" srcOrd="0" destOrd="0" presId="urn:microsoft.com/office/officeart/2005/8/layout/hierarchy5"/>
    <dgm:cxn modelId="{644964DB-0762-5D43-8E0E-EF8B4D10343E}" type="presParOf" srcId="{2856B335-6DFD-0142-8C6B-93C2A8FD31F9}" destId="{ACC61501-432F-D348-869E-0C0182150CF5}" srcOrd="0" destOrd="0" presId="urn:microsoft.com/office/officeart/2005/8/layout/hierarchy5"/>
    <dgm:cxn modelId="{5B5E5565-D39F-EC41-B483-45E41FBC4563}" type="presParOf" srcId="{2856B335-6DFD-0142-8C6B-93C2A8FD31F9}" destId="{E717FF93-C07B-E44C-B463-DB727C35B1CF}" srcOrd="1" destOrd="0" presId="urn:microsoft.com/office/officeart/2005/8/layout/hierarchy5"/>
    <dgm:cxn modelId="{3F752F67-E9D9-6B4A-B165-C7859C6763C1}" type="presParOf" srcId="{E1641432-6995-A046-A94D-529624516B37}" destId="{32442688-AD14-E44F-9843-113215C26D69}" srcOrd="1" destOrd="0" presId="urn:microsoft.com/office/officeart/2005/8/layout/hierarchy5"/>
    <dgm:cxn modelId="{FB6DDAAE-A74F-174C-B47A-596B21A4F68B}" type="presParOf" srcId="{32442688-AD14-E44F-9843-113215C26D69}" destId="{42A0C98D-3056-AC4C-B012-5B9A363EAAC5}" srcOrd="0" destOrd="0" presId="urn:microsoft.com/office/officeart/2005/8/layout/hierarchy5"/>
    <dgm:cxn modelId="{C7937E6D-ACE7-7E4C-A21F-BC73DDC82423}" type="presParOf" srcId="{E1641432-6995-A046-A94D-529624516B37}" destId="{B7FFC653-A447-944E-9AE2-3CBC6C59D69E}" srcOrd="2" destOrd="0" presId="urn:microsoft.com/office/officeart/2005/8/layout/hierarchy5"/>
    <dgm:cxn modelId="{FED4E620-B993-A24F-BF85-C58A1A2459DA}" type="presParOf" srcId="{B7FFC653-A447-944E-9AE2-3CBC6C59D69E}" destId="{D01635E3-AC94-CE4D-A8A3-B9BCD593D0AD}" srcOrd="0" destOrd="0" presId="urn:microsoft.com/office/officeart/2005/8/layout/hierarchy5"/>
    <dgm:cxn modelId="{7A09F615-9942-944E-A839-0930CD8962F6}" type="presParOf" srcId="{B7FFC653-A447-944E-9AE2-3CBC6C59D69E}" destId="{0F126F6A-5D9B-544F-A7E1-CE36642C5174}" srcOrd="1" destOrd="0" presId="urn:microsoft.com/office/officeart/2005/8/layout/hierarchy5"/>
    <dgm:cxn modelId="{7117C3D7-B671-6C49-8790-1871B1DDCE46}" type="presParOf" srcId="{E1641432-6995-A046-A94D-529624516B37}" destId="{9E071997-33A5-A84E-A6A9-1AD8BAF7A23E}" srcOrd="3" destOrd="0" presId="urn:microsoft.com/office/officeart/2005/8/layout/hierarchy5"/>
    <dgm:cxn modelId="{FB8E7013-6F82-6B4C-BFBE-9C2173C11E46}" type="presParOf" srcId="{9E071997-33A5-A84E-A6A9-1AD8BAF7A23E}" destId="{8BAF4C7B-B0D5-D549-9C29-B6BB8A0EA182}" srcOrd="0" destOrd="0" presId="urn:microsoft.com/office/officeart/2005/8/layout/hierarchy5"/>
    <dgm:cxn modelId="{9527193B-FF99-DB47-8904-16D7924BACD2}" type="presParOf" srcId="{E1641432-6995-A046-A94D-529624516B37}" destId="{86227867-B1E5-4349-8E1B-CADF8520260A}" srcOrd="4" destOrd="0" presId="urn:microsoft.com/office/officeart/2005/8/layout/hierarchy5"/>
    <dgm:cxn modelId="{6D81C384-488D-CC42-A1F5-E7A90A9E2D07}" type="presParOf" srcId="{86227867-B1E5-4349-8E1B-CADF8520260A}" destId="{028FE861-5F5A-F441-B313-DDB211EA931F}" srcOrd="0" destOrd="0" presId="urn:microsoft.com/office/officeart/2005/8/layout/hierarchy5"/>
    <dgm:cxn modelId="{0F6C73E6-B4CA-F142-87C1-32CB6C1A4286}" type="presParOf" srcId="{86227867-B1E5-4349-8E1B-CADF8520260A}" destId="{85350452-501A-C74B-94EE-D91633C2D0DB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8C7AE8-3361-F540-8C32-CB622AB61FB9}" type="doc">
      <dgm:prSet loTypeId="urn:microsoft.com/office/officeart/2005/8/layout/matrix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CEF4095-6884-1447-A0AC-97E5856154CE}">
      <dgm:prSet phldrT="[文本]" phldr="1"/>
      <dgm:spPr>
        <a:solidFill>
          <a:srgbClr val="407879"/>
        </a:solidFill>
      </dgm:spPr>
      <dgm:t>
        <a:bodyPr/>
        <a:lstStyle/>
        <a:p>
          <a:endParaRPr lang="zh-CN" altLang="en-US"/>
        </a:p>
      </dgm:t>
    </dgm:pt>
    <dgm:pt modelId="{06E17484-6A46-9649-8CB2-C2F5C761929D}" type="parTrans" cxnId="{004E284A-98D2-3749-B49B-E99D770D7E62}">
      <dgm:prSet/>
      <dgm:spPr/>
      <dgm:t>
        <a:bodyPr/>
        <a:lstStyle/>
        <a:p>
          <a:endParaRPr lang="zh-CN" altLang="en-US"/>
        </a:p>
      </dgm:t>
    </dgm:pt>
    <dgm:pt modelId="{E35A95DD-2301-534A-9E65-3C8E8C419563}" type="sibTrans" cxnId="{004E284A-98D2-3749-B49B-E99D770D7E62}">
      <dgm:prSet/>
      <dgm:spPr/>
      <dgm:t>
        <a:bodyPr/>
        <a:lstStyle/>
        <a:p>
          <a:endParaRPr lang="zh-CN" altLang="en-US"/>
        </a:p>
      </dgm:t>
    </dgm:pt>
    <dgm:pt modelId="{B308580B-AED2-0D43-BE82-3ECE0299292E}">
      <dgm:prSet phldrT="[文本]" phldr="1"/>
      <dgm:spPr>
        <a:solidFill>
          <a:srgbClr val="004242"/>
        </a:solidFill>
      </dgm:spPr>
      <dgm:t>
        <a:bodyPr/>
        <a:lstStyle/>
        <a:p>
          <a:endParaRPr lang="zh-CN" altLang="en-US"/>
        </a:p>
      </dgm:t>
    </dgm:pt>
    <dgm:pt modelId="{A60BCDE3-2368-1542-837D-7B9AE48F839E}" type="parTrans" cxnId="{929B4C72-145C-3A49-B86C-4AB69C9D087E}">
      <dgm:prSet/>
      <dgm:spPr/>
      <dgm:t>
        <a:bodyPr/>
        <a:lstStyle/>
        <a:p>
          <a:endParaRPr lang="zh-CN" altLang="en-US"/>
        </a:p>
      </dgm:t>
    </dgm:pt>
    <dgm:pt modelId="{1A5C771A-4ED3-0F4D-962F-8DB2D3C6D395}" type="sibTrans" cxnId="{929B4C72-145C-3A49-B86C-4AB69C9D087E}">
      <dgm:prSet/>
      <dgm:spPr/>
      <dgm:t>
        <a:bodyPr/>
        <a:lstStyle/>
        <a:p>
          <a:endParaRPr lang="zh-CN" altLang="en-US"/>
        </a:p>
      </dgm:t>
    </dgm:pt>
    <dgm:pt modelId="{3D9C838E-C1E8-164E-984B-E706C09D42F9}">
      <dgm:prSet phldrT="[文本]" phldr="1"/>
      <dgm:spPr>
        <a:solidFill>
          <a:srgbClr val="004242"/>
        </a:solidFill>
      </dgm:spPr>
      <dgm:t>
        <a:bodyPr/>
        <a:lstStyle/>
        <a:p>
          <a:endParaRPr lang="zh-CN" altLang="en-US"/>
        </a:p>
      </dgm:t>
    </dgm:pt>
    <dgm:pt modelId="{4196E4D2-F228-794F-81EE-FFB99ED9E806}" type="parTrans" cxnId="{0CA90604-A7B1-6D4E-9D21-5D29DE12D26C}">
      <dgm:prSet/>
      <dgm:spPr/>
      <dgm:t>
        <a:bodyPr/>
        <a:lstStyle/>
        <a:p>
          <a:endParaRPr lang="zh-CN" altLang="en-US"/>
        </a:p>
      </dgm:t>
    </dgm:pt>
    <dgm:pt modelId="{2EBADBF4-4D93-0B47-B5D1-9E0D7E6A3254}" type="sibTrans" cxnId="{0CA90604-A7B1-6D4E-9D21-5D29DE12D26C}">
      <dgm:prSet/>
      <dgm:spPr/>
      <dgm:t>
        <a:bodyPr/>
        <a:lstStyle/>
        <a:p>
          <a:endParaRPr lang="zh-CN" altLang="en-US"/>
        </a:p>
      </dgm:t>
    </dgm:pt>
    <dgm:pt modelId="{B1CAC307-BFD0-244C-AFC0-616FF37F91B6}">
      <dgm:prSet phldrT="[文本]" phldr="1"/>
      <dgm:spPr>
        <a:solidFill>
          <a:srgbClr val="407879"/>
        </a:solidFill>
      </dgm:spPr>
      <dgm:t>
        <a:bodyPr/>
        <a:lstStyle/>
        <a:p>
          <a:endParaRPr lang="zh-CN" altLang="en-US"/>
        </a:p>
      </dgm:t>
    </dgm:pt>
    <dgm:pt modelId="{AEF9B7AA-EA93-4A43-A265-68EB4529812D}" type="parTrans" cxnId="{AFD83F58-355C-524D-B4F2-A5A6D54B891E}">
      <dgm:prSet/>
      <dgm:spPr/>
      <dgm:t>
        <a:bodyPr/>
        <a:lstStyle/>
        <a:p>
          <a:endParaRPr lang="zh-CN" altLang="en-US"/>
        </a:p>
      </dgm:t>
    </dgm:pt>
    <dgm:pt modelId="{5D31839F-3E30-4441-8CB3-59CC7B7A029B}" type="sibTrans" cxnId="{AFD83F58-355C-524D-B4F2-A5A6D54B891E}">
      <dgm:prSet/>
      <dgm:spPr/>
      <dgm:t>
        <a:bodyPr/>
        <a:lstStyle/>
        <a:p>
          <a:endParaRPr lang="zh-CN" altLang="en-US"/>
        </a:p>
      </dgm:t>
    </dgm:pt>
    <dgm:pt modelId="{BA1FD878-5A36-9E49-A3B8-23A652994D1F}" type="pres">
      <dgm:prSet presAssocID="{618C7AE8-3361-F540-8C32-CB622AB61FB9}" presName="matrix" presStyleCnt="0">
        <dgm:presLayoutVars>
          <dgm:chMax val="1"/>
          <dgm:dir/>
          <dgm:resizeHandles val="exact"/>
        </dgm:presLayoutVars>
      </dgm:prSet>
      <dgm:spPr/>
    </dgm:pt>
    <dgm:pt modelId="{6CC65C4E-6C8D-CA41-8F0D-545D68E10059}" type="pres">
      <dgm:prSet presAssocID="{618C7AE8-3361-F540-8C32-CB622AB61FB9}" presName="diamond" presStyleLbl="bgShp" presStyleIdx="0" presStyleCnt="1"/>
      <dgm:spPr>
        <a:solidFill>
          <a:schemeClr val="accent6">
            <a:lumMod val="40000"/>
            <a:lumOff val="60000"/>
          </a:schemeClr>
        </a:solidFill>
      </dgm:spPr>
    </dgm:pt>
    <dgm:pt modelId="{4CBCB9DC-742E-2949-9C11-61ECA39727B8}" type="pres">
      <dgm:prSet presAssocID="{618C7AE8-3361-F540-8C32-CB622AB61FB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BFF146-81EC-9743-8017-8B66339A6D45}" type="pres">
      <dgm:prSet presAssocID="{618C7AE8-3361-F540-8C32-CB622AB61FB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6554E4-D2FD-5C44-BE7B-594A4E2D11C4}" type="pres">
      <dgm:prSet presAssocID="{618C7AE8-3361-F540-8C32-CB622AB61FB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5457820-F9AE-0D41-83EC-5FF9B20EB30A}" type="pres">
      <dgm:prSet presAssocID="{618C7AE8-3361-F540-8C32-CB622AB61FB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F4A6A03-9BE3-4644-AF99-12F89D62BF05}" type="presOf" srcId="{B1CAC307-BFD0-244C-AFC0-616FF37F91B6}" destId="{E5457820-F9AE-0D41-83EC-5FF9B20EB30A}" srcOrd="0" destOrd="0" presId="urn:microsoft.com/office/officeart/2005/8/layout/matrix3"/>
    <dgm:cxn modelId="{0CA90604-A7B1-6D4E-9D21-5D29DE12D26C}" srcId="{618C7AE8-3361-F540-8C32-CB622AB61FB9}" destId="{3D9C838E-C1E8-164E-984B-E706C09D42F9}" srcOrd="2" destOrd="0" parTransId="{4196E4D2-F228-794F-81EE-FFB99ED9E806}" sibTransId="{2EBADBF4-4D93-0B47-B5D1-9E0D7E6A3254}"/>
    <dgm:cxn modelId="{004E284A-98D2-3749-B49B-E99D770D7E62}" srcId="{618C7AE8-3361-F540-8C32-CB622AB61FB9}" destId="{0CEF4095-6884-1447-A0AC-97E5856154CE}" srcOrd="0" destOrd="0" parTransId="{06E17484-6A46-9649-8CB2-C2F5C761929D}" sibTransId="{E35A95DD-2301-534A-9E65-3C8E8C419563}"/>
    <dgm:cxn modelId="{4571BC51-B5F3-8B4B-9A43-2DBB075FF3EC}" type="presOf" srcId="{B308580B-AED2-0D43-BE82-3ECE0299292E}" destId="{9BBFF146-81EC-9743-8017-8B66339A6D45}" srcOrd="0" destOrd="0" presId="urn:microsoft.com/office/officeart/2005/8/layout/matrix3"/>
    <dgm:cxn modelId="{AFD83F58-355C-524D-B4F2-A5A6D54B891E}" srcId="{618C7AE8-3361-F540-8C32-CB622AB61FB9}" destId="{B1CAC307-BFD0-244C-AFC0-616FF37F91B6}" srcOrd="3" destOrd="0" parTransId="{AEF9B7AA-EA93-4A43-A265-68EB4529812D}" sibTransId="{5D31839F-3E30-4441-8CB3-59CC7B7A029B}"/>
    <dgm:cxn modelId="{4FCAF163-1D2D-F843-8A13-365C7DA13713}" type="presOf" srcId="{3D9C838E-C1E8-164E-984B-E706C09D42F9}" destId="{576554E4-D2FD-5C44-BE7B-594A4E2D11C4}" srcOrd="0" destOrd="0" presId="urn:microsoft.com/office/officeart/2005/8/layout/matrix3"/>
    <dgm:cxn modelId="{929B4C72-145C-3A49-B86C-4AB69C9D087E}" srcId="{618C7AE8-3361-F540-8C32-CB622AB61FB9}" destId="{B308580B-AED2-0D43-BE82-3ECE0299292E}" srcOrd="1" destOrd="0" parTransId="{A60BCDE3-2368-1542-837D-7B9AE48F839E}" sibTransId="{1A5C771A-4ED3-0F4D-962F-8DB2D3C6D395}"/>
    <dgm:cxn modelId="{75E84873-A6B2-B445-9B13-67F28891B936}" type="presOf" srcId="{618C7AE8-3361-F540-8C32-CB622AB61FB9}" destId="{BA1FD878-5A36-9E49-A3B8-23A652994D1F}" srcOrd="0" destOrd="0" presId="urn:microsoft.com/office/officeart/2005/8/layout/matrix3"/>
    <dgm:cxn modelId="{CB0500A3-9F5C-3D40-A926-10FDF10E3E26}" type="presOf" srcId="{0CEF4095-6884-1447-A0AC-97E5856154CE}" destId="{4CBCB9DC-742E-2949-9C11-61ECA39727B8}" srcOrd="0" destOrd="0" presId="urn:microsoft.com/office/officeart/2005/8/layout/matrix3"/>
    <dgm:cxn modelId="{C5B2A28E-B57C-E54E-82C4-1CE5E129584B}" type="presParOf" srcId="{BA1FD878-5A36-9E49-A3B8-23A652994D1F}" destId="{6CC65C4E-6C8D-CA41-8F0D-545D68E10059}" srcOrd="0" destOrd="0" presId="urn:microsoft.com/office/officeart/2005/8/layout/matrix3"/>
    <dgm:cxn modelId="{264BA310-0A38-044F-ACC9-EDF1B3D734C8}" type="presParOf" srcId="{BA1FD878-5A36-9E49-A3B8-23A652994D1F}" destId="{4CBCB9DC-742E-2949-9C11-61ECA39727B8}" srcOrd="1" destOrd="0" presId="urn:microsoft.com/office/officeart/2005/8/layout/matrix3"/>
    <dgm:cxn modelId="{1B31D697-7086-9E4B-B9F1-A42E0B8560AE}" type="presParOf" srcId="{BA1FD878-5A36-9E49-A3B8-23A652994D1F}" destId="{9BBFF146-81EC-9743-8017-8B66339A6D45}" srcOrd="2" destOrd="0" presId="urn:microsoft.com/office/officeart/2005/8/layout/matrix3"/>
    <dgm:cxn modelId="{AC643BE5-29CA-E04B-B337-4BEA6D6BE37A}" type="presParOf" srcId="{BA1FD878-5A36-9E49-A3B8-23A652994D1F}" destId="{576554E4-D2FD-5C44-BE7B-594A4E2D11C4}" srcOrd="3" destOrd="0" presId="urn:microsoft.com/office/officeart/2005/8/layout/matrix3"/>
    <dgm:cxn modelId="{7C6E4F93-E6F8-5545-840B-8B96DE77E5E4}" type="presParOf" srcId="{BA1FD878-5A36-9E49-A3B8-23A652994D1F}" destId="{E5457820-F9AE-0D41-83EC-5FF9B20EB30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30300A-A8AC-4249-842A-90D5FE0BC4F7}" type="doc">
      <dgm:prSet loTypeId="urn:microsoft.com/office/officeart/2008/layout/AccentedPicture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0020F5C-A3E9-2E46-B77B-32514AE40CEB}">
      <dgm:prSet phldrT="[文本]" phldr="1"/>
      <dgm:spPr/>
      <dgm:t>
        <a:bodyPr/>
        <a:lstStyle/>
        <a:p>
          <a:endParaRPr lang="zh-CN" altLang="en-US"/>
        </a:p>
      </dgm:t>
    </dgm:pt>
    <dgm:pt modelId="{F2C5AB28-50FF-1C45-A56D-FFE986A461AB}" type="parTrans" cxnId="{B697E7AC-39F0-504E-A37B-59BE0F5BFDC5}">
      <dgm:prSet/>
      <dgm:spPr/>
      <dgm:t>
        <a:bodyPr/>
        <a:lstStyle/>
        <a:p>
          <a:endParaRPr lang="zh-CN" altLang="en-US"/>
        </a:p>
      </dgm:t>
    </dgm:pt>
    <dgm:pt modelId="{B83186CA-3F11-8445-8D20-2FB8E0A1C11C}" type="sibTrans" cxnId="{B697E7AC-39F0-504E-A37B-59BE0F5BFDC5}">
      <dgm:prSet/>
      <dgm:sp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endParaRPr lang="zh-CN" altLang="en-US"/>
        </a:p>
      </dgm:t>
    </dgm:pt>
    <dgm:pt modelId="{E854BBEB-2CE2-DB46-99A5-7F47E71DE4E9}">
      <dgm:prSet phldrT="[文本]" phldr="1"/>
      <dgm:spPr/>
      <dgm:t>
        <a:bodyPr/>
        <a:lstStyle/>
        <a:p>
          <a:endParaRPr lang="zh-CN" altLang="en-US"/>
        </a:p>
      </dgm:t>
    </dgm:pt>
    <dgm:pt modelId="{5154AE4F-49AF-CC48-ACEB-4208F383CBAA}" type="parTrans" cxnId="{8FB6EF43-C36D-3841-BFAA-1015510CB0FD}">
      <dgm:prSet/>
      <dgm:spPr/>
      <dgm:t>
        <a:bodyPr/>
        <a:lstStyle/>
        <a:p>
          <a:endParaRPr lang="zh-CN" altLang="en-US"/>
        </a:p>
      </dgm:t>
    </dgm:pt>
    <dgm:pt modelId="{4EDA89F4-51AF-074E-8038-AF8882C04793}" type="sibTrans" cxnId="{8FB6EF43-C36D-3841-BFAA-1015510CB0FD}">
      <dgm:prSet/>
      <dgm:spPr/>
      <dgm:t>
        <a:bodyPr/>
        <a:lstStyle/>
        <a:p>
          <a:endParaRPr lang="zh-CN" altLang="en-US"/>
        </a:p>
      </dgm:t>
    </dgm:pt>
    <dgm:pt modelId="{5789F35C-AB82-F540-A08C-2F470AE20A7C}">
      <dgm:prSet phldrT="[文本]" phldr="1"/>
      <dgm:spPr/>
      <dgm:t>
        <a:bodyPr/>
        <a:lstStyle/>
        <a:p>
          <a:endParaRPr lang="zh-CN" altLang="en-US"/>
        </a:p>
      </dgm:t>
    </dgm:pt>
    <dgm:pt modelId="{F174D393-1065-7441-B5F7-24F60A162A73}" type="parTrans" cxnId="{2D7EACFE-5581-314F-93E9-A4B36CE18D30}">
      <dgm:prSet/>
      <dgm:spPr/>
      <dgm:t>
        <a:bodyPr/>
        <a:lstStyle/>
        <a:p>
          <a:endParaRPr lang="zh-CN" altLang="en-US"/>
        </a:p>
      </dgm:t>
    </dgm:pt>
    <dgm:pt modelId="{88C4013E-ED17-D849-9374-DB4A97FD6D93}" type="sibTrans" cxnId="{2D7EACFE-5581-314F-93E9-A4B36CE18D30}">
      <dgm:prSet/>
      <dgm:spPr/>
      <dgm:t>
        <a:bodyPr/>
        <a:lstStyle/>
        <a:p>
          <a:endParaRPr lang="zh-CN" altLang="en-US"/>
        </a:p>
      </dgm:t>
    </dgm:pt>
    <dgm:pt modelId="{7043F5D3-C4D8-A345-9DE2-CE93E4B336EF}">
      <dgm:prSet phldrT="[文本]" phldr="1"/>
      <dgm:spPr/>
      <dgm:t>
        <a:bodyPr/>
        <a:lstStyle/>
        <a:p>
          <a:endParaRPr lang="zh-CN" altLang="en-US"/>
        </a:p>
      </dgm:t>
    </dgm:pt>
    <dgm:pt modelId="{1A31DF64-E191-A94A-BE13-4E27FE8B0D7E}" type="parTrans" cxnId="{5780ECB4-2B9A-D74A-BEF1-E75FB09D5159}">
      <dgm:prSet/>
      <dgm:spPr/>
      <dgm:t>
        <a:bodyPr/>
        <a:lstStyle/>
        <a:p>
          <a:endParaRPr lang="zh-CN" altLang="en-US"/>
        </a:p>
      </dgm:t>
    </dgm:pt>
    <dgm:pt modelId="{2CF7EE49-34AC-DF40-B631-F29D97B47C82}" type="sibTrans" cxnId="{5780ECB4-2B9A-D74A-BEF1-E75FB09D5159}">
      <dgm:prSet/>
      <dgm:spPr/>
      <dgm:t>
        <a:bodyPr/>
        <a:lstStyle/>
        <a:p>
          <a:endParaRPr lang="zh-CN" altLang="en-US"/>
        </a:p>
      </dgm:t>
    </dgm:pt>
    <dgm:pt modelId="{3E1F8F1B-4A5D-7A42-A3DC-D01234C930A5}" type="pres">
      <dgm:prSet presAssocID="{5530300A-A8AC-4249-842A-90D5FE0BC4F7}" presName="Name0" presStyleCnt="0">
        <dgm:presLayoutVars>
          <dgm:dir/>
        </dgm:presLayoutVars>
      </dgm:prSet>
      <dgm:spPr/>
    </dgm:pt>
    <dgm:pt modelId="{B5F2B375-C62F-164A-A480-9A549C8FFBB9}" type="pres">
      <dgm:prSet presAssocID="{B83186CA-3F11-8445-8D20-2FB8E0A1C11C}" presName="picture_1" presStyleLbl="bgImgPlace1" presStyleIdx="0" presStyleCnt="1"/>
      <dgm:spPr/>
    </dgm:pt>
    <dgm:pt modelId="{12844D16-7234-224B-84AC-925CE62F641B}" type="pres">
      <dgm:prSet presAssocID="{80020F5C-A3E9-2E46-B77B-32514AE40CEB}" presName="text_1" presStyleLbl="node1" presStyleIdx="0" presStyleCnt="0">
        <dgm:presLayoutVars>
          <dgm:bulletEnabled val="1"/>
        </dgm:presLayoutVars>
      </dgm:prSet>
      <dgm:spPr/>
    </dgm:pt>
    <dgm:pt modelId="{6539B7A3-C41F-F54E-831E-83680CBE5A86}" type="pres">
      <dgm:prSet presAssocID="{5530300A-A8AC-4249-842A-90D5FE0BC4F7}" presName="linV" presStyleCnt="0"/>
      <dgm:spPr/>
    </dgm:pt>
    <dgm:pt modelId="{108B196F-31E6-CF43-9272-84DB90F2E734}" type="pres">
      <dgm:prSet presAssocID="{E854BBEB-2CE2-DB46-99A5-7F47E71DE4E9}" presName="pair" presStyleCnt="0"/>
      <dgm:spPr/>
    </dgm:pt>
    <dgm:pt modelId="{10EF39D3-0690-C741-9988-D7A160940D81}" type="pres">
      <dgm:prSet presAssocID="{E854BBEB-2CE2-DB46-99A5-7F47E71DE4E9}" presName="spaceH" presStyleLbl="node1" presStyleIdx="0" presStyleCnt="0"/>
      <dgm:spPr/>
    </dgm:pt>
    <dgm:pt modelId="{43D53944-212B-334B-A87D-150AD64CBAC6}" type="pres">
      <dgm:prSet presAssocID="{E854BBEB-2CE2-DB46-99A5-7F47E71DE4E9}" presName="desPictures" presStyleLbl="alignImgPlace1" presStyleIdx="0" presStyleCnt="3"/>
      <dgm:sp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</dgm:spPr>
    </dgm:pt>
    <dgm:pt modelId="{680F5952-5BA4-2C43-AAD6-248785B8E622}" type="pres">
      <dgm:prSet presAssocID="{E854BBEB-2CE2-DB46-99A5-7F47E71DE4E9}" presName="desTextWrapper" presStyleCnt="0"/>
      <dgm:spPr/>
    </dgm:pt>
    <dgm:pt modelId="{D4C8553A-7097-8F4C-8937-FF3D72EB9390}" type="pres">
      <dgm:prSet presAssocID="{E854BBEB-2CE2-DB46-99A5-7F47E71DE4E9}" presName="desText" presStyleLbl="revTx" presStyleIdx="0" presStyleCnt="3">
        <dgm:presLayoutVars>
          <dgm:bulletEnabled val="1"/>
        </dgm:presLayoutVars>
      </dgm:prSet>
      <dgm:spPr/>
    </dgm:pt>
    <dgm:pt modelId="{58A3C66E-6405-2F4E-BCFD-4DAC9D409B5A}" type="pres">
      <dgm:prSet presAssocID="{4EDA89F4-51AF-074E-8038-AF8882C04793}" presName="spaceV" presStyleCnt="0"/>
      <dgm:spPr/>
    </dgm:pt>
    <dgm:pt modelId="{BDCB7B2B-2B81-9241-877B-C7FDC10B68F6}" type="pres">
      <dgm:prSet presAssocID="{5789F35C-AB82-F540-A08C-2F470AE20A7C}" presName="pair" presStyleCnt="0"/>
      <dgm:spPr/>
    </dgm:pt>
    <dgm:pt modelId="{31FA865A-E233-DE4C-BA7D-43A843A63E1E}" type="pres">
      <dgm:prSet presAssocID="{5789F35C-AB82-F540-A08C-2F470AE20A7C}" presName="spaceH" presStyleLbl="node1" presStyleIdx="0" presStyleCnt="0"/>
      <dgm:spPr/>
    </dgm:pt>
    <dgm:pt modelId="{A86039CA-7FE2-854C-BB3C-BB1312CC9C5D}" type="pres">
      <dgm:prSet presAssocID="{5789F35C-AB82-F540-A08C-2F470AE20A7C}" presName="desPictures" presStyleLbl="alignImgPlace1" presStyleIdx="1" presStyleCnt="3"/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</dgm:spPr>
    </dgm:pt>
    <dgm:pt modelId="{9CB7A93B-84DE-FC4D-848A-E9FB47E2114E}" type="pres">
      <dgm:prSet presAssocID="{5789F35C-AB82-F540-A08C-2F470AE20A7C}" presName="desTextWrapper" presStyleCnt="0"/>
      <dgm:spPr/>
    </dgm:pt>
    <dgm:pt modelId="{70B64636-E11F-4845-A0E5-7E624372D747}" type="pres">
      <dgm:prSet presAssocID="{5789F35C-AB82-F540-A08C-2F470AE20A7C}" presName="desText" presStyleLbl="revTx" presStyleIdx="1" presStyleCnt="3">
        <dgm:presLayoutVars>
          <dgm:bulletEnabled val="1"/>
        </dgm:presLayoutVars>
      </dgm:prSet>
      <dgm:spPr/>
    </dgm:pt>
    <dgm:pt modelId="{6BA41051-F7F8-1841-B72B-1CBBD328A23F}" type="pres">
      <dgm:prSet presAssocID="{88C4013E-ED17-D849-9374-DB4A97FD6D93}" presName="spaceV" presStyleCnt="0"/>
      <dgm:spPr/>
    </dgm:pt>
    <dgm:pt modelId="{6033C96A-3EFE-6A43-9819-0FA20F646CAE}" type="pres">
      <dgm:prSet presAssocID="{7043F5D3-C4D8-A345-9DE2-CE93E4B336EF}" presName="pair" presStyleCnt="0"/>
      <dgm:spPr/>
    </dgm:pt>
    <dgm:pt modelId="{B13D103F-AB33-BC47-BF3F-14254A57D8A0}" type="pres">
      <dgm:prSet presAssocID="{7043F5D3-C4D8-A345-9DE2-CE93E4B336EF}" presName="spaceH" presStyleLbl="node1" presStyleIdx="0" presStyleCnt="0"/>
      <dgm:spPr/>
    </dgm:pt>
    <dgm:pt modelId="{24BECCB2-13C2-1145-B1B9-FADACA6CA605}" type="pres">
      <dgm:prSet presAssocID="{7043F5D3-C4D8-A345-9DE2-CE93E4B336EF}" presName="desPictures" presStyleLbl="alignImgPlace1" presStyleIdx="2" presStyleCnt="3"/>
      <dgm:spPr>
        <a:gradFill flip="none" rotWithShape="1">
          <a:gsLst>
            <a:gs pos="0">
              <a:schemeClr val="accent2">
                <a:lumMod val="67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</dgm:spPr>
    </dgm:pt>
    <dgm:pt modelId="{53DABEBE-6C52-0E4E-BE9B-284554B0D7DA}" type="pres">
      <dgm:prSet presAssocID="{7043F5D3-C4D8-A345-9DE2-CE93E4B336EF}" presName="desTextWrapper" presStyleCnt="0"/>
      <dgm:spPr/>
    </dgm:pt>
    <dgm:pt modelId="{4079850E-4D74-B144-86D2-A8157B5A5904}" type="pres">
      <dgm:prSet presAssocID="{7043F5D3-C4D8-A345-9DE2-CE93E4B336EF}" presName="desText" presStyleLbl="revTx" presStyleIdx="2" presStyleCnt="3">
        <dgm:presLayoutVars>
          <dgm:bulletEnabled val="1"/>
        </dgm:presLayoutVars>
      </dgm:prSet>
      <dgm:spPr/>
    </dgm:pt>
    <dgm:pt modelId="{61557771-6C23-6346-8FC4-C7CD5DD39A67}" type="pres">
      <dgm:prSet presAssocID="{5530300A-A8AC-4249-842A-90D5FE0BC4F7}" presName="maxNode" presStyleCnt="0"/>
      <dgm:spPr/>
    </dgm:pt>
    <dgm:pt modelId="{CBBC637F-5A10-CF47-AC19-9B59BBA5E1AC}" type="pres">
      <dgm:prSet presAssocID="{5530300A-A8AC-4249-842A-90D5FE0BC4F7}" presName="Name33" presStyleCnt="0"/>
      <dgm:spPr/>
    </dgm:pt>
  </dgm:ptLst>
  <dgm:cxnLst>
    <dgm:cxn modelId="{EBB08515-99E9-B54D-9963-2E57CAE25508}" type="presOf" srcId="{5789F35C-AB82-F540-A08C-2F470AE20A7C}" destId="{70B64636-E11F-4845-A0E5-7E624372D747}" srcOrd="0" destOrd="0" presId="urn:microsoft.com/office/officeart/2008/layout/AccentedPicture"/>
    <dgm:cxn modelId="{8BD48C15-00D6-204F-9DF1-9B9E85754305}" type="presOf" srcId="{E854BBEB-2CE2-DB46-99A5-7F47E71DE4E9}" destId="{D4C8553A-7097-8F4C-8937-FF3D72EB9390}" srcOrd="0" destOrd="0" presId="urn:microsoft.com/office/officeart/2008/layout/AccentedPicture"/>
    <dgm:cxn modelId="{8FB6EF43-C36D-3841-BFAA-1015510CB0FD}" srcId="{5530300A-A8AC-4249-842A-90D5FE0BC4F7}" destId="{E854BBEB-2CE2-DB46-99A5-7F47E71DE4E9}" srcOrd="1" destOrd="0" parTransId="{5154AE4F-49AF-CC48-ACEB-4208F383CBAA}" sibTransId="{4EDA89F4-51AF-074E-8038-AF8882C04793}"/>
    <dgm:cxn modelId="{3997277B-BCC0-8A40-8B77-348A44671D8A}" type="presOf" srcId="{80020F5C-A3E9-2E46-B77B-32514AE40CEB}" destId="{12844D16-7234-224B-84AC-925CE62F641B}" srcOrd="0" destOrd="0" presId="urn:microsoft.com/office/officeart/2008/layout/AccentedPicture"/>
    <dgm:cxn modelId="{505D9A85-9643-154D-BEB8-B0CBD407D81A}" type="presOf" srcId="{B83186CA-3F11-8445-8D20-2FB8E0A1C11C}" destId="{B5F2B375-C62F-164A-A480-9A549C8FFBB9}" srcOrd="0" destOrd="0" presId="urn:microsoft.com/office/officeart/2008/layout/AccentedPicture"/>
    <dgm:cxn modelId="{B697E7AC-39F0-504E-A37B-59BE0F5BFDC5}" srcId="{5530300A-A8AC-4249-842A-90D5FE0BC4F7}" destId="{80020F5C-A3E9-2E46-B77B-32514AE40CEB}" srcOrd="0" destOrd="0" parTransId="{F2C5AB28-50FF-1C45-A56D-FFE986A461AB}" sibTransId="{B83186CA-3F11-8445-8D20-2FB8E0A1C11C}"/>
    <dgm:cxn modelId="{5780ECB4-2B9A-D74A-BEF1-E75FB09D5159}" srcId="{5530300A-A8AC-4249-842A-90D5FE0BC4F7}" destId="{7043F5D3-C4D8-A345-9DE2-CE93E4B336EF}" srcOrd="3" destOrd="0" parTransId="{1A31DF64-E191-A94A-BE13-4E27FE8B0D7E}" sibTransId="{2CF7EE49-34AC-DF40-B631-F29D97B47C82}"/>
    <dgm:cxn modelId="{4DCC0FC1-AAD1-2C42-ABC5-3A2715569DA3}" type="presOf" srcId="{7043F5D3-C4D8-A345-9DE2-CE93E4B336EF}" destId="{4079850E-4D74-B144-86D2-A8157B5A5904}" srcOrd="0" destOrd="0" presId="urn:microsoft.com/office/officeart/2008/layout/AccentedPicture"/>
    <dgm:cxn modelId="{869459F6-1490-BA49-A34C-F5D7EB8B7F79}" type="presOf" srcId="{5530300A-A8AC-4249-842A-90D5FE0BC4F7}" destId="{3E1F8F1B-4A5D-7A42-A3DC-D01234C930A5}" srcOrd="0" destOrd="0" presId="urn:microsoft.com/office/officeart/2008/layout/AccentedPicture"/>
    <dgm:cxn modelId="{2D7EACFE-5581-314F-93E9-A4B36CE18D30}" srcId="{5530300A-A8AC-4249-842A-90D5FE0BC4F7}" destId="{5789F35C-AB82-F540-A08C-2F470AE20A7C}" srcOrd="2" destOrd="0" parTransId="{F174D393-1065-7441-B5F7-24F60A162A73}" sibTransId="{88C4013E-ED17-D849-9374-DB4A97FD6D93}"/>
    <dgm:cxn modelId="{084F1A9D-6DF1-B440-8739-C5212054C10F}" type="presParOf" srcId="{3E1F8F1B-4A5D-7A42-A3DC-D01234C930A5}" destId="{B5F2B375-C62F-164A-A480-9A549C8FFBB9}" srcOrd="0" destOrd="0" presId="urn:microsoft.com/office/officeart/2008/layout/AccentedPicture"/>
    <dgm:cxn modelId="{41BF38F5-99C9-154A-8D18-C110FFC37ADF}" type="presParOf" srcId="{3E1F8F1B-4A5D-7A42-A3DC-D01234C930A5}" destId="{12844D16-7234-224B-84AC-925CE62F641B}" srcOrd="1" destOrd="0" presId="urn:microsoft.com/office/officeart/2008/layout/AccentedPicture"/>
    <dgm:cxn modelId="{04A0B845-D773-4745-9625-F27FE9B2E943}" type="presParOf" srcId="{3E1F8F1B-4A5D-7A42-A3DC-D01234C930A5}" destId="{6539B7A3-C41F-F54E-831E-83680CBE5A86}" srcOrd="2" destOrd="0" presId="urn:microsoft.com/office/officeart/2008/layout/AccentedPicture"/>
    <dgm:cxn modelId="{B0715A27-D1F2-5D4E-8171-50756D2B4B76}" type="presParOf" srcId="{6539B7A3-C41F-F54E-831E-83680CBE5A86}" destId="{108B196F-31E6-CF43-9272-84DB90F2E734}" srcOrd="0" destOrd="0" presId="urn:microsoft.com/office/officeart/2008/layout/AccentedPicture"/>
    <dgm:cxn modelId="{D8AB3991-F76B-C04A-A46C-715F64AD8B5A}" type="presParOf" srcId="{108B196F-31E6-CF43-9272-84DB90F2E734}" destId="{10EF39D3-0690-C741-9988-D7A160940D81}" srcOrd="0" destOrd="0" presId="urn:microsoft.com/office/officeart/2008/layout/AccentedPicture"/>
    <dgm:cxn modelId="{D1DF0735-2EAF-6146-A93A-AFEEB13CFF93}" type="presParOf" srcId="{108B196F-31E6-CF43-9272-84DB90F2E734}" destId="{43D53944-212B-334B-A87D-150AD64CBAC6}" srcOrd="1" destOrd="0" presId="urn:microsoft.com/office/officeart/2008/layout/AccentedPicture"/>
    <dgm:cxn modelId="{D19F8846-D1A6-5647-9C5E-104838E36DEA}" type="presParOf" srcId="{108B196F-31E6-CF43-9272-84DB90F2E734}" destId="{680F5952-5BA4-2C43-AAD6-248785B8E622}" srcOrd="2" destOrd="0" presId="urn:microsoft.com/office/officeart/2008/layout/AccentedPicture"/>
    <dgm:cxn modelId="{D5C4F236-595A-F147-BDD0-885BC0649147}" type="presParOf" srcId="{680F5952-5BA4-2C43-AAD6-248785B8E622}" destId="{D4C8553A-7097-8F4C-8937-FF3D72EB9390}" srcOrd="0" destOrd="0" presId="urn:microsoft.com/office/officeart/2008/layout/AccentedPicture"/>
    <dgm:cxn modelId="{7B1C6960-F27E-124A-B0DF-8D5758AE083E}" type="presParOf" srcId="{6539B7A3-C41F-F54E-831E-83680CBE5A86}" destId="{58A3C66E-6405-2F4E-BCFD-4DAC9D409B5A}" srcOrd="1" destOrd="0" presId="urn:microsoft.com/office/officeart/2008/layout/AccentedPicture"/>
    <dgm:cxn modelId="{EFCEF35C-8613-3C4C-8CF1-649380C6D792}" type="presParOf" srcId="{6539B7A3-C41F-F54E-831E-83680CBE5A86}" destId="{BDCB7B2B-2B81-9241-877B-C7FDC10B68F6}" srcOrd="2" destOrd="0" presId="urn:microsoft.com/office/officeart/2008/layout/AccentedPicture"/>
    <dgm:cxn modelId="{49782976-8A4A-AA47-A41D-567691BEC5DF}" type="presParOf" srcId="{BDCB7B2B-2B81-9241-877B-C7FDC10B68F6}" destId="{31FA865A-E233-DE4C-BA7D-43A843A63E1E}" srcOrd="0" destOrd="0" presId="urn:microsoft.com/office/officeart/2008/layout/AccentedPicture"/>
    <dgm:cxn modelId="{A7457ACE-F35D-FB41-B6C5-E6405E238909}" type="presParOf" srcId="{BDCB7B2B-2B81-9241-877B-C7FDC10B68F6}" destId="{A86039CA-7FE2-854C-BB3C-BB1312CC9C5D}" srcOrd="1" destOrd="0" presId="urn:microsoft.com/office/officeart/2008/layout/AccentedPicture"/>
    <dgm:cxn modelId="{34BC2A0E-36E9-0440-BC15-3A13BFEE01E6}" type="presParOf" srcId="{BDCB7B2B-2B81-9241-877B-C7FDC10B68F6}" destId="{9CB7A93B-84DE-FC4D-848A-E9FB47E2114E}" srcOrd="2" destOrd="0" presId="urn:microsoft.com/office/officeart/2008/layout/AccentedPicture"/>
    <dgm:cxn modelId="{68BB2C18-7EDB-2E49-AF7B-727F6DCBFABF}" type="presParOf" srcId="{9CB7A93B-84DE-FC4D-848A-E9FB47E2114E}" destId="{70B64636-E11F-4845-A0E5-7E624372D747}" srcOrd="0" destOrd="0" presId="urn:microsoft.com/office/officeart/2008/layout/AccentedPicture"/>
    <dgm:cxn modelId="{62AF5606-7014-BC47-9BAB-DA49C0ABF133}" type="presParOf" srcId="{6539B7A3-C41F-F54E-831E-83680CBE5A86}" destId="{6BA41051-F7F8-1841-B72B-1CBBD328A23F}" srcOrd="3" destOrd="0" presId="urn:microsoft.com/office/officeart/2008/layout/AccentedPicture"/>
    <dgm:cxn modelId="{3EA88A1F-E5DE-6A42-BC1D-8F0C30D3086D}" type="presParOf" srcId="{6539B7A3-C41F-F54E-831E-83680CBE5A86}" destId="{6033C96A-3EFE-6A43-9819-0FA20F646CAE}" srcOrd="4" destOrd="0" presId="urn:microsoft.com/office/officeart/2008/layout/AccentedPicture"/>
    <dgm:cxn modelId="{D4581796-9801-544E-9A35-F43E260ADBB3}" type="presParOf" srcId="{6033C96A-3EFE-6A43-9819-0FA20F646CAE}" destId="{B13D103F-AB33-BC47-BF3F-14254A57D8A0}" srcOrd="0" destOrd="0" presId="urn:microsoft.com/office/officeart/2008/layout/AccentedPicture"/>
    <dgm:cxn modelId="{F91B7028-04D1-A94C-9700-C28634B7C4B2}" type="presParOf" srcId="{6033C96A-3EFE-6A43-9819-0FA20F646CAE}" destId="{24BECCB2-13C2-1145-B1B9-FADACA6CA605}" srcOrd="1" destOrd="0" presId="urn:microsoft.com/office/officeart/2008/layout/AccentedPicture"/>
    <dgm:cxn modelId="{E64FE2BA-484D-B047-9A20-8F24DD90094F}" type="presParOf" srcId="{6033C96A-3EFE-6A43-9819-0FA20F646CAE}" destId="{53DABEBE-6C52-0E4E-BE9B-284554B0D7DA}" srcOrd="2" destOrd="0" presId="urn:microsoft.com/office/officeart/2008/layout/AccentedPicture"/>
    <dgm:cxn modelId="{381B86DF-9252-1047-9F87-E25BAADD82B2}" type="presParOf" srcId="{53DABEBE-6C52-0E4E-BE9B-284554B0D7DA}" destId="{4079850E-4D74-B144-86D2-A8157B5A5904}" srcOrd="0" destOrd="0" presId="urn:microsoft.com/office/officeart/2008/layout/AccentedPicture"/>
    <dgm:cxn modelId="{B959C1DA-E1F1-4443-9B4F-E2199D9677E3}" type="presParOf" srcId="{3E1F8F1B-4A5D-7A42-A3DC-D01234C930A5}" destId="{61557771-6C23-6346-8FC4-C7CD5DD39A67}" srcOrd="3" destOrd="0" presId="urn:microsoft.com/office/officeart/2008/layout/AccentedPicture"/>
    <dgm:cxn modelId="{ABF7F514-9801-5B4C-BE9C-2B4B72FE8956}" type="presParOf" srcId="{61557771-6C23-6346-8FC4-C7CD5DD39A67}" destId="{CBBC637F-5A10-CF47-AC19-9B59BBA5E1AC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97AAF-95C8-B54B-B3BA-0A23C720184A}">
      <dsp:nvSpPr>
        <dsp:cNvPr id="0" name=""/>
        <dsp:cNvSpPr/>
      </dsp:nvSpPr>
      <dsp:spPr>
        <a:xfrm>
          <a:off x="0" y="120813"/>
          <a:ext cx="3424758" cy="4109710"/>
        </a:xfrm>
        <a:prstGeom prst="roundRect">
          <a:avLst>
            <a:gd name="adj" fmla="val 5000"/>
          </a:avLst>
        </a:prstGeom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6873" rIns="164465" bIns="0" numCol="1" spcCol="1270" anchor="t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700" kern="1200"/>
        </a:p>
      </dsp:txBody>
      <dsp:txXfrm rot="16200000">
        <a:off x="-1342505" y="1463319"/>
        <a:ext cx="3369962" cy="684951"/>
      </dsp:txXfrm>
    </dsp:sp>
    <dsp:sp modelId="{2AE43D4E-307A-A24F-A5AC-4523555EEB8C}">
      <dsp:nvSpPr>
        <dsp:cNvPr id="0" name=""/>
        <dsp:cNvSpPr/>
      </dsp:nvSpPr>
      <dsp:spPr>
        <a:xfrm>
          <a:off x="684951" y="120813"/>
          <a:ext cx="2551445" cy="410971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 dirty="0"/>
        </a:p>
      </dsp:txBody>
      <dsp:txXfrm>
        <a:off x="684951" y="120813"/>
        <a:ext cx="2551445" cy="4109710"/>
      </dsp:txXfrm>
    </dsp:sp>
    <dsp:sp modelId="{D8A835BF-AEE6-904F-BE72-BF9086C1C184}">
      <dsp:nvSpPr>
        <dsp:cNvPr id="0" name=""/>
        <dsp:cNvSpPr/>
      </dsp:nvSpPr>
      <dsp:spPr>
        <a:xfrm>
          <a:off x="3545420" y="120813"/>
          <a:ext cx="3424758" cy="4109710"/>
        </a:xfrm>
        <a:prstGeom prst="roundRect">
          <a:avLst>
            <a:gd name="adj" fmla="val 5000"/>
          </a:avLst>
        </a:prstGeom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6873" rIns="164465" bIns="0" numCol="1" spcCol="1270" anchor="t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700" kern="1200"/>
        </a:p>
      </dsp:txBody>
      <dsp:txXfrm rot="16200000">
        <a:off x="2202915" y="1463319"/>
        <a:ext cx="3369962" cy="684951"/>
      </dsp:txXfrm>
    </dsp:sp>
    <dsp:sp modelId="{4C84CEDA-D4BA-E84A-8A02-4CBE7D8D70B1}">
      <dsp:nvSpPr>
        <dsp:cNvPr id="0" name=""/>
        <dsp:cNvSpPr/>
      </dsp:nvSpPr>
      <dsp:spPr>
        <a:xfrm rot="5400000">
          <a:off x="3260397" y="3389010"/>
          <a:ext cx="604294" cy="513713"/>
        </a:xfrm>
        <a:prstGeom prst="flowChartExtract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AA826-FED8-D149-A231-697452110285}">
      <dsp:nvSpPr>
        <dsp:cNvPr id="0" name=""/>
        <dsp:cNvSpPr/>
      </dsp:nvSpPr>
      <dsp:spPr>
        <a:xfrm>
          <a:off x="4230372" y="120813"/>
          <a:ext cx="2551445" cy="410971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/>
        </a:p>
      </dsp:txBody>
      <dsp:txXfrm>
        <a:off x="4230372" y="120813"/>
        <a:ext cx="2551445" cy="4109710"/>
      </dsp:txXfrm>
    </dsp:sp>
    <dsp:sp modelId="{89C49ABA-65AE-604A-B616-260C8239617C}">
      <dsp:nvSpPr>
        <dsp:cNvPr id="0" name=""/>
        <dsp:cNvSpPr/>
      </dsp:nvSpPr>
      <dsp:spPr>
        <a:xfrm>
          <a:off x="7090045" y="120813"/>
          <a:ext cx="3424758" cy="4109710"/>
        </a:xfrm>
        <a:prstGeom prst="roundRect">
          <a:avLst>
            <a:gd name="adj" fmla="val 5000"/>
          </a:avLst>
        </a:prstGeom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6873" rIns="164465" bIns="0" numCol="1" spcCol="1270" anchor="t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700" kern="1200"/>
        </a:p>
      </dsp:txBody>
      <dsp:txXfrm rot="16200000">
        <a:off x="5747540" y="1463319"/>
        <a:ext cx="3369962" cy="684951"/>
      </dsp:txXfrm>
    </dsp:sp>
    <dsp:sp modelId="{EFBAE943-2FCD-3E41-9646-34B5387C44D0}">
      <dsp:nvSpPr>
        <dsp:cNvPr id="0" name=""/>
        <dsp:cNvSpPr/>
      </dsp:nvSpPr>
      <dsp:spPr>
        <a:xfrm rot="5400000">
          <a:off x="6805022" y="3389010"/>
          <a:ext cx="604294" cy="513713"/>
        </a:xfrm>
        <a:prstGeom prst="flowChartExtract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E6FE9-8C79-FF41-A70B-22D4A3D597BA}">
      <dsp:nvSpPr>
        <dsp:cNvPr id="0" name=""/>
        <dsp:cNvSpPr/>
      </dsp:nvSpPr>
      <dsp:spPr>
        <a:xfrm>
          <a:off x="7774997" y="120813"/>
          <a:ext cx="2551445" cy="410971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/>
        </a:p>
      </dsp:txBody>
      <dsp:txXfrm>
        <a:off x="7774997" y="120813"/>
        <a:ext cx="2551445" cy="4109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12147-FB2F-A741-A804-7D4AA72C9928}">
      <dsp:nvSpPr>
        <dsp:cNvPr id="0" name=""/>
        <dsp:cNvSpPr/>
      </dsp:nvSpPr>
      <dsp:spPr>
        <a:xfrm>
          <a:off x="577347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400" kern="1200"/>
        </a:p>
      </dsp:txBody>
      <dsp:txXfrm>
        <a:off x="5773478" y="31794"/>
        <a:ext cx="1075692" cy="1075692"/>
      </dsp:txXfrm>
    </dsp:sp>
    <dsp:sp modelId="{ECC1CA45-EF2C-1E4E-B737-BE30D268DA7B}">
      <dsp:nvSpPr>
        <dsp:cNvPr id="0" name=""/>
        <dsp:cNvSpPr/>
      </dsp:nvSpPr>
      <dsp:spPr>
        <a:xfrm>
          <a:off x="3238196" y="89"/>
          <a:ext cx="4039207" cy="4039207"/>
        </a:xfrm>
        <a:prstGeom prst="circularArrow">
          <a:avLst>
            <a:gd name="adj1" fmla="val 5193"/>
            <a:gd name="adj2" fmla="val 335399"/>
            <a:gd name="adj3" fmla="val 21295337"/>
            <a:gd name="adj4" fmla="val 19764403"/>
            <a:gd name="adj5" fmla="val 6059"/>
          </a:avLst>
        </a:prstGeom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207F8-30CB-B84C-B6E5-FE8758308B01}">
      <dsp:nvSpPr>
        <dsp:cNvPr id="0" name=""/>
        <dsp:cNvSpPr/>
      </dsp:nvSpPr>
      <dsp:spPr>
        <a:xfrm>
          <a:off x="6424592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400" kern="1200"/>
        </a:p>
      </dsp:txBody>
      <dsp:txXfrm>
        <a:off x="6424592" y="2035718"/>
        <a:ext cx="1075692" cy="1075692"/>
      </dsp:txXfrm>
    </dsp:sp>
    <dsp:sp modelId="{B1BCD8FF-DE38-194F-BA7A-337F53428B97}">
      <dsp:nvSpPr>
        <dsp:cNvPr id="0" name=""/>
        <dsp:cNvSpPr/>
      </dsp:nvSpPr>
      <dsp:spPr>
        <a:xfrm>
          <a:off x="3238196" y="89"/>
          <a:ext cx="4039207" cy="4039207"/>
        </a:xfrm>
        <a:prstGeom prst="circularArrow">
          <a:avLst>
            <a:gd name="adj1" fmla="val 5193"/>
            <a:gd name="adj2" fmla="val 335399"/>
            <a:gd name="adj3" fmla="val 4016869"/>
            <a:gd name="adj4" fmla="val 2251439"/>
            <a:gd name="adj5" fmla="val 6059"/>
          </a:avLst>
        </a:prstGeom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E99A2-B4F5-F441-9172-B5DFC0C995A7}">
      <dsp:nvSpPr>
        <dsp:cNvPr id="0" name=""/>
        <dsp:cNvSpPr/>
      </dsp:nvSpPr>
      <dsp:spPr>
        <a:xfrm>
          <a:off x="4719953" y="3274210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400" kern="1200"/>
        </a:p>
      </dsp:txBody>
      <dsp:txXfrm>
        <a:off x="4719953" y="3274210"/>
        <a:ext cx="1075692" cy="1075692"/>
      </dsp:txXfrm>
    </dsp:sp>
    <dsp:sp modelId="{8FD181E2-A61E-E44E-86C8-E2732F8F11C3}">
      <dsp:nvSpPr>
        <dsp:cNvPr id="0" name=""/>
        <dsp:cNvSpPr/>
      </dsp:nvSpPr>
      <dsp:spPr>
        <a:xfrm>
          <a:off x="3238196" y="89"/>
          <a:ext cx="4039207" cy="4039207"/>
        </a:xfrm>
        <a:prstGeom prst="circularArrow">
          <a:avLst>
            <a:gd name="adj1" fmla="val 5193"/>
            <a:gd name="adj2" fmla="val 335399"/>
            <a:gd name="adj3" fmla="val 8213162"/>
            <a:gd name="adj4" fmla="val 6447732"/>
            <a:gd name="adj5" fmla="val 6059"/>
          </a:avLst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29055-41AF-A049-BA8A-E4724E7E238A}">
      <dsp:nvSpPr>
        <dsp:cNvPr id="0" name=""/>
        <dsp:cNvSpPr/>
      </dsp:nvSpPr>
      <dsp:spPr>
        <a:xfrm>
          <a:off x="3015314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400" kern="1200"/>
        </a:p>
      </dsp:txBody>
      <dsp:txXfrm>
        <a:off x="3015314" y="2035718"/>
        <a:ext cx="1075692" cy="1075692"/>
      </dsp:txXfrm>
    </dsp:sp>
    <dsp:sp modelId="{14627C0A-2AA7-0647-85AF-07C7A181168E}">
      <dsp:nvSpPr>
        <dsp:cNvPr id="0" name=""/>
        <dsp:cNvSpPr/>
      </dsp:nvSpPr>
      <dsp:spPr>
        <a:xfrm>
          <a:off x="3238196" y="89"/>
          <a:ext cx="4039207" cy="4039207"/>
        </a:xfrm>
        <a:prstGeom prst="circularArrow">
          <a:avLst>
            <a:gd name="adj1" fmla="val 5193"/>
            <a:gd name="adj2" fmla="val 335399"/>
            <a:gd name="adj3" fmla="val 12300198"/>
            <a:gd name="adj4" fmla="val 10769265"/>
            <a:gd name="adj5" fmla="val 6059"/>
          </a:avLst>
        </a:prstGeom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EFADC-73D9-314F-BFEC-5F675D0DD60D}">
      <dsp:nvSpPr>
        <dsp:cNvPr id="0" name=""/>
        <dsp:cNvSpPr/>
      </dsp:nvSpPr>
      <dsp:spPr>
        <a:xfrm>
          <a:off x="366642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400" kern="1200"/>
        </a:p>
      </dsp:txBody>
      <dsp:txXfrm>
        <a:off x="3666428" y="31794"/>
        <a:ext cx="1075692" cy="1075692"/>
      </dsp:txXfrm>
    </dsp:sp>
    <dsp:sp modelId="{AE463DD5-DC80-8F49-B8A2-D503993FF7E9}">
      <dsp:nvSpPr>
        <dsp:cNvPr id="0" name=""/>
        <dsp:cNvSpPr/>
      </dsp:nvSpPr>
      <dsp:spPr>
        <a:xfrm>
          <a:off x="3238196" y="89"/>
          <a:ext cx="4039207" cy="4039207"/>
        </a:xfrm>
        <a:prstGeom prst="circularArrow">
          <a:avLst>
            <a:gd name="adj1" fmla="val 5193"/>
            <a:gd name="adj2" fmla="val 335399"/>
            <a:gd name="adj3" fmla="val 16867851"/>
            <a:gd name="adj4" fmla="val 15196750"/>
            <a:gd name="adj5" fmla="val 6059"/>
          </a:avLst>
        </a:prstGeom>
        <a:gradFill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FE861-5F5A-F441-B313-DDB211EA931F}">
      <dsp:nvSpPr>
        <dsp:cNvPr id="0" name=""/>
        <dsp:cNvSpPr/>
      </dsp:nvSpPr>
      <dsp:spPr>
        <a:xfrm>
          <a:off x="6649888" y="0"/>
          <a:ext cx="2088132" cy="43513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400" kern="1200" dirty="0"/>
        </a:p>
      </dsp:txBody>
      <dsp:txXfrm>
        <a:off x="6649888" y="0"/>
        <a:ext cx="2088132" cy="1305401"/>
      </dsp:txXfrm>
    </dsp:sp>
    <dsp:sp modelId="{D01635E3-AC94-CE4D-A8A3-B9BCD593D0AD}">
      <dsp:nvSpPr>
        <dsp:cNvPr id="0" name=""/>
        <dsp:cNvSpPr/>
      </dsp:nvSpPr>
      <dsp:spPr>
        <a:xfrm>
          <a:off x="4213733" y="0"/>
          <a:ext cx="2088132" cy="43513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400" kern="1200" dirty="0"/>
        </a:p>
      </dsp:txBody>
      <dsp:txXfrm>
        <a:off x="4213733" y="0"/>
        <a:ext cx="2088132" cy="1305401"/>
      </dsp:txXfrm>
    </dsp:sp>
    <dsp:sp modelId="{ACC61501-432F-D348-869E-0C0182150CF5}">
      <dsp:nvSpPr>
        <dsp:cNvPr id="0" name=""/>
        <dsp:cNvSpPr/>
      </dsp:nvSpPr>
      <dsp:spPr>
        <a:xfrm>
          <a:off x="1777579" y="0"/>
          <a:ext cx="2088132" cy="43513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400" kern="1200"/>
        </a:p>
      </dsp:txBody>
      <dsp:txXfrm>
        <a:off x="1777579" y="0"/>
        <a:ext cx="2088132" cy="1305401"/>
      </dsp:txXfrm>
    </dsp:sp>
    <dsp:sp modelId="{6B170BC3-B0BB-8747-9AD2-1E7BB6A2CC18}">
      <dsp:nvSpPr>
        <dsp:cNvPr id="0" name=""/>
        <dsp:cNvSpPr/>
      </dsp:nvSpPr>
      <dsp:spPr>
        <a:xfrm>
          <a:off x="1951590" y="2556456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1977073" y="2581939"/>
        <a:ext cx="1689144" cy="819089"/>
      </dsp:txXfrm>
    </dsp:sp>
    <dsp:sp modelId="{6BE29E82-961F-CF40-A3A6-8BDE1622805E}">
      <dsp:nvSpPr>
        <dsp:cNvPr id="0" name=""/>
        <dsp:cNvSpPr/>
      </dsp:nvSpPr>
      <dsp:spPr>
        <a:xfrm rot="18770822">
          <a:off x="3527958" y="2598276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14134" y="2590684"/>
        <a:ext cx="51176" cy="51176"/>
      </dsp:txXfrm>
    </dsp:sp>
    <dsp:sp modelId="{7843D45E-D0D2-8748-9BAA-73D475C525C2}">
      <dsp:nvSpPr>
        <dsp:cNvPr id="0" name=""/>
        <dsp:cNvSpPr/>
      </dsp:nvSpPr>
      <dsp:spPr>
        <a:xfrm>
          <a:off x="4387744" y="1806033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4413227" y="1831516"/>
        <a:ext cx="1689144" cy="819089"/>
      </dsp:txXfrm>
    </dsp:sp>
    <dsp:sp modelId="{CEE968FB-7DB5-274C-9949-ED328997F7F2}">
      <dsp:nvSpPr>
        <dsp:cNvPr id="0" name=""/>
        <dsp:cNvSpPr/>
      </dsp:nvSpPr>
      <dsp:spPr>
        <a:xfrm rot="19457599">
          <a:off x="6047286" y="1972924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454447" y="1969490"/>
        <a:ext cx="42859" cy="42859"/>
      </dsp:txXfrm>
    </dsp:sp>
    <dsp:sp modelId="{00727B05-0A7E-654D-9E8B-C15915ABDF76}">
      <dsp:nvSpPr>
        <dsp:cNvPr id="0" name=""/>
        <dsp:cNvSpPr/>
      </dsp:nvSpPr>
      <dsp:spPr>
        <a:xfrm>
          <a:off x="6823899" y="1305751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6849382" y="1331234"/>
        <a:ext cx="1689144" cy="819089"/>
      </dsp:txXfrm>
    </dsp:sp>
    <dsp:sp modelId="{30650A68-C05C-4F4F-B86A-D5C3825E8D38}">
      <dsp:nvSpPr>
        <dsp:cNvPr id="0" name=""/>
        <dsp:cNvSpPr/>
      </dsp:nvSpPr>
      <dsp:spPr>
        <a:xfrm rot="2142401">
          <a:off x="6047286" y="2473206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454447" y="2469772"/>
        <a:ext cx="42859" cy="42859"/>
      </dsp:txXfrm>
    </dsp:sp>
    <dsp:sp modelId="{26E334F4-6643-E64B-A1A4-0F5AB0D16E2E}">
      <dsp:nvSpPr>
        <dsp:cNvPr id="0" name=""/>
        <dsp:cNvSpPr/>
      </dsp:nvSpPr>
      <dsp:spPr>
        <a:xfrm>
          <a:off x="6823899" y="2306315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6849382" y="2331798"/>
        <a:ext cx="1689144" cy="819089"/>
      </dsp:txXfrm>
    </dsp:sp>
    <dsp:sp modelId="{16B108A0-45CF-0449-BCD0-08C5190C3089}">
      <dsp:nvSpPr>
        <dsp:cNvPr id="0" name=""/>
        <dsp:cNvSpPr/>
      </dsp:nvSpPr>
      <dsp:spPr>
        <a:xfrm rot="2829178">
          <a:off x="3527958" y="3348699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14134" y="3341106"/>
        <a:ext cx="51176" cy="51176"/>
      </dsp:txXfrm>
    </dsp:sp>
    <dsp:sp modelId="{BC50E684-A130-DA43-A522-A699059EBCBB}">
      <dsp:nvSpPr>
        <dsp:cNvPr id="0" name=""/>
        <dsp:cNvSpPr/>
      </dsp:nvSpPr>
      <dsp:spPr>
        <a:xfrm>
          <a:off x="4387744" y="3306878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4413227" y="3332361"/>
        <a:ext cx="1689144" cy="819089"/>
      </dsp:txXfrm>
    </dsp:sp>
    <dsp:sp modelId="{377D9025-14D7-0A40-900B-55BE64683DA4}">
      <dsp:nvSpPr>
        <dsp:cNvPr id="0" name=""/>
        <dsp:cNvSpPr/>
      </dsp:nvSpPr>
      <dsp:spPr>
        <a:xfrm>
          <a:off x="6127855" y="3723910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458476" y="3724505"/>
        <a:ext cx="34802" cy="34802"/>
      </dsp:txXfrm>
    </dsp:sp>
    <dsp:sp modelId="{DA54989B-8C5E-4B4C-AADD-A207B4B30298}">
      <dsp:nvSpPr>
        <dsp:cNvPr id="0" name=""/>
        <dsp:cNvSpPr/>
      </dsp:nvSpPr>
      <dsp:spPr>
        <a:xfrm>
          <a:off x="6823899" y="3306878"/>
          <a:ext cx="1740110" cy="87005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0" kern="1200" dirty="0"/>
        </a:p>
      </dsp:txBody>
      <dsp:txXfrm>
        <a:off x="6849382" y="3332361"/>
        <a:ext cx="1689144" cy="819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65C4E-6C8D-CA41-8F0D-545D68E10059}">
      <dsp:nvSpPr>
        <dsp:cNvPr id="0" name=""/>
        <dsp:cNvSpPr/>
      </dsp:nvSpPr>
      <dsp:spPr>
        <a:xfrm>
          <a:off x="3082131" y="0"/>
          <a:ext cx="4351338" cy="4351338"/>
        </a:xfrm>
        <a:prstGeom prst="diamond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BCB9DC-742E-2949-9C11-61ECA39727B8}">
      <dsp:nvSpPr>
        <dsp:cNvPr id="0" name=""/>
        <dsp:cNvSpPr/>
      </dsp:nvSpPr>
      <dsp:spPr>
        <a:xfrm>
          <a:off x="3495508" y="413377"/>
          <a:ext cx="1697021" cy="1697021"/>
        </a:xfrm>
        <a:prstGeom prst="roundRect">
          <a:avLst/>
        </a:prstGeom>
        <a:solidFill>
          <a:srgbClr val="40787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100" kern="1200"/>
        </a:p>
      </dsp:txBody>
      <dsp:txXfrm>
        <a:off x="3578350" y="496219"/>
        <a:ext cx="1531337" cy="1531337"/>
      </dsp:txXfrm>
    </dsp:sp>
    <dsp:sp modelId="{9BBFF146-81EC-9743-8017-8B66339A6D45}">
      <dsp:nvSpPr>
        <dsp:cNvPr id="0" name=""/>
        <dsp:cNvSpPr/>
      </dsp:nvSpPr>
      <dsp:spPr>
        <a:xfrm>
          <a:off x="5323070" y="413377"/>
          <a:ext cx="1697021" cy="1697021"/>
        </a:xfrm>
        <a:prstGeom prst="roundRect">
          <a:avLst/>
        </a:prstGeom>
        <a:solidFill>
          <a:srgbClr val="00424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100" kern="1200"/>
        </a:p>
      </dsp:txBody>
      <dsp:txXfrm>
        <a:off x="5405912" y="496219"/>
        <a:ext cx="1531337" cy="1531337"/>
      </dsp:txXfrm>
    </dsp:sp>
    <dsp:sp modelId="{576554E4-D2FD-5C44-BE7B-594A4E2D11C4}">
      <dsp:nvSpPr>
        <dsp:cNvPr id="0" name=""/>
        <dsp:cNvSpPr/>
      </dsp:nvSpPr>
      <dsp:spPr>
        <a:xfrm>
          <a:off x="3495508" y="2240939"/>
          <a:ext cx="1697021" cy="1697021"/>
        </a:xfrm>
        <a:prstGeom prst="roundRect">
          <a:avLst/>
        </a:prstGeom>
        <a:solidFill>
          <a:srgbClr val="00424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100" kern="1200"/>
        </a:p>
      </dsp:txBody>
      <dsp:txXfrm>
        <a:off x="3578350" y="2323781"/>
        <a:ext cx="1531337" cy="1531337"/>
      </dsp:txXfrm>
    </dsp:sp>
    <dsp:sp modelId="{E5457820-F9AE-0D41-83EC-5FF9B20EB30A}">
      <dsp:nvSpPr>
        <dsp:cNvPr id="0" name=""/>
        <dsp:cNvSpPr/>
      </dsp:nvSpPr>
      <dsp:spPr>
        <a:xfrm>
          <a:off x="5323070" y="2240939"/>
          <a:ext cx="1697021" cy="1697021"/>
        </a:xfrm>
        <a:prstGeom prst="roundRect">
          <a:avLst/>
        </a:prstGeom>
        <a:solidFill>
          <a:srgbClr val="40787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100" kern="1200"/>
        </a:p>
      </dsp:txBody>
      <dsp:txXfrm>
        <a:off x="5405912" y="2323781"/>
        <a:ext cx="1531337" cy="15313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2B375-C62F-164A-A480-9A549C8FFBB9}">
      <dsp:nvSpPr>
        <dsp:cNvPr id="0" name=""/>
        <dsp:cNvSpPr/>
      </dsp:nvSpPr>
      <dsp:spPr>
        <a:xfrm>
          <a:off x="3096278" y="296870"/>
          <a:ext cx="3101007" cy="3955366"/>
        </a:xfrm>
        <a:prstGeom prst="roundRect">
          <a:avLst/>
        </a:prstGeom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44D16-7234-224B-84AC-925CE62F641B}">
      <dsp:nvSpPr>
        <dsp:cNvPr id="0" name=""/>
        <dsp:cNvSpPr/>
      </dsp:nvSpPr>
      <dsp:spPr>
        <a:xfrm>
          <a:off x="3220318" y="1720801"/>
          <a:ext cx="2387775" cy="23732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b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/>
        </a:p>
      </dsp:txBody>
      <dsp:txXfrm>
        <a:off x="3220318" y="1720801"/>
        <a:ext cx="2387775" cy="2373219"/>
      </dsp:txXfrm>
    </dsp:sp>
    <dsp:sp modelId="{43D53944-212B-334B-A87D-150AD64CBAC6}">
      <dsp:nvSpPr>
        <dsp:cNvPr id="0" name=""/>
        <dsp:cNvSpPr/>
      </dsp:nvSpPr>
      <dsp:spPr>
        <a:xfrm>
          <a:off x="5663310" y="99101"/>
          <a:ext cx="1067948" cy="1067948"/>
        </a:xfrm>
        <a:prstGeom prst="ellipse">
          <a:avLst/>
        </a:prstGeom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8553A-7097-8F4C-8937-FF3D72EB9390}">
      <dsp:nvSpPr>
        <dsp:cNvPr id="0" name=""/>
        <dsp:cNvSpPr/>
      </dsp:nvSpPr>
      <dsp:spPr>
        <a:xfrm>
          <a:off x="6731259" y="99101"/>
          <a:ext cx="688061" cy="1067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25400" rIns="508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6731259" y="99101"/>
        <a:ext cx="688061" cy="1067948"/>
      </dsp:txXfrm>
    </dsp:sp>
    <dsp:sp modelId="{A86039CA-7FE2-854C-BB3C-BB1312CC9C5D}">
      <dsp:nvSpPr>
        <dsp:cNvPr id="0" name=""/>
        <dsp:cNvSpPr/>
      </dsp:nvSpPr>
      <dsp:spPr>
        <a:xfrm>
          <a:off x="5663310" y="1359281"/>
          <a:ext cx="1067948" cy="1067948"/>
        </a:xfrm>
        <a:prstGeom prst="ellipse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64636-E11F-4845-A0E5-7E624372D747}">
      <dsp:nvSpPr>
        <dsp:cNvPr id="0" name=""/>
        <dsp:cNvSpPr/>
      </dsp:nvSpPr>
      <dsp:spPr>
        <a:xfrm>
          <a:off x="6731259" y="1359281"/>
          <a:ext cx="688061" cy="1067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25400" rIns="508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6731259" y="1359281"/>
        <a:ext cx="688061" cy="1067948"/>
      </dsp:txXfrm>
    </dsp:sp>
    <dsp:sp modelId="{24BECCB2-13C2-1145-B1B9-FADACA6CA605}">
      <dsp:nvSpPr>
        <dsp:cNvPr id="0" name=""/>
        <dsp:cNvSpPr/>
      </dsp:nvSpPr>
      <dsp:spPr>
        <a:xfrm>
          <a:off x="5663310" y="2619461"/>
          <a:ext cx="1067948" cy="1067948"/>
        </a:xfrm>
        <a:prstGeom prst="ellipse">
          <a:avLst/>
        </a:prstGeom>
        <a:gradFill flip="none" rotWithShape="1">
          <a:gsLst>
            <a:gs pos="0">
              <a:schemeClr val="accent2">
                <a:lumMod val="67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9850E-4D74-B144-86D2-A8157B5A5904}">
      <dsp:nvSpPr>
        <dsp:cNvPr id="0" name=""/>
        <dsp:cNvSpPr/>
      </dsp:nvSpPr>
      <dsp:spPr>
        <a:xfrm>
          <a:off x="6731259" y="2619461"/>
          <a:ext cx="688061" cy="1067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25400" rIns="508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6731259" y="2619461"/>
        <a:ext cx="688061" cy="1067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57E0E-A535-E644-B4E1-8C68A8B4604C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334FE-11E2-C146-9618-71B4D8A76F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712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820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39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3605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455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0143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3157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747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4733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162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333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970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611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714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2951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334FE-11E2-C146-9618-71B4D8A76F42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031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9AF12-8103-1745-BF5F-33AA10C2F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44340F-8350-4944-B5F2-9BA92FB69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209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D11AA-09B2-C74C-AAFC-898E07D0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B7E455-308E-F447-B1F2-09396B29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E5B05-8B73-7A45-BE0D-D7A40905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5E9B944-9C1A-BB43-8C20-517231155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1" y="5735637"/>
            <a:ext cx="4114800" cy="473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zh-CN" altLang="en-US" dirty="0"/>
              <a:t>单击此处编辑制作人落款</a:t>
            </a:r>
          </a:p>
        </p:txBody>
      </p:sp>
    </p:spTree>
    <p:extLst>
      <p:ext uri="{BB962C8B-B14F-4D97-AF65-F5344CB8AC3E}">
        <p14:creationId xmlns:p14="http://schemas.microsoft.com/office/powerpoint/2010/main" val="332051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9AF12-8103-1745-BF5F-33AA10C2F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44340F-8350-4944-B5F2-9BA92FB69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209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5E9B944-9C1A-BB43-8C20-517231155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1" y="5735637"/>
            <a:ext cx="4114800" cy="473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zh-CN" altLang="en-US" dirty="0"/>
              <a:t>单击此处编辑制作人落款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40378F-8AAA-6543-9562-FA5F60E1A3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0325100" y="6257940"/>
            <a:ext cx="2641600" cy="584200"/>
          </a:xfrm>
          <a:prstGeom prst="rect">
            <a:avLst/>
          </a:prstGeom>
        </p:spPr>
      </p:pic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9F36A762-F889-F64F-9110-26B594F203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F75B2DEF-BC31-D149-A328-7D0D4735A0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3B465946-0DD7-5142-856B-3615213564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52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85F7F-C4FA-9243-B7B0-B6295B55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511C7-1D81-324F-B997-001A74F4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CDADB-169B-964E-9DDA-B2C331B0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74282-1E8A-7842-8292-1A7104A9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B5181F98-0107-DB45-9B76-2B0DE301F6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E219A4-92EC-0843-A841-7D5A6AFAD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9" name="文本占位符 9">
            <a:extLst>
              <a:ext uri="{FF2B5EF4-FFF2-40B4-BE49-F238E27FC236}">
                <a16:creationId xmlns:a16="http://schemas.microsoft.com/office/drawing/2014/main" id="{D8A3CF44-DBB3-D94F-85E6-0322C35530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11971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和内容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DE219A4-92EC-0843-A841-7D5A6AFADC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85F7F-C4FA-9243-B7B0-B6295B55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B5181F98-0107-DB45-9B76-2B0DE301F6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56CC52-16E0-8042-8A12-E2B32F0B1C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89652F25-320A-CB4D-B665-3B0C289AC260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日期占位符 16">
            <a:extLst>
              <a:ext uri="{FF2B5EF4-FFF2-40B4-BE49-F238E27FC236}">
                <a16:creationId xmlns:a16="http://schemas.microsoft.com/office/drawing/2014/main" id="{2DDC05B8-2B90-194D-B11C-27C55752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18" name="页脚占位符 17">
            <a:extLst>
              <a:ext uri="{FF2B5EF4-FFF2-40B4-BE49-F238E27FC236}">
                <a16:creationId xmlns:a16="http://schemas.microsoft.com/office/drawing/2014/main" id="{DFEE60AD-1053-6040-B2FD-94234BA3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E9E2E6E5-F394-6C42-8F8D-1666346A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文本占位符 9">
            <a:extLst>
              <a:ext uri="{FF2B5EF4-FFF2-40B4-BE49-F238E27FC236}">
                <a16:creationId xmlns:a16="http://schemas.microsoft.com/office/drawing/2014/main" id="{C80242BB-C43E-6249-ADF7-7982FD05F1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92623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F5C6D-23EA-714A-8ABC-141C00C8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F55E6-BDC0-9D45-963E-4B58B314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921B6-BC3A-6042-9592-B98C67A0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5CECFA-2351-1047-8FCF-9C6F20D6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F3154-143D-BB47-B738-AD8A9D62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90A32FCE-EC24-F349-BC4F-854CA64537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C11BDF-BAAF-D647-A491-6A27559B1E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87459B4-A75F-4843-BF66-8B5320FD0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031100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F5C6D-23EA-714A-8ABC-141C00C8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F55E6-BDC0-9D45-963E-4B58B314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921B6-BC3A-6042-9592-B98C67A0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5CECFA-2351-1047-8FCF-9C6F20D6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F3154-143D-BB47-B738-AD8A9D62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90A32FCE-EC24-F349-BC4F-854CA64537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C11BDF-BAAF-D647-A491-6A27559B1E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0EB4372-CAE1-BA4A-A799-F6528B944E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2"/>
            <a:ext cx="2641600" cy="584200"/>
          </a:xfrm>
          <a:prstGeom prst="rect">
            <a:avLst/>
          </a:prstGeom>
        </p:spPr>
      </p:pic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439D5F36-6337-2E49-95FA-26B5EF0DD4F6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占位符 9">
            <a:extLst>
              <a:ext uri="{FF2B5EF4-FFF2-40B4-BE49-F238E27FC236}">
                <a16:creationId xmlns:a16="http://schemas.microsoft.com/office/drawing/2014/main" id="{B323F2C5-9322-A541-81D6-F8EC7629B3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162632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8B3F2-4F12-8D43-8D2A-124B7A8E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FC5D72-047C-4141-8356-62EEC0929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DA0E99-9527-B246-AE00-41FB2979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3A0F9B-7542-7C40-927E-5AB9FF50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FD89C-38B2-5449-BA38-3FA366F0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FA0B4614-62CB-E748-9CBE-5B4124024A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56ED5-260E-D445-BCBA-134BFBF138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0543BBBF-E454-5F44-9687-5540D080B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73916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8B3F2-4F12-8D43-8D2A-124B7A8E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FC5D72-047C-4141-8356-62EEC0929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DA0E99-9527-B246-AE00-41FB2979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3A0F9B-7542-7C40-927E-5AB9FF50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FD89C-38B2-5449-BA38-3FA366F0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FA0B4614-62CB-E748-9CBE-5B4124024A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56ED5-260E-D445-BCBA-134BFBF138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3666298-62C1-4944-B967-43C725B629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4"/>
            <a:ext cx="2641600" cy="584200"/>
          </a:xfrm>
          <a:prstGeom prst="rect">
            <a:avLst/>
          </a:prstGeom>
        </p:spPr>
      </p:pic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25C26439-2438-8B47-81AB-2EE913711CFA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占位符 9">
            <a:extLst>
              <a:ext uri="{FF2B5EF4-FFF2-40B4-BE49-F238E27FC236}">
                <a16:creationId xmlns:a16="http://schemas.microsoft.com/office/drawing/2014/main" id="{150CABD1-18AF-0240-81C0-7C3129378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97264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51B945-782C-994C-B079-3EC0B41C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35E29D-5590-FA48-9DB7-F826C7DFB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42C2FB-36B8-BF41-9BFA-73623293A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AFA1D2-6994-1740-A781-FADF9FFA1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DB6AE2-6B52-A74B-A95C-E47ADEC6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A5B62-0F83-CD48-A3AD-E30BD6D9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35A91A-247C-BE49-8359-EDA8DC4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 descr="图片包含 物体&#10;&#10;描述已自动生成">
            <a:extLst>
              <a:ext uri="{FF2B5EF4-FFF2-40B4-BE49-F238E27FC236}">
                <a16:creationId xmlns:a16="http://schemas.microsoft.com/office/drawing/2014/main" id="{D0F0A550-5E5D-5042-B65B-48D3E9BD8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B939D3-09D1-2743-8256-E543246FEB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3" name="文本占位符 9">
            <a:extLst>
              <a:ext uri="{FF2B5EF4-FFF2-40B4-BE49-F238E27FC236}">
                <a16:creationId xmlns:a16="http://schemas.microsoft.com/office/drawing/2014/main" id="{32A1FDED-A265-C645-84AA-165431F7D2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407522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51B945-782C-994C-B079-3EC0B41C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35E29D-5590-FA48-9DB7-F826C7DFB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42C2FB-36B8-BF41-9BFA-73623293A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AFA1D2-6994-1740-A781-FADF9FFA1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DB6AE2-6B52-A74B-A95C-E47ADEC6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A5B62-0F83-CD48-A3AD-E30BD6D9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35A91A-247C-BE49-8359-EDA8DC4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 descr="图片包含 物体&#10;&#10;描述已自动生成">
            <a:extLst>
              <a:ext uri="{FF2B5EF4-FFF2-40B4-BE49-F238E27FC236}">
                <a16:creationId xmlns:a16="http://schemas.microsoft.com/office/drawing/2014/main" id="{D0F0A550-5E5D-5042-B65B-48D3E9BD8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B939D3-09D1-2743-8256-E543246FEB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88A16DC-8B19-3C49-A2BD-6ACD517F9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FE843C91-9D33-DB49-867F-B1A43968E105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占位符 9">
            <a:extLst>
              <a:ext uri="{FF2B5EF4-FFF2-40B4-BE49-F238E27FC236}">
                <a16:creationId xmlns:a16="http://schemas.microsoft.com/office/drawing/2014/main" id="{80772112-886F-5544-85E6-770623F4BF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3024" y="343336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37523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3F67D6-0A41-8A43-836A-F020C977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A42FCB-A7AA-D048-9810-4412E2B5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D4F4FE-3A82-B649-A161-0017C416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26B475-78DF-AD4A-AD18-C35D4A7456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9D2957-7B21-E64A-A4B2-FA7096FE5B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88686" y="5687801"/>
            <a:ext cx="2438400" cy="10027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92525C-39F6-E041-88B9-F6754501C9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8890405" y="5654629"/>
            <a:ext cx="3112909" cy="1069050"/>
          </a:xfrm>
          <a:prstGeom prst="rect">
            <a:avLst/>
          </a:prstGeom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76AE499-7D2E-C64E-9451-1BA26B5325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427" y="407988"/>
            <a:ext cx="2653126" cy="57364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海报页面标题</a:t>
            </a:r>
          </a:p>
        </p:txBody>
      </p:sp>
    </p:spTree>
    <p:extLst>
      <p:ext uri="{BB962C8B-B14F-4D97-AF65-F5344CB8AC3E}">
        <p14:creationId xmlns:p14="http://schemas.microsoft.com/office/powerpoint/2010/main" val="164893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（全空白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3F67D6-0A41-8A43-836A-F020C977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A42FCB-A7AA-D048-9810-4412E2B5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D4F4FE-3A82-B649-A161-0017C416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26B475-78DF-AD4A-AD18-C35D4A7456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8689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海报栏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3F67D6-0A41-8A43-836A-F020C977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A42FCB-A7AA-D048-9810-4412E2B5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D4F4FE-3A82-B649-A161-0017C416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26B475-78DF-AD4A-AD18-C35D4A7456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60513" y="1687513"/>
            <a:ext cx="9553575" cy="3389312"/>
          </a:xfrm>
          <a:effectLst>
            <a:outerShdw blurRad="114300" dist="1778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9D2957-7B21-E64A-A4B2-FA7096FE5B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88686" y="5687801"/>
            <a:ext cx="2438400" cy="10027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92525C-39F6-E041-88B9-F6754501C9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8890405" y="5654629"/>
            <a:ext cx="3112909" cy="10690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4AAE6F-4309-434D-AC60-D8AF1AA610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51899" y="242428"/>
            <a:ext cx="3943901" cy="872209"/>
          </a:xfrm>
          <a:prstGeom prst="rect">
            <a:avLst/>
          </a:prstGeom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76AE499-7D2E-C64E-9451-1BA26B5325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427" y="407988"/>
            <a:ext cx="2653126" cy="57364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海报页面标题</a:t>
            </a:r>
          </a:p>
        </p:txBody>
      </p:sp>
    </p:spTree>
    <p:extLst>
      <p:ext uri="{BB962C8B-B14F-4D97-AF65-F5344CB8AC3E}">
        <p14:creationId xmlns:p14="http://schemas.microsoft.com/office/powerpoint/2010/main" val="4200652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2CEC8-7074-8E4E-B8FE-A1A212D4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7CBC77-B10A-B54C-9798-A817344B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BDD2C-40D7-BB47-BA0B-613BE192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42BFB174-2671-D34F-A012-24892262BF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4230120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2CEC8-7074-8E4E-B8FE-A1A212D4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7CBC77-B10A-B54C-9798-A817344B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BDD2C-40D7-BB47-BA0B-613BE192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0AEF4AD-4CFE-1C43-A480-08DB8D1491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77502" y="2046323"/>
            <a:ext cx="2641600" cy="584200"/>
          </a:xfrm>
          <a:prstGeom prst="rect">
            <a:avLst/>
          </a:prstGeom>
        </p:spPr>
      </p:pic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98944C66-DA79-F140-BE25-8C172457E51D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占位符 9">
            <a:extLst>
              <a:ext uri="{FF2B5EF4-FFF2-40B4-BE49-F238E27FC236}">
                <a16:creationId xmlns:a16="http://schemas.microsoft.com/office/drawing/2014/main" id="{CFE16F2F-BD80-A545-8C08-4102DD62F4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3380869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7665-074A-334B-ACA1-C931F8FA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20799"/>
            <a:ext cx="3932237" cy="2108201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31FAF-4BBC-4A4A-B5D3-CB0477C9F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659467"/>
            <a:ext cx="6172200" cy="4201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2624A3-5E65-3242-9D57-CB80D5608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790E70-BB40-114B-AC2D-08F1942D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F44282-2284-4944-A3CC-9D784E45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6A875-0729-354F-AB4C-F61C2F4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 descr="图片包含 物体&#10;&#10;描述已自动生成">
            <a:extLst>
              <a:ext uri="{FF2B5EF4-FFF2-40B4-BE49-F238E27FC236}">
                <a16:creationId xmlns:a16="http://schemas.microsoft.com/office/drawing/2014/main" id="{ABC491D5-6976-1C48-8DA5-5F7DB1EDA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0FC9A5-65E1-3B45-BA28-4395F8DA70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E4C20B79-93E6-0647-B7DC-76EA3B558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666528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7665-074A-334B-ACA1-C931F8FA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20799"/>
            <a:ext cx="3932237" cy="2108201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31FAF-4BBC-4A4A-B5D3-CB0477C9F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659467"/>
            <a:ext cx="6172200" cy="4201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2624A3-5E65-3242-9D57-CB80D5608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790E70-BB40-114B-AC2D-08F1942D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F44282-2284-4944-A3CC-9D784E45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6A875-0729-354F-AB4C-F61C2F4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 descr="图片包含 物体&#10;&#10;描述已自动生成">
            <a:extLst>
              <a:ext uri="{FF2B5EF4-FFF2-40B4-BE49-F238E27FC236}">
                <a16:creationId xmlns:a16="http://schemas.microsoft.com/office/drawing/2014/main" id="{ABC491D5-6976-1C48-8DA5-5F7DB1EDA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0FC9A5-65E1-3B45-BA28-4395F8DA70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8C2A5B6-B99B-3B4B-8FC1-234E49324B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0"/>
            <a:ext cx="2641600" cy="584200"/>
          </a:xfrm>
          <a:prstGeom prst="rect">
            <a:avLst/>
          </a:prstGeom>
        </p:spPr>
      </p:pic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679EA72E-CC25-274E-AFC2-F17FA900DA7B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占位符 9">
            <a:extLst>
              <a:ext uri="{FF2B5EF4-FFF2-40B4-BE49-F238E27FC236}">
                <a16:creationId xmlns:a16="http://schemas.microsoft.com/office/drawing/2014/main" id="{415DFA42-72D7-E04E-9680-A9AAAA81EC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3358272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D852E-C1ED-A24B-A57A-2E22D1C6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27200"/>
            <a:ext cx="3932237" cy="17018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F99C97-AE40-B842-8AAD-AD08B836D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27200"/>
            <a:ext cx="6172200" cy="413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E8A438-43C0-1845-9E0A-178A2E8CD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983F4-0206-AF40-9709-528453D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AAEC0-F964-E846-BA9C-7FC4A762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0F124B-C77F-F242-A30A-107963C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37DCEAD3-567C-BE40-9B3B-6AB93C2B22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A167A5-3CF2-004C-B8D7-D243B0DD34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4EC579B5-9CB4-3D4C-ACD4-480AE4C578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3091988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D852E-C1ED-A24B-A57A-2E22D1C6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27200"/>
            <a:ext cx="3932237" cy="17018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F99C97-AE40-B842-8AAD-AD08B836D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27200"/>
            <a:ext cx="6172200" cy="413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E8A438-43C0-1845-9E0A-178A2E8CD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983F4-0206-AF40-9709-528453D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AAEC0-F964-E846-BA9C-7FC4A762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0F124B-C77F-F242-A30A-107963C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37DCEAD3-567C-BE40-9B3B-6AB93C2B22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A167A5-3CF2-004C-B8D7-D243B0DD34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15EEF4-89B9-A848-BC45-DE1ADEEC6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21"/>
            <a:ext cx="2641600" cy="584200"/>
          </a:xfrm>
          <a:prstGeom prst="rect">
            <a:avLst/>
          </a:prstGeom>
        </p:spPr>
      </p:pic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015BE00D-335E-874E-BE85-5B679E1AD811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占位符 9">
            <a:extLst>
              <a:ext uri="{FF2B5EF4-FFF2-40B4-BE49-F238E27FC236}">
                <a16:creationId xmlns:a16="http://schemas.microsoft.com/office/drawing/2014/main" id="{5CF83B4F-A88F-764A-AA1E-CE95F6ABDF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3253163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C2839B-423F-EB46-8BAF-7F403F91D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AC89F-6B0D-A94C-9394-20BC7065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1FD39-AF52-7E4C-A444-99435CE3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C22C1-B220-F94F-93F6-27B74424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5CACF1BC-0F5C-9248-8627-330B8D381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05D412-79B3-3D4E-BF4E-1CF1564B0A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9" name="文本占位符 9">
            <a:extLst>
              <a:ext uri="{FF2B5EF4-FFF2-40B4-BE49-F238E27FC236}">
                <a16:creationId xmlns:a16="http://schemas.microsoft.com/office/drawing/2014/main" id="{8F43B9C6-0C51-2647-AD5A-6D699729A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661554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C2839B-423F-EB46-8BAF-7F403F91D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AC89F-6B0D-A94C-9394-20BC7065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1FD39-AF52-7E4C-A444-99435CE3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C22C1-B220-F94F-93F6-27B74424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5CACF1BC-0F5C-9248-8627-330B8D381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05D412-79B3-3D4E-BF4E-1CF1564B0A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0D30CE-928A-1742-B6B3-CDDF8F13AC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19"/>
            <a:ext cx="2641600" cy="584200"/>
          </a:xfrm>
          <a:prstGeom prst="rect">
            <a:avLst/>
          </a:prstGeom>
        </p:spPr>
      </p:pic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E4AD144E-B657-3E48-9929-3C9FA454705A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532D753C-2D49-DD47-9D6E-FC55057D95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485466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CF8AC5-054C-D84B-8336-563B059EB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811867"/>
            <a:ext cx="2628900" cy="4365096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A4BA33-9762-4E48-B02E-61C82F911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11867"/>
            <a:ext cx="7734300" cy="4365096"/>
          </a:xfrm>
        </p:spPr>
        <p:txBody>
          <a:bodyPr vert="eaVert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B54D5-C217-B844-ABFC-0F8E2778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FB159F-3992-BC42-A349-56242861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F2774-FD5B-8F46-B710-51E577C5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772E9449-FD81-1C41-B543-F9EBC554C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4F73D9-3DD0-CD42-B5E9-15D06EABB7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C577C5E5-670D-3448-9A3E-566005F26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280576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（带绶带页码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CF8AC5-054C-D84B-8336-563B059EB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811867"/>
            <a:ext cx="2628900" cy="4365096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04242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A4BA33-9762-4E48-B02E-61C82F911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11867"/>
            <a:ext cx="7734300" cy="4365096"/>
          </a:xfrm>
        </p:spPr>
        <p:txBody>
          <a:bodyPr vert="eaVert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B54D5-C217-B844-ABFC-0F8E2778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FB159F-3992-BC42-A349-56242861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F2774-FD5B-8F46-B710-51E577C5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 descr="图片包含 物体&#10;&#10;描述已自动生成">
            <a:extLst>
              <a:ext uri="{FF2B5EF4-FFF2-40B4-BE49-F238E27FC236}">
                <a16:creationId xmlns:a16="http://schemas.microsoft.com/office/drawing/2014/main" id="{772E9449-FD81-1C41-B543-F9EBC554C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4F73D9-3DD0-CD42-B5E9-15D06EABB7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CD0894-6B82-A946-91FA-06C73D28B8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10477502" y="2046319"/>
            <a:ext cx="2641600" cy="584200"/>
          </a:xfrm>
          <a:prstGeom prst="rect">
            <a:avLst/>
          </a:prstGeom>
        </p:spPr>
      </p:pic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A130D94F-5003-9741-9F32-03D5B547BEBF}"/>
              </a:ext>
            </a:extLst>
          </p:cNvPr>
          <p:cNvSpPr txBox="1">
            <a:spLocks/>
          </p:cNvSpPr>
          <p:nvPr userDrawn="1"/>
        </p:nvSpPr>
        <p:spPr>
          <a:xfrm>
            <a:off x="11544550" y="1406525"/>
            <a:ext cx="533152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896FC1-23CB-674C-A941-B438FB0F41D0}" type="slidenum">
              <a:rPr kumimoji="1" lang="zh-CN" altLang="en-US" sz="1800" b="0" i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‹#›</a:t>
            </a:fld>
            <a:endParaRPr kumimoji="1" lang="zh-CN" altLang="en-US" sz="1800" b="0" i="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占位符 9">
            <a:extLst>
              <a:ext uri="{FF2B5EF4-FFF2-40B4-BE49-F238E27FC236}">
                <a16:creationId xmlns:a16="http://schemas.microsoft.com/office/drawing/2014/main" id="{C6DAF2C0-ED66-C249-8046-AAB5E3B946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7915" y="329897"/>
            <a:ext cx="4005490" cy="493486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小标题</a:t>
            </a:r>
          </a:p>
        </p:txBody>
      </p:sp>
    </p:spTree>
    <p:extLst>
      <p:ext uri="{BB962C8B-B14F-4D97-AF65-F5344CB8AC3E}">
        <p14:creationId xmlns:p14="http://schemas.microsoft.com/office/powerpoint/2010/main" val="7541397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感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D852E-C1ED-A24B-A57A-2E22D1C6A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832" y="600401"/>
            <a:ext cx="5155486" cy="1701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单击此处编辑感谢标题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F99C97-AE40-B842-8AAD-AD08B836D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33500" y="4243347"/>
            <a:ext cx="5334000" cy="1701801"/>
          </a:xfrm>
          <a:effectLst>
            <a:outerShdw blurRad="63500" dist="1016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E8A438-43C0-1845-9E0A-178A2E8CD64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49423" y="4243347"/>
            <a:ext cx="3932237" cy="17151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单击此处编辑感谢标语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983F4-0206-AF40-9709-528453D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AAEC0-F964-E846-BA9C-7FC4A762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0F124B-C77F-F242-A30A-107963C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37DCEAD3-567C-BE40-9B3B-6AB93C2B22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A167A5-3CF2-004C-B8D7-D243B0DD34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450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感谢（带绶带页码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D852E-C1ED-A24B-A57A-2E22D1C6A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832" y="600401"/>
            <a:ext cx="5155486" cy="1701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单击此处编辑感谢标题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F99C97-AE40-B842-8AAD-AD08B836D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33500" y="4243347"/>
            <a:ext cx="5334000" cy="1701801"/>
          </a:xfrm>
          <a:effectLst>
            <a:outerShdw blurRad="63500" dist="1016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E8A438-43C0-1845-9E0A-178A2E8CD64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49423" y="4243347"/>
            <a:ext cx="3932237" cy="1715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单击此处编辑感谢标语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983F4-0206-AF40-9709-528453D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AAEC0-F964-E846-BA9C-7FC4A762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0F124B-C77F-F242-A30A-107963C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37DCEAD3-567C-BE40-9B3B-6AB93C2B22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A167A5-3CF2-004C-B8D7-D243B0DD34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36B1038-9FC6-D948-88B9-436F15E80D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10325100" y="4847651"/>
            <a:ext cx="2641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4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70C203-0BEB-9D4C-BF66-AC615D7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802" y="167809"/>
            <a:ext cx="3838672" cy="7281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zh-CN" altLang="en-US" dirty="0"/>
              <a:t>小标题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AC021A-F554-A042-8A6A-925254A89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2221"/>
            <a:ext cx="10515600" cy="4174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2AA8-35CF-4442-BA8C-DB22116EE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C70E-A5A8-084B-8965-C8AD0FB92D6B}" type="datetimeFigureOut">
              <a:rPr kumimoji="1" lang="zh-CN" altLang="en-US" smtClean="0"/>
              <a:t>2020/4/9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56040-43BD-434D-96D7-6B55F892C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96FC1-23CB-674C-A941-B438FB0F41D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2827CA93-B984-A34D-85C8-11E0FF6B7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FDC6E0-9B86-384D-B0DB-28AC6E25A5BF}"/>
              </a:ext>
            </a:extLst>
          </p:cNvPr>
          <p:cNvGrpSpPr/>
          <p:nvPr userDrawn="1"/>
        </p:nvGrpSpPr>
        <p:grpSpPr>
          <a:xfrm>
            <a:off x="9537538" y="252502"/>
            <a:ext cx="2654461" cy="493467"/>
            <a:chOff x="8941006" y="257540"/>
            <a:chExt cx="3276393" cy="60001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90A9150-810A-5743-8108-CF368D1CB4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8"/>
            <a:srcRect l="48056" t="15635"/>
            <a:stretch/>
          </p:blipFill>
          <p:spPr>
            <a:xfrm>
              <a:off x="9523625" y="257540"/>
              <a:ext cx="2517003" cy="42062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679BA7C-B4B0-E346-A65E-552E4AC15F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9"/>
            <a:stretch>
              <a:fillRect/>
            </a:stretch>
          </p:blipFill>
          <p:spPr>
            <a:xfrm>
              <a:off x="8941006" y="287441"/>
              <a:ext cx="533192" cy="53319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884D2F8-17A0-8F4C-827D-417EF008D1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/>
            <a:stretch>
              <a:fillRect/>
            </a:stretch>
          </p:blipFill>
          <p:spPr>
            <a:xfrm>
              <a:off x="9474198" y="715941"/>
              <a:ext cx="2743201" cy="141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077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33" r:id="rId2"/>
    <p:sldLayoutId id="2147484022" r:id="rId3"/>
    <p:sldLayoutId id="2147484034" r:id="rId4"/>
    <p:sldLayoutId id="2147484023" r:id="rId5"/>
    <p:sldLayoutId id="2147484035" r:id="rId6"/>
    <p:sldLayoutId id="2147484024" r:id="rId7"/>
    <p:sldLayoutId id="2147484036" r:id="rId8"/>
    <p:sldLayoutId id="2147484025" r:id="rId9"/>
    <p:sldLayoutId id="2147484037" r:id="rId10"/>
    <p:sldLayoutId id="2147484026" r:id="rId11"/>
    <p:sldLayoutId id="2147484045" r:id="rId12"/>
    <p:sldLayoutId id="2147484044" r:id="rId13"/>
    <p:sldLayoutId id="2147484027" r:id="rId14"/>
    <p:sldLayoutId id="2147484038" r:id="rId15"/>
    <p:sldLayoutId id="2147484028" r:id="rId16"/>
    <p:sldLayoutId id="2147484039" r:id="rId17"/>
    <p:sldLayoutId id="2147484029" r:id="rId18"/>
    <p:sldLayoutId id="2147484040" r:id="rId19"/>
    <p:sldLayoutId id="2147484030" r:id="rId20"/>
    <p:sldLayoutId id="2147484041" r:id="rId21"/>
    <p:sldLayoutId id="2147484031" r:id="rId22"/>
    <p:sldLayoutId id="2147484042" r:id="rId23"/>
    <p:sldLayoutId id="2147484032" r:id="rId24"/>
    <p:sldLayoutId id="214748404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04242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04242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4242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4242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4242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6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5" Type="http://schemas.openxmlformats.org/officeDocument/2006/relationships/image" Target="../media/image39.png"/><Relationship Id="rId2" Type="http://schemas.openxmlformats.org/officeDocument/2006/relationships/image" Target="../media/image18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38.png"/><Relationship Id="rId5" Type="http://schemas.openxmlformats.org/officeDocument/2006/relationships/image" Target="../media/image21.png"/><Relationship Id="rId15" Type="http://schemas.openxmlformats.org/officeDocument/2006/relationships/image" Target="../media/image30.png"/><Relationship Id="rId23" Type="http://schemas.openxmlformats.org/officeDocument/2006/relationships/image" Target="../media/image12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3CFDA-75CB-F14F-9E2F-944EBF704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639DF5-2436-2549-8FBB-3E9F772E4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56AD94-5E84-3E45-8887-9EF50C7FC5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kumimoji="1" lang="zh-CN" altLang="en-US"/>
          </a:p>
        </p:txBody>
      </p:sp>
      <p:pic>
        <p:nvPicPr>
          <p:cNvPr id="9" name="图片 8" descr="图片包含 游戏机, 蓝色, 白色&#10;&#10;描述已自动生成">
            <a:extLst>
              <a:ext uri="{FF2B5EF4-FFF2-40B4-BE49-F238E27FC236}">
                <a16:creationId xmlns:a16="http://schemas.microsoft.com/office/drawing/2014/main" id="{0D260050-B51F-FC4A-BD72-913D889AF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BBB62F71-1FF5-0040-9785-C396237CE007}"/>
              </a:ext>
            </a:extLst>
          </p:cNvPr>
          <p:cNvSpPr/>
          <p:nvPr/>
        </p:nvSpPr>
        <p:spPr>
          <a:xfrm>
            <a:off x="3166533" y="5567039"/>
            <a:ext cx="6028267" cy="766028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glow rad="50800">
              <a:schemeClr val="bg1"/>
            </a:glow>
            <a:reflection blurRad="6350" stA="52000" endA="300" endPos="35000" dir="5400000" sy="-100000" algn="bl" rotWithShape="0"/>
          </a:effectLst>
          <a:scene3d>
            <a:camera prst="perspectiveRelaxedModerately">
              <a:rot lat="18000000" lon="0" rev="0"/>
            </a:camera>
            <a:lightRig rig="flood" dir="t"/>
          </a:scene3d>
          <a:sp3d prstMaterial="plastic"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 descr="图片包含 户外, 标牌&#10;&#10;描述已自动生成">
            <a:extLst>
              <a:ext uri="{FF2B5EF4-FFF2-40B4-BE49-F238E27FC236}">
                <a16:creationId xmlns:a16="http://schemas.microsoft.com/office/drawing/2014/main" id="{59BE7326-736E-CE48-A47B-F6BB95358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255" y="5106853"/>
            <a:ext cx="920372" cy="9203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34ED54-C064-DD40-8668-740917F6AE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68" r="11662"/>
          <a:stretch/>
        </p:blipFill>
        <p:spPr>
          <a:xfrm>
            <a:off x="4509801" y="5191217"/>
            <a:ext cx="4293275" cy="784035"/>
          </a:xfrm>
          <a:prstGeom prst="rect">
            <a:avLst/>
          </a:prstGeom>
          <a:effectLst>
            <a:glow rad="50800">
              <a:schemeClr val="bg1"/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ED918C9-9881-F445-921B-E220D56D3B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40000"/>
          </a:blip>
          <a:srcRect r="26849"/>
          <a:stretch/>
        </p:blipFill>
        <p:spPr>
          <a:xfrm>
            <a:off x="188686" y="5687801"/>
            <a:ext cx="1783697" cy="10027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7BDE6B8-6CA0-B64B-A64F-FEF2BAC7688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40000"/>
          </a:blip>
          <a:srcRect l="32423"/>
          <a:stretch/>
        </p:blipFill>
        <p:spPr>
          <a:xfrm>
            <a:off x="9899702" y="5654629"/>
            <a:ext cx="2103612" cy="106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3CFDA-75CB-F14F-9E2F-944EBF704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639DF5-2436-2549-8FBB-3E9F772E4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56AD94-5E84-3E45-8887-9EF50C7FC5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961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E:\2013年院办\诸暨市人民医院全景2013年7月1.jpg">
            <a:extLst>
              <a:ext uri="{FF2B5EF4-FFF2-40B4-BE49-F238E27FC236}">
                <a16:creationId xmlns:a16="http://schemas.microsoft.com/office/drawing/2014/main" id="{CF04E4BA-351C-874E-84EA-F6CF4C1B5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097" y="1699781"/>
            <a:ext cx="10087805" cy="333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14300" dist="2032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  <a:softEdge rad="165100"/>
          </a:effectLst>
        </p:spPr>
      </p:pic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69835D53-7CE0-064E-9431-238CCA151A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医院全景图</a:t>
            </a:r>
          </a:p>
        </p:txBody>
      </p:sp>
    </p:spTree>
    <p:extLst>
      <p:ext uri="{BB962C8B-B14F-4D97-AF65-F5344CB8AC3E}">
        <p14:creationId xmlns:p14="http://schemas.microsoft.com/office/powerpoint/2010/main" val="1132069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D0B5557D-07B6-F94C-B1E1-CC1DA49EBD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C7EE75-06B1-C042-803A-A5011B5649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9772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5C005-7079-F94E-9124-E5A7C24045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96801" y="209547"/>
            <a:ext cx="2167467" cy="728133"/>
          </a:xfrm>
        </p:spPr>
        <p:txBody>
          <a:bodyPr/>
          <a:lstStyle/>
          <a:p>
            <a:r>
              <a:rPr kumimoji="1" lang="zh-CN" altLang="en-US" dirty="0"/>
              <a:t>例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5FD28F-DFE4-8349-9F49-51EF8B6C7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086" y="1825625"/>
            <a:ext cx="9742714" cy="4351338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kumimoji="1" lang="zh-CN" altLang="en-US" dirty="0"/>
              <a:t>第一条</a:t>
            </a:r>
            <a:endParaRPr kumimoji="1" lang="en-US" altLang="zh-CN" dirty="0"/>
          </a:p>
          <a:p>
            <a:pPr>
              <a:buFont typeface="Wingdings" pitchFamily="2" charset="2"/>
              <a:buChar char="l"/>
            </a:pPr>
            <a:r>
              <a:rPr kumimoji="1" lang="zh-CN" altLang="en-US" dirty="0"/>
              <a:t>第二条</a:t>
            </a:r>
            <a:endParaRPr kumimoji="1" lang="en-US" altLang="zh-CN" dirty="0"/>
          </a:p>
          <a:p>
            <a:pPr>
              <a:buFont typeface="Wingdings" pitchFamily="2" charset="2"/>
              <a:buChar char="l"/>
            </a:pPr>
            <a:r>
              <a:rPr kumimoji="1" lang="zh-CN" altLang="en-US" dirty="0"/>
              <a:t>第三条</a:t>
            </a:r>
            <a:endParaRPr kumimoji="1" lang="en-US" altLang="zh-CN" dirty="0"/>
          </a:p>
          <a:p>
            <a:pPr lvl="1">
              <a:buFont typeface="Wingdings" pitchFamily="2" charset="2"/>
              <a:buChar char="Ø"/>
            </a:pPr>
            <a:r>
              <a:rPr kumimoji="1" lang="en-US" altLang="zh-CN" dirty="0"/>
              <a:t>……</a:t>
            </a:r>
          </a:p>
          <a:p>
            <a:pPr lvl="1">
              <a:buFont typeface="Wingdings" pitchFamily="2" charset="2"/>
              <a:buChar char="Ø"/>
            </a:pPr>
            <a:r>
              <a:rPr kumimoji="1" lang="en-US" altLang="zh-CN" dirty="0"/>
              <a:t>……</a:t>
            </a:r>
          </a:p>
          <a:p>
            <a:pPr lvl="1">
              <a:buFont typeface="Wingdings" pitchFamily="2" charset="2"/>
              <a:buChar char="Ø"/>
            </a:pPr>
            <a:r>
              <a:rPr kumimoji="1"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60723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79A3E-3D83-8349-9E72-DF1D1B20D7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47936" y="314131"/>
            <a:ext cx="4005490" cy="493486"/>
          </a:xfr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128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内容占位符 17">
            <a:extLst>
              <a:ext uri="{FF2B5EF4-FFF2-40B4-BE49-F238E27FC236}">
                <a16:creationId xmlns:a16="http://schemas.microsoft.com/office/drawing/2014/main" id="{02A061BA-7761-FC4C-B262-A7BC450C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8937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24603B-6C6A-5B4C-A169-EEF7C3608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1747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5F5A559-593D-234F-909C-ED16A4E42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6024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9440E9-DCAA-9B4B-9985-862A2386B0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4064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BAAED136-D60A-384A-A873-63A7B48E9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2915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E84354-54B4-8F47-9530-4C058B06BB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0347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73A72B7-D055-134E-AE36-DB65FAC70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0240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242001-D5BD-5C40-AA82-10AD4FA4C3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067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4AA2DC6-09C3-2B48-BF0D-40A424BD4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875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33D874-1A0D-774C-8CBB-B1C74852E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5101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1">
            <a:extLst>
              <a:ext uri="{FF2B5EF4-FFF2-40B4-BE49-F238E27FC236}">
                <a16:creationId xmlns:a16="http://schemas.microsoft.com/office/drawing/2014/main" id="{4C17DE96-6AFE-E14E-800B-E1ADE19EFB57}"/>
              </a:ext>
            </a:extLst>
          </p:cNvPr>
          <p:cNvSpPr txBox="1"/>
          <p:nvPr/>
        </p:nvSpPr>
        <p:spPr>
          <a:xfrm>
            <a:off x="6124764" y="2076378"/>
            <a:ext cx="5122517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 defTabSz="1375467"/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山不在高，有仙则名。水不在深，有龙则灵。斯是陋室，惟吾德馨。苔痕上阶绿，草色入帘青。谈笑有鸿儒，往来无白丁。可以调素琴，阅金经。</a:t>
            </a:r>
            <a:endParaRPr lang="en-US" altLang="zh-CN" sz="16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2952C175-E847-2241-A71A-9B1E04A82D39}"/>
              </a:ext>
            </a:extLst>
          </p:cNvPr>
          <p:cNvSpPr/>
          <p:nvPr/>
        </p:nvSpPr>
        <p:spPr>
          <a:xfrm>
            <a:off x="6124764" y="1661540"/>
            <a:ext cx="2576026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defTabSz="1375467"/>
            <a:r>
              <a:rPr lang="zh-CN" altLang="en-US" sz="2000" b="1" dirty="0">
                <a:solidFill>
                  <a:srgbClr val="FFFFFF">
                    <a:lumMod val="6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描述文字</a:t>
            </a:r>
            <a:endParaRPr lang="en-US" sz="2000" b="1" dirty="0">
              <a:solidFill>
                <a:srgbClr val="FFFFFF">
                  <a:lumMod val="6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Group 102">
            <a:extLst>
              <a:ext uri="{FF2B5EF4-FFF2-40B4-BE49-F238E27FC236}">
                <a16:creationId xmlns:a16="http://schemas.microsoft.com/office/drawing/2014/main" id="{B9C1A8B3-0866-3548-857D-D6D35C921664}"/>
              </a:ext>
            </a:extLst>
          </p:cNvPr>
          <p:cNvGrpSpPr/>
          <p:nvPr/>
        </p:nvGrpSpPr>
        <p:grpSpPr>
          <a:xfrm>
            <a:off x="6232677" y="3433102"/>
            <a:ext cx="855343" cy="3071759"/>
            <a:chOff x="669035" y="1765252"/>
            <a:chExt cx="864105" cy="2246673"/>
          </a:xfrm>
        </p:grpSpPr>
        <p:sp>
          <p:nvSpPr>
            <p:cNvPr id="11" name="Rounded Rectangle 105">
              <a:extLst>
                <a:ext uri="{FF2B5EF4-FFF2-40B4-BE49-F238E27FC236}">
                  <a16:creationId xmlns:a16="http://schemas.microsoft.com/office/drawing/2014/main" id="{B8E6F4BE-002F-CA4B-AB59-F0CABA762426}"/>
                </a:ext>
              </a:extLst>
            </p:cNvPr>
            <p:cNvSpPr/>
            <p:nvPr/>
          </p:nvSpPr>
          <p:spPr>
            <a:xfrm>
              <a:off x="669035" y="3781497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" name="Rounded Rectangle 106">
              <a:extLst>
                <a:ext uri="{FF2B5EF4-FFF2-40B4-BE49-F238E27FC236}">
                  <a16:creationId xmlns:a16="http://schemas.microsoft.com/office/drawing/2014/main" id="{0EBD3CC0-A288-FA40-A162-0803E79D0590}"/>
                </a:ext>
              </a:extLst>
            </p:cNvPr>
            <p:cNvSpPr/>
            <p:nvPr/>
          </p:nvSpPr>
          <p:spPr>
            <a:xfrm>
              <a:off x="669035" y="3493462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" name="Rounded Rectangle 107">
              <a:extLst>
                <a:ext uri="{FF2B5EF4-FFF2-40B4-BE49-F238E27FC236}">
                  <a16:creationId xmlns:a16="http://schemas.microsoft.com/office/drawing/2014/main" id="{D04B9766-BCAE-404A-BE78-53A30E1A0DDB}"/>
                </a:ext>
              </a:extLst>
            </p:cNvPr>
            <p:cNvSpPr/>
            <p:nvPr/>
          </p:nvSpPr>
          <p:spPr>
            <a:xfrm>
              <a:off x="669035" y="3205427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" name="Rounded Rectangle 108">
              <a:extLst>
                <a:ext uri="{FF2B5EF4-FFF2-40B4-BE49-F238E27FC236}">
                  <a16:creationId xmlns:a16="http://schemas.microsoft.com/office/drawing/2014/main" id="{78765AC6-0147-9644-B714-C1E66B6FE6CB}"/>
                </a:ext>
              </a:extLst>
            </p:cNvPr>
            <p:cNvSpPr/>
            <p:nvPr/>
          </p:nvSpPr>
          <p:spPr>
            <a:xfrm>
              <a:off x="669035" y="2917392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Rounded Rectangle 109">
              <a:extLst>
                <a:ext uri="{FF2B5EF4-FFF2-40B4-BE49-F238E27FC236}">
                  <a16:creationId xmlns:a16="http://schemas.microsoft.com/office/drawing/2014/main" id="{B28A1D9D-26EA-1A42-AE7A-6DA4103E5C16}"/>
                </a:ext>
              </a:extLst>
            </p:cNvPr>
            <p:cNvSpPr/>
            <p:nvPr/>
          </p:nvSpPr>
          <p:spPr>
            <a:xfrm>
              <a:off x="669035" y="2629357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" name="Rounded Rectangle 110">
              <a:extLst>
                <a:ext uri="{FF2B5EF4-FFF2-40B4-BE49-F238E27FC236}">
                  <a16:creationId xmlns:a16="http://schemas.microsoft.com/office/drawing/2014/main" id="{F4BF7DE7-5300-3D43-8D54-C0CE2C73CD3A}"/>
                </a:ext>
              </a:extLst>
            </p:cNvPr>
            <p:cNvSpPr/>
            <p:nvPr/>
          </p:nvSpPr>
          <p:spPr>
            <a:xfrm>
              <a:off x="669035" y="2341322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Rounded Rectangle 111">
              <a:extLst>
                <a:ext uri="{FF2B5EF4-FFF2-40B4-BE49-F238E27FC236}">
                  <a16:creationId xmlns:a16="http://schemas.microsoft.com/office/drawing/2014/main" id="{8A7E0C3B-E4BA-7547-8F89-675A78D0D823}"/>
                </a:ext>
              </a:extLst>
            </p:cNvPr>
            <p:cNvSpPr/>
            <p:nvPr/>
          </p:nvSpPr>
          <p:spPr>
            <a:xfrm>
              <a:off x="669035" y="2053287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Rounded Rectangle 112">
              <a:extLst>
                <a:ext uri="{FF2B5EF4-FFF2-40B4-BE49-F238E27FC236}">
                  <a16:creationId xmlns:a16="http://schemas.microsoft.com/office/drawing/2014/main" id="{DA6695F0-2826-6340-BD61-F0BC52FD1104}"/>
                </a:ext>
              </a:extLst>
            </p:cNvPr>
            <p:cNvSpPr/>
            <p:nvPr/>
          </p:nvSpPr>
          <p:spPr>
            <a:xfrm>
              <a:off x="669035" y="1765252"/>
              <a:ext cx="864105" cy="23042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" name="Group 115">
            <a:extLst>
              <a:ext uri="{FF2B5EF4-FFF2-40B4-BE49-F238E27FC236}">
                <a16:creationId xmlns:a16="http://schemas.microsoft.com/office/drawing/2014/main" id="{877E5514-F3F4-4746-BB2D-B77EE519A6A7}"/>
              </a:ext>
            </a:extLst>
          </p:cNvPr>
          <p:cNvGrpSpPr/>
          <p:nvPr/>
        </p:nvGrpSpPr>
        <p:grpSpPr>
          <a:xfrm>
            <a:off x="7608714" y="3433103"/>
            <a:ext cx="855343" cy="3071760"/>
            <a:chOff x="1572768" y="2397753"/>
            <a:chExt cx="561758" cy="2017421"/>
          </a:xfrm>
        </p:grpSpPr>
        <p:sp>
          <p:nvSpPr>
            <p:cNvPr id="20" name="Rounded Rectangle 116">
              <a:extLst>
                <a:ext uri="{FF2B5EF4-FFF2-40B4-BE49-F238E27FC236}">
                  <a16:creationId xmlns:a16="http://schemas.microsoft.com/office/drawing/2014/main" id="{92E76E2C-9FDC-C840-B231-99018F9F1E9E}"/>
                </a:ext>
              </a:extLst>
            </p:cNvPr>
            <p:cNvSpPr/>
            <p:nvPr/>
          </p:nvSpPr>
          <p:spPr>
            <a:xfrm>
              <a:off x="1572768" y="4208259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Rounded Rectangle 117">
              <a:extLst>
                <a:ext uri="{FF2B5EF4-FFF2-40B4-BE49-F238E27FC236}">
                  <a16:creationId xmlns:a16="http://schemas.microsoft.com/office/drawing/2014/main" id="{075ADEC4-7030-944A-BC1A-BAD5043DE5BF}"/>
                </a:ext>
              </a:extLst>
            </p:cNvPr>
            <p:cNvSpPr/>
            <p:nvPr/>
          </p:nvSpPr>
          <p:spPr>
            <a:xfrm>
              <a:off x="1572768" y="3949615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Rounded Rectangle 118">
              <a:extLst>
                <a:ext uri="{FF2B5EF4-FFF2-40B4-BE49-F238E27FC236}">
                  <a16:creationId xmlns:a16="http://schemas.microsoft.com/office/drawing/2014/main" id="{4FAA1C35-19EF-BB47-81DA-B9460672736A}"/>
                </a:ext>
              </a:extLst>
            </p:cNvPr>
            <p:cNvSpPr/>
            <p:nvPr/>
          </p:nvSpPr>
          <p:spPr>
            <a:xfrm>
              <a:off x="1572768" y="3690972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Rounded Rectangle 119">
              <a:extLst>
                <a:ext uri="{FF2B5EF4-FFF2-40B4-BE49-F238E27FC236}">
                  <a16:creationId xmlns:a16="http://schemas.microsoft.com/office/drawing/2014/main" id="{327A6084-9022-B144-9166-32275AF3B09D}"/>
                </a:ext>
              </a:extLst>
            </p:cNvPr>
            <p:cNvSpPr/>
            <p:nvPr/>
          </p:nvSpPr>
          <p:spPr>
            <a:xfrm>
              <a:off x="1572768" y="3432328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" name="Rounded Rectangle 120">
              <a:extLst>
                <a:ext uri="{FF2B5EF4-FFF2-40B4-BE49-F238E27FC236}">
                  <a16:creationId xmlns:a16="http://schemas.microsoft.com/office/drawing/2014/main" id="{D7AE256A-7BC5-C740-B64F-18ECDA880051}"/>
                </a:ext>
              </a:extLst>
            </p:cNvPr>
            <p:cNvSpPr/>
            <p:nvPr/>
          </p:nvSpPr>
          <p:spPr>
            <a:xfrm>
              <a:off x="1572768" y="3173684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Rounded Rectangle 121">
              <a:extLst>
                <a:ext uri="{FF2B5EF4-FFF2-40B4-BE49-F238E27FC236}">
                  <a16:creationId xmlns:a16="http://schemas.microsoft.com/office/drawing/2014/main" id="{AF7015C6-703F-C349-ABC7-F5F76E397214}"/>
                </a:ext>
              </a:extLst>
            </p:cNvPr>
            <p:cNvSpPr/>
            <p:nvPr/>
          </p:nvSpPr>
          <p:spPr>
            <a:xfrm>
              <a:off x="1572768" y="2915041"/>
              <a:ext cx="561758" cy="20691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Rounded Rectangle 122">
              <a:extLst>
                <a:ext uri="{FF2B5EF4-FFF2-40B4-BE49-F238E27FC236}">
                  <a16:creationId xmlns:a16="http://schemas.microsoft.com/office/drawing/2014/main" id="{DE037331-2C19-8649-B06C-1F7B90CD1CC4}"/>
                </a:ext>
              </a:extLst>
            </p:cNvPr>
            <p:cNvSpPr/>
            <p:nvPr/>
          </p:nvSpPr>
          <p:spPr>
            <a:xfrm>
              <a:off x="1572768" y="2656397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Rounded Rectangle 123">
              <a:extLst>
                <a:ext uri="{FF2B5EF4-FFF2-40B4-BE49-F238E27FC236}">
                  <a16:creationId xmlns:a16="http://schemas.microsoft.com/office/drawing/2014/main" id="{ACA80B26-49AB-934F-85AF-8DECFC2DA583}"/>
                </a:ext>
              </a:extLst>
            </p:cNvPr>
            <p:cNvSpPr/>
            <p:nvPr/>
          </p:nvSpPr>
          <p:spPr>
            <a:xfrm>
              <a:off x="1572768" y="2397753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" name="Group 126">
            <a:extLst>
              <a:ext uri="{FF2B5EF4-FFF2-40B4-BE49-F238E27FC236}">
                <a16:creationId xmlns:a16="http://schemas.microsoft.com/office/drawing/2014/main" id="{937AC9EA-463C-7B4B-866B-AE8B2C7EB4A5}"/>
              </a:ext>
            </a:extLst>
          </p:cNvPr>
          <p:cNvGrpSpPr/>
          <p:nvPr/>
        </p:nvGrpSpPr>
        <p:grpSpPr>
          <a:xfrm>
            <a:off x="8984753" y="3433103"/>
            <a:ext cx="855343" cy="3071760"/>
            <a:chOff x="2476500" y="2397753"/>
            <a:chExt cx="561758" cy="2017421"/>
          </a:xfrm>
        </p:grpSpPr>
        <p:sp>
          <p:nvSpPr>
            <p:cNvPr id="29" name="Rounded Rectangle 127">
              <a:extLst>
                <a:ext uri="{FF2B5EF4-FFF2-40B4-BE49-F238E27FC236}">
                  <a16:creationId xmlns:a16="http://schemas.microsoft.com/office/drawing/2014/main" id="{C7A2BFF7-6493-304E-A62A-87D73B91EAC7}"/>
                </a:ext>
              </a:extLst>
            </p:cNvPr>
            <p:cNvSpPr/>
            <p:nvPr/>
          </p:nvSpPr>
          <p:spPr>
            <a:xfrm>
              <a:off x="2476500" y="4208259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Rounded Rectangle 128">
              <a:extLst>
                <a:ext uri="{FF2B5EF4-FFF2-40B4-BE49-F238E27FC236}">
                  <a16:creationId xmlns:a16="http://schemas.microsoft.com/office/drawing/2014/main" id="{3B314756-6936-5242-8F60-C845D0CDD991}"/>
                </a:ext>
              </a:extLst>
            </p:cNvPr>
            <p:cNvSpPr/>
            <p:nvPr/>
          </p:nvSpPr>
          <p:spPr>
            <a:xfrm>
              <a:off x="2476500" y="3949615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Rounded Rectangle 129">
              <a:extLst>
                <a:ext uri="{FF2B5EF4-FFF2-40B4-BE49-F238E27FC236}">
                  <a16:creationId xmlns:a16="http://schemas.microsoft.com/office/drawing/2014/main" id="{B70B5E19-039D-5B45-83BB-D4EC75210239}"/>
                </a:ext>
              </a:extLst>
            </p:cNvPr>
            <p:cNvSpPr/>
            <p:nvPr/>
          </p:nvSpPr>
          <p:spPr>
            <a:xfrm>
              <a:off x="2476500" y="3690972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Rounded Rectangle 130">
              <a:extLst>
                <a:ext uri="{FF2B5EF4-FFF2-40B4-BE49-F238E27FC236}">
                  <a16:creationId xmlns:a16="http://schemas.microsoft.com/office/drawing/2014/main" id="{09CA2EF2-911A-2740-A757-CE52575843EB}"/>
                </a:ext>
              </a:extLst>
            </p:cNvPr>
            <p:cNvSpPr/>
            <p:nvPr/>
          </p:nvSpPr>
          <p:spPr>
            <a:xfrm>
              <a:off x="2476500" y="3432328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" name="Rounded Rectangle 131">
              <a:extLst>
                <a:ext uri="{FF2B5EF4-FFF2-40B4-BE49-F238E27FC236}">
                  <a16:creationId xmlns:a16="http://schemas.microsoft.com/office/drawing/2014/main" id="{75A67586-C2DD-174D-ABCC-69B351ABD3D0}"/>
                </a:ext>
              </a:extLst>
            </p:cNvPr>
            <p:cNvSpPr/>
            <p:nvPr/>
          </p:nvSpPr>
          <p:spPr>
            <a:xfrm>
              <a:off x="2476500" y="3173684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Rounded Rectangle 132">
              <a:extLst>
                <a:ext uri="{FF2B5EF4-FFF2-40B4-BE49-F238E27FC236}">
                  <a16:creationId xmlns:a16="http://schemas.microsoft.com/office/drawing/2014/main" id="{716CFC73-E0F2-3949-BD9D-C96EEB323D96}"/>
                </a:ext>
              </a:extLst>
            </p:cNvPr>
            <p:cNvSpPr/>
            <p:nvPr/>
          </p:nvSpPr>
          <p:spPr>
            <a:xfrm>
              <a:off x="2476500" y="2915041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Rounded Rectangle 133">
              <a:extLst>
                <a:ext uri="{FF2B5EF4-FFF2-40B4-BE49-F238E27FC236}">
                  <a16:creationId xmlns:a16="http://schemas.microsoft.com/office/drawing/2014/main" id="{C0BAC819-82DD-DF4E-A03A-E40824923061}"/>
                </a:ext>
              </a:extLst>
            </p:cNvPr>
            <p:cNvSpPr/>
            <p:nvPr/>
          </p:nvSpPr>
          <p:spPr>
            <a:xfrm>
              <a:off x="2476500" y="2656397"/>
              <a:ext cx="561758" cy="2069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Rounded Rectangle 134">
              <a:extLst>
                <a:ext uri="{FF2B5EF4-FFF2-40B4-BE49-F238E27FC236}">
                  <a16:creationId xmlns:a16="http://schemas.microsoft.com/office/drawing/2014/main" id="{1F64007F-389D-D543-B79D-3256153E17CE}"/>
                </a:ext>
              </a:extLst>
            </p:cNvPr>
            <p:cNvSpPr/>
            <p:nvPr/>
          </p:nvSpPr>
          <p:spPr>
            <a:xfrm>
              <a:off x="2476500" y="2397753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" name="Group 137">
            <a:extLst>
              <a:ext uri="{FF2B5EF4-FFF2-40B4-BE49-F238E27FC236}">
                <a16:creationId xmlns:a16="http://schemas.microsoft.com/office/drawing/2014/main" id="{53D36EE4-21D7-D948-B9CD-0CE2AD099340}"/>
              </a:ext>
            </a:extLst>
          </p:cNvPr>
          <p:cNvGrpSpPr/>
          <p:nvPr/>
        </p:nvGrpSpPr>
        <p:grpSpPr>
          <a:xfrm>
            <a:off x="10360790" y="3433103"/>
            <a:ext cx="855343" cy="3071760"/>
            <a:chOff x="3380232" y="2397753"/>
            <a:chExt cx="561758" cy="2017421"/>
          </a:xfrm>
        </p:grpSpPr>
        <p:sp>
          <p:nvSpPr>
            <p:cNvPr id="38" name="Rounded Rectangle 138">
              <a:extLst>
                <a:ext uri="{FF2B5EF4-FFF2-40B4-BE49-F238E27FC236}">
                  <a16:creationId xmlns:a16="http://schemas.microsoft.com/office/drawing/2014/main" id="{60A66461-1C52-334F-AF55-176523070820}"/>
                </a:ext>
              </a:extLst>
            </p:cNvPr>
            <p:cNvSpPr/>
            <p:nvPr/>
          </p:nvSpPr>
          <p:spPr>
            <a:xfrm>
              <a:off x="3380232" y="4208259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Rounded Rectangle 139">
              <a:extLst>
                <a:ext uri="{FF2B5EF4-FFF2-40B4-BE49-F238E27FC236}">
                  <a16:creationId xmlns:a16="http://schemas.microsoft.com/office/drawing/2014/main" id="{D7AACDBF-D5B3-5947-80AF-27F82978BA42}"/>
                </a:ext>
              </a:extLst>
            </p:cNvPr>
            <p:cNvSpPr/>
            <p:nvPr/>
          </p:nvSpPr>
          <p:spPr>
            <a:xfrm>
              <a:off x="3380232" y="3949615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Rounded Rectangle 140">
              <a:extLst>
                <a:ext uri="{FF2B5EF4-FFF2-40B4-BE49-F238E27FC236}">
                  <a16:creationId xmlns:a16="http://schemas.microsoft.com/office/drawing/2014/main" id="{DB5BD3A0-1D94-FB40-8DFB-30FF2E86F851}"/>
                </a:ext>
              </a:extLst>
            </p:cNvPr>
            <p:cNvSpPr/>
            <p:nvPr/>
          </p:nvSpPr>
          <p:spPr>
            <a:xfrm>
              <a:off x="3380232" y="3690972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Rounded Rectangle 141">
              <a:extLst>
                <a:ext uri="{FF2B5EF4-FFF2-40B4-BE49-F238E27FC236}">
                  <a16:creationId xmlns:a16="http://schemas.microsoft.com/office/drawing/2014/main" id="{A92FBDE4-97F5-A447-96FF-2C2AE3D279BB}"/>
                </a:ext>
              </a:extLst>
            </p:cNvPr>
            <p:cNvSpPr/>
            <p:nvPr/>
          </p:nvSpPr>
          <p:spPr>
            <a:xfrm>
              <a:off x="3380232" y="3432328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" name="Rounded Rectangle 142">
              <a:extLst>
                <a:ext uri="{FF2B5EF4-FFF2-40B4-BE49-F238E27FC236}">
                  <a16:creationId xmlns:a16="http://schemas.microsoft.com/office/drawing/2014/main" id="{C2C99034-7F59-8647-AF0E-B076B08041D7}"/>
                </a:ext>
              </a:extLst>
            </p:cNvPr>
            <p:cNvSpPr/>
            <p:nvPr/>
          </p:nvSpPr>
          <p:spPr>
            <a:xfrm>
              <a:off x="3380232" y="3173684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" name="Rounded Rectangle 143">
              <a:extLst>
                <a:ext uri="{FF2B5EF4-FFF2-40B4-BE49-F238E27FC236}">
                  <a16:creationId xmlns:a16="http://schemas.microsoft.com/office/drawing/2014/main" id="{17C1218A-8969-D24A-B85C-DF5B50D3F2F5}"/>
                </a:ext>
              </a:extLst>
            </p:cNvPr>
            <p:cNvSpPr/>
            <p:nvPr/>
          </p:nvSpPr>
          <p:spPr>
            <a:xfrm>
              <a:off x="3380232" y="2915041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Rounded Rectangle 144">
              <a:extLst>
                <a:ext uri="{FF2B5EF4-FFF2-40B4-BE49-F238E27FC236}">
                  <a16:creationId xmlns:a16="http://schemas.microsoft.com/office/drawing/2014/main" id="{B640AA8F-FF3A-C34E-877C-32BEFCEF73F6}"/>
                </a:ext>
              </a:extLst>
            </p:cNvPr>
            <p:cNvSpPr/>
            <p:nvPr/>
          </p:nvSpPr>
          <p:spPr>
            <a:xfrm>
              <a:off x="3380232" y="2656397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Rounded Rectangle 145">
              <a:extLst>
                <a:ext uri="{FF2B5EF4-FFF2-40B4-BE49-F238E27FC236}">
                  <a16:creationId xmlns:a16="http://schemas.microsoft.com/office/drawing/2014/main" id="{3875DA55-A2C5-AA48-B596-14B153F6C5B1}"/>
                </a:ext>
              </a:extLst>
            </p:cNvPr>
            <p:cNvSpPr/>
            <p:nvPr/>
          </p:nvSpPr>
          <p:spPr>
            <a:xfrm>
              <a:off x="3380232" y="2397753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6" name="Freeform 5">
            <a:extLst>
              <a:ext uri="{FF2B5EF4-FFF2-40B4-BE49-F238E27FC236}">
                <a16:creationId xmlns:a16="http://schemas.microsoft.com/office/drawing/2014/main" id="{E977F03D-6BF6-7B45-9970-74F303C9F339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48473" y="1722083"/>
            <a:ext cx="2447080" cy="2500127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7" name="Freeform 5">
            <a:extLst>
              <a:ext uri="{FF2B5EF4-FFF2-40B4-BE49-F238E27FC236}">
                <a16:creationId xmlns:a16="http://schemas.microsoft.com/office/drawing/2014/main" id="{77E538ED-B572-994E-B4E5-752655CE43A8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1402655" y="1722083"/>
            <a:ext cx="2447080" cy="2500127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3A1977BE-F043-254F-9F42-4FE416E55CAC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2756835" y="1722083"/>
            <a:ext cx="2447080" cy="2500127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40DC60CB-3F17-814C-82F6-5DBE1C3D440E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4111015" y="1722083"/>
            <a:ext cx="2447080" cy="2500127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50" name="Group 266">
            <a:extLst>
              <a:ext uri="{FF2B5EF4-FFF2-40B4-BE49-F238E27FC236}">
                <a16:creationId xmlns:a16="http://schemas.microsoft.com/office/drawing/2014/main" id="{B08486DC-C218-6E47-87EF-A267F19EDE9C}"/>
              </a:ext>
            </a:extLst>
          </p:cNvPr>
          <p:cNvGrpSpPr/>
          <p:nvPr/>
        </p:nvGrpSpPr>
        <p:grpSpPr>
          <a:xfrm>
            <a:off x="835996" y="4620796"/>
            <a:ext cx="1567853" cy="827235"/>
            <a:chOff x="671967" y="3285717"/>
            <a:chExt cx="1175890" cy="620426"/>
          </a:xfrm>
        </p:grpSpPr>
        <p:sp>
          <p:nvSpPr>
            <p:cNvPr id="51" name="Left-Right Arrow Callout 218">
              <a:extLst>
                <a:ext uri="{FF2B5EF4-FFF2-40B4-BE49-F238E27FC236}">
                  <a16:creationId xmlns:a16="http://schemas.microsoft.com/office/drawing/2014/main" id="{07EC3F11-568B-044E-AB54-56E715064280}"/>
                </a:ext>
              </a:extLst>
            </p:cNvPr>
            <p:cNvSpPr/>
            <p:nvPr/>
          </p:nvSpPr>
          <p:spPr>
            <a:xfrm>
              <a:off x="671967" y="3285717"/>
              <a:ext cx="1175890" cy="620426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8680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TextBox 219">
              <a:extLst>
                <a:ext uri="{FF2B5EF4-FFF2-40B4-BE49-F238E27FC236}">
                  <a16:creationId xmlns:a16="http://schemas.microsoft.com/office/drawing/2014/main" id="{C68A9C09-0A69-E348-A751-2BE7F62D1750}"/>
                </a:ext>
              </a:extLst>
            </p:cNvPr>
            <p:cNvSpPr txBox="1"/>
            <p:nvPr/>
          </p:nvSpPr>
          <p:spPr>
            <a:xfrm>
              <a:off x="883963" y="3411264"/>
              <a:ext cx="710804" cy="369332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90208"/>
              </a:avLst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375467"/>
              <a:r>
                <a:rPr lang="en-US" sz="3200" b="1" dirty="0">
                  <a:solidFill>
                    <a:srgbClr val="FFFFFF"/>
                  </a:solidFill>
                  <a:latin typeface="Arial"/>
                </a:rPr>
                <a:t>75%</a:t>
              </a:r>
            </a:p>
          </p:txBody>
        </p:sp>
      </p:grpSp>
      <p:grpSp>
        <p:nvGrpSpPr>
          <p:cNvPr id="53" name="Group 220">
            <a:extLst>
              <a:ext uri="{FF2B5EF4-FFF2-40B4-BE49-F238E27FC236}">
                <a16:creationId xmlns:a16="http://schemas.microsoft.com/office/drawing/2014/main" id="{16B468ED-2B00-584D-91C1-8FE5F7F8A56F}"/>
              </a:ext>
            </a:extLst>
          </p:cNvPr>
          <p:cNvGrpSpPr/>
          <p:nvPr/>
        </p:nvGrpSpPr>
        <p:grpSpPr>
          <a:xfrm>
            <a:off x="3759585" y="4601049"/>
            <a:ext cx="2187956" cy="866728"/>
            <a:chOff x="6438990" y="2673176"/>
            <a:chExt cx="1331581" cy="527487"/>
          </a:xfrm>
          <a:solidFill>
            <a:schemeClr val="bg1">
              <a:lumMod val="75000"/>
            </a:schemeClr>
          </a:solidFill>
        </p:grpSpPr>
        <p:grpSp>
          <p:nvGrpSpPr>
            <p:cNvPr id="54" name="Group 179">
              <a:extLst>
                <a:ext uri="{FF2B5EF4-FFF2-40B4-BE49-F238E27FC236}">
                  <a16:creationId xmlns:a16="http://schemas.microsoft.com/office/drawing/2014/main" id="{17893E5E-F01E-7243-825C-41B7159EAB0F}"/>
                </a:ext>
              </a:extLst>
            </p:cNvPr>
            <p:cNvGrpSpPr/>
            <p:nvPr/>
          </p:nvGrpSpPr>
          <p:grpSpPr>
            <a:xfrm>
              <a:off x="7564466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64" name="Freeform 96">
                <a:extLst>
                  <a:ext uri="{FF2B5EF4-FFF2-40B4-BE49-F238E27FC236}">
                    <a16:creationId xmlns:a16="http://schemas.microsoft.com/office/drawing/2014/main" id="{65D15727-40C9-E64B-B239-EF404376C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5" name="Oval 97">
                <a:extLst>
                  <a:ext uri="{FF2B5EF4-FFF2-40B4-BE49-F238E27FC236}">
                    <a16:creationId xmlns:a16="http://schemas.microsoft.com/office/drawing/2014/main" id="{3CBDB0B6-B1B4-444F-82D6-4BC6D75CB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55" name="Group 179">
              <a:extLst>
                <a:ext uri="{FF2B5EF4-FFF2-40B4-BE49-F238E27FC236}">
                  <a16:creationId xmlns:a16="http://schemas.microsoft.com/office/drawing/2014/main" id="{02B1B99D-CF6D-994D-93ED-88F4AF9729B6}"/>
                </a:ext>
              </a:extLst>
            </p:cNvPr>
            <p:cNvGrpSpPr/>
            <p:nvPr/>
          </p:nvGrpSpPr>
          <p:grpSpPr>
            <a:xfrm>
              <a:off x="7189308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62" name="Freeform 96">
                <a:extLst>
                  <a:ext uri="{FF2B5EF4-FFF2-40B4-BE49-F238E27FC236}">
                    <a16:creationId xmlns:a16="http://schemas.microsoft.com/office/drawing/2014/main" id="{A69EED86-EEC8-5A47-8811-37A7A763A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3" name="Oval 97">
                <a:extLst>
                  <a:ext uri="{FF2B5EF4-FFF2-40B4-BE49-F238E27FC236}">
                    <a16:creationId xmlns:a16="http://schemas.microsoft.com/office/drawing/2014/main" id="{7708BAC5-431F-C342-B124-9582E87DE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56" name="Group 179">
              <a:extLst>
                <a:ext uri="{FF2B5EF4-FFF2-40B4-BE49-F238E27FC236}">
                  <a16:creationId xmlns:a16="http://schemas.microsoft.com/office/drawing/2014/main" id="{11BD2BE3-2CD0-1546-B588-CCE95A5E6193}"/>
                </a:ext>
              </a:extLst>
            </p:cNvPr>
            <p:cNvGrpSpPr/>
            <p:nvPr/>
          </p:nvGrpSpPr>
          <p:grpSpPr>
            <a:xfrm>
              <a:off x="6814149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60" name="Freeform 96">
                <a:extLst>
                  <a:ext uri="{FF2B5EF4-FFF2-40B4-BE49-F238E27FC236}">
                    <a16:creationId xmlns:a16="http://schemas.microsoft.com/office/drawing/2014/main" id="{E1F5DEF5-FF25-0443-BD1E-F4E423A4E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1" name="Oval 97">
                <a:extLst>
                  <a:ext uri="{FF2B5EF4-FFF2-40B4-BE49-F238E27FC236}">
                    <a16:creationId xmlns:a16="http://schemas.microsoft.com/office/drawing/2014/main" id="{863E30DD-B66B-604E-97E2-D01701143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57" name="Group 179">
              <a:extLst>
                <a:ext uri="{FF2B5EF4-FFF2-40B4-BE49-F238E27FC236}">
                  <a16:creationId xmlns:a16="http://schemas.microsoft.com/office/drawing/2014/main" id="{20B73735-5F61-4541-883C-A0A27258C8FC}"/>
                </a:ext>
              </a:extLst>
            </p:cNvPr>
            <p:cNvGrpSpPr/>
            <p:nvPr/>
          </p:nvGrpSpPr>
          <p:grpSpPr>
            <a:xfrm>
              <a:off x="6438990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58" name="Freeform 96">
                <a:extLst>
                  <a:ext uri="{FF2B5EF4-FFF2-40B4-BE49-F238E27FC236}">
                    <a16:creationId xmlns:a16="http://schemas.microsoft.com/office/drawing/2014/main" id="{0331787E-ACE9-FE45-83F3-5CFFCF454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59" name="Oval 97">
                <a:extLst>
                  <a:ext uri="{FF2B5EF4-FFF2-40B4-BE49-F238E27FC236}">
                    <a16:creationId xmlns:a16="http://schemas.microsoft.com/office/drawing/2014/main" id="{B01814AC-EBCE-DB45-BBC1-7CD52E521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66" name="Group 233">
            <a:extLst>
              <a:ext uri="{FF2B5EF4-FFF2-40B4-BE49-F238E27FC236}">
                <a16:creationId xmlns:a16="http://schemas.microsoft.com/office/drawing/2014/main" id="{54CC4050-1BB5-E944-BCAF-6890D78FA1F6}"/>
              </a:ext>
            </a:extLst>
          </p:cNvPr>
          <p:cNvGrpSpPr/>
          <p:nvPr/>
        </p:nvGrpSpPr>
        <p:grpSpPr>
          <a:xfrm>
            <a:off x="3720070" y="5574143"/>
            <a:ext cx="2280716" cy="939845"/>
            <a:chOff x="6438990" y="3324726"/>
            <a:chExt cx="1388034" cy="571986"/>
          </a:xfrm>
          <a:solidFill>
            <a:schemeClr val="bg1">
              <a:lumMod val="75000"/>
            </a:schemeClr>
          </a:solidFill>
        </p:grpSpPr>
        <p:grpSp>
          <p:nvGrpSpPr>
            <p:cNvPr id="67" name="Group 184">
              <a:extLst>
                <a:ext uri="{FF2B5EF4-FFF2-40B4-BE49-F238E27FC236}">
                  <a16:creationId xmlns:a16="http://schemas.microsoft.com/office/drawing/2014/main" id="{DD3ECE1E-FB43-AE4D-817D-DD6A0E7EE118}"/>
                </a:ext>
              </a:extLst>
            </p:cNvPr>
            <p:cNvGrpSpPr/>
            <p:nvPr/>
          </p:nvGrpSpPr>
          <p:grpSpPr>
            <a:xfrm>
              <a:off x="7560592" y="3324726"/>
              <a:ext cx="266432" cy="571986"/>
              <a:chOff x="6213475" y="1668463"/>
              <a:chExt cx="227013" cy="487362"/>
            </a:xfrm>
            <a:grpFill/>
          </p:grpSpPr>
          <p:sp>
            <p:nvSpPr>
              <p:cNvPr id="77" name="Oval 98">
                <a:extLst>
                  <a:ext uri="{FF2B5EF4-FFF2-40B4-BE49-F238E27FC236}">
                    <a16:creationId xmlns:a16="http://schemas.microsoft.com/office/drawing/2014/main" id="{C51EE258-3A43-8F40-AD84-C21A6F7C7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8" name="Freeform 99">
                <a:extLst>
                  <a:ext uri="{FF2B5EF4-FFF2-40B4-BE49-F238E27FC236}">
                    <a16:creationId xmlns:a16="http://schemas.microsoft.com/office/drawing/2014/main" id="{2C6FF973-99AB-DF4B-8E79-04A6EC42E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68" name="Group 184">
              <a:extLst>
                <a:ext uri="{FF2B5EF4-FFF2-40B4-BE49-F238E27FC236}">
                  <a16:creationId xmlns:a16="http://schemas.microsoft.com/office/drawing/2014/main" id="{A8CE2E61-470C-D94F-839E-031AC7C5F659}"/>
                </a:ext>
              </a:extLst>
            </p:cNvPr>
            <p:cNvGrpSpPr/>
            <p:nvPr/>
          </p:nvGrpSpPr>
          <p:grpSpPr>
            <a:xfrm>
              <a:off x="7186724" y="3324726"/>
              <a:ext cx="266432" cy="571986"/>
              <a:chOff x="6213475" y="1668463"/>
              <a:chExt cx="227013" cy="487362"/>
            </a:xfrm>
            <a:grpFill/>
          </p:grpSpPr>
          <p:sp>
            <p:nvSpPr>
              <p:cNvPr id="75" name="Oval 98">
                <a:extLst>
                  <a:ext uri="{FF2B5EF4-FFF2-40B4-BE49-F238E27FC236}">
                    <a16:creationId xmlns:a16="http://schemas.microsoft.com/office/drawing/2014/main" id="{A0A0498F-D44F-C044-B645-1533BA4ED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6" name="Freeform 99">
                <a:extLst>
                  <a:ext uri="{FF2B5EF4-FFF2-40B4-BE49-F238E27FC236}">
                    <a16:creationId xmlns:a16="http://schemas.microsoft.com/office/drawing/2014/main" id="{659D9106-EF2B-7044-BBB8-5656D9F34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69" name="Group 184">
              <a:extLst>
                <a:ext uri="{FF2B5EF4-FFF2-40B4-BE49-F238E27FC236}">
                  <a16:creationId xmlns:a16="http://schemas.microsoft.com/office/drawing/2014/main" id="{08C755A0-53C9-0D44-B823-5DEAEBBADCF8}"/>
                </a:ext>
              </a:extLst>
            </p:cNvPr>
            <p:cNvGrpSpPr/>
            <p:nvPr/>
          </p:nvGrpSpPr>
          <p:grpSpPr>
            <a:xfrm>
              <a:off x="6812857" y="3324726"/>
              <a:ext cx="266432" cy="571986"/>
              <a:chOff x="6213475" y="1668463"/>
              <a:chExt cx="227013" cy="487362"/>
            </a:xfrm>
            <a:grpFill/>
          </p:grpSpPr>
          <p:sp>
            <p:nvSpPr>
              <p:cNvPr id="73" name="Oval 98">
                <a:extLst>
                  <a:ext uri="{FF2B5EF4-FFF2-40B4-BE49-F238E27FC236}">
                    <a16:creationId xmlns:a16="http://schemas.microsoft.com/office/drawing/2014/main" id="{C4356EE6-36C0-EA4C-B341-18BEE187B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4" name="Freeform 99">
                <a:extLst>
                  <a:ext uri="{FF2B5EF4-FFF2-40B4-BE49-F238E27FC236}">
                    <a16:creationId xmlns:a16="http://schemas.microsoft.com/office/drawing/2014/main" id="{1DBD4FF5-1562-564F-9403-C1A6F238B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70" name="Group 184">
              <a:extLst>
                <a:ext uri="{FF2B5EF4-FFF2-40B4-BE49-F238E27FC236}">
                  <a16:creationId xmlns:a16="http://schemas.microsoft.com/office/drawing/2014/main" id="{B125F7E9-5139-224F-8304-91F2E48562FA}"/>
                </a:ext>
              </a:extLst>
            </p:cNvPr>
            <p:cNvGrpSpPr/>
            <p:nvPr/>
          </p:nvGrpSpPr>
          <p:grpSpPr>
            <a:xfrm>
              <a:off x="6438990" y="3324726"/>
              <a:ext cx="266432" cy="571986"/>
              <a:chOff x="6213475" y="1668463"/>
              <a:chExt cx="227013" cy="487362"/>
            </a:xfrm>
            <a:grpFill/>
          </p:grpSpPr>
          <p:sp>
            <p:nvSpPr>
              <p:cNvPr id="71" name="Oval 98">
                <a:extLst>
                  <a:ext uri="{FF2B5EF4-FFF2-40B4-BE49-F238E27FC236}">
                    <a16:creationId xmlns:a16="http://schemas.microsoft.com/office/drawing/2014/main" id="{FE11579D-9A34-3E4D-AD29-A95FB224A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2" name="Freeform 99">
                <a:extLst>
                  <a:ext uri="{FF2B5EF4-FFF2-40B4-BE49-F238E27FC236}">
                    <a16:creationId xmlns:a16="http://schemas.microsoft.com/office/drawing/2014/main" id="{4C47117F-A988-DB4D-A026-D783D4641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79" name="Group 267">
            <a:extLst>
              <a:ext uri="{FF2B5EF4-FFF2-40B4-BE49-F238E27FC236}">
                <a16:creationId xmlns:a16="http://schemas.microsoft.com/office/drawing/2014/main" id="{940AF994-BF28-B345-873A-AF4D5324DDDB}"/>
              </a:ext>
            </a:extLst>
          </p:cNvPr>
          <p:cNvGrpSpPr/>
          <p:nvPr/>
        </p:nvGrpSpPr>
        <p:grpSpPr>
          <a:xfrm>
            <a:off x="835996" y="5630448"/>
            <a:ext cx="1567853" cy="827235"/>
            <a:chOff x="671967" y="4042956"/>
            <a:chExt cx="1175890" cy="620426"/>
          </a:xfrm>
        </p:grpSpPr>
        <p:sp>
          <p:nvSpPr>
            <p:cNvPr id="80" name="Right Arrow Callout 247">
              <a:extLst>
                <a:ext uri="{FF2B5EF4-FFF2-40B4-BE49-F238E27FC236}">
                  <a16:creationId xmlns:a16="http://schemas.microsoft.com/office/drawing/2014/main" id="{AE4B1CF5-282F-0E47-8F74-3EF8923E7463}"/>
                </a:ext>
              </a:extLst>
            </p:cNvPr>
            <p:cNvSpPr/>
            <p:nvPr/>
          </p:nvSpPr>
          <p:spPr>
            <a:xfrm>
              <a:off x="671967" y="4042956"/>
              <a:ext cx="1175890" cy="620426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8680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TextBox 248">
              <a:extLst>
                <a:ext uri="{FF2B5EF4-FFF2-40B4-BE49-F238E27FC236}">
                  <a16:creationId xmlns:a16="http://schemas.microsoft.com/office/drawing/2014/main" id="{5A4140BE-47E3-5448-9866-3FE350D80C2A}"/>
                </a:ext>
              </a:extLst>
            </p:cNvPr>
            <p:cNvSpPr txBox="1"/>
            <p:nvPr/>
          </p:nvSpPr>
          <p:spPr>
            <a:xfrm>
              <a:off x="931589" y="4168503"/>
              <a:ext cx="61555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375467"/>
              <a:r>
                <a:rPr lang="en-US" sz="3200" b="1" dirty="0">
                  <a:solidFill>
                    <a:srgbClr val="FFFFFF"/>
                  </a:solidFill>
                  <a:latin typeface="Arial"/>
                </a:rPr>
                <a:t>25%</a:t>
              </a:r>
            </a:p>
          </p:txBody>
        </p:sp>
      </p:grpSp>
      <p:grpSp>
        <p:nvGrpSpPr>
          <p:cNvPr id="82" name="Group 249">
            <a:extLst>
              <a:ext uri="{FF2B5EF4-FFF2-40B4-BE49-F238E27FC236}">
                <a16:creationId xmlns:a16="http://schemas.microsoft.com/office/drawing/2014/main" id="{038ED82A-8F55-784B-869F-47C23E8F9068}"/>
              </a:ext>
            </a:extLst>
          </p:cNvPr>
          <p:cNvGrpSpPr/>
          <p:nvPr/>
        </p:nvGrpSpPr>
        <p:grpSpPr>
          <a:xfrm>
            <a:off x="2567929" y="4601049"/>
            <a:ext cx="955091" cy="866728"/>
            <a:chOff x="6438990" y="2673176"/>
            <a:chExt cx="581264" cy="527487"/>
          </a:xfrm>
          <a:solidFill>
            <a:schemeClr val="accent1"/>
          </a:solidFill>
        </p:grpSpPr>
        <p:grpSp>
          <p:nvGrpSpPr>
            <p:cNvPr id="83" name="Group 179">
              <a:extLst>
                <a:ext uri="{FF2B5EF4-FFF2-40B4-BE49-F238E27FC236}">
                  <a16:creationId xmlns:a16="http://schemas.microsoft.com/office/drawing/2014/main" id="{72A8158B-0D93-2344-9EBB-058279733043}"/>
                </a:ext>
              </a:extLst>
            </p:cNvPr>
            <p:cNvGrpSpPr/>
            <p:nvPr/>
          </p:nvGrpSpPr>
          <p:grpSpPr>
            <a:xfrm>
              <a:off x="6814149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87" name="Freeform 96">
                <a:extLst>
                  <a:ext uri="{FF2B5EF4-FFF2-40B4-BE49-F238E27FC236}">
                    <a16:creationId xmlns:a16="http://schemas.microsoft.com/office/drawing/2014/main" id="{51303B16-1313-A347-80F8-9255C71F3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88" name="Oval 97">
                <a:extLst>
                  <a:ext uri="{FF2B5EF4-FFF2-40B4-BE49-F238E27FC236}">
                    <a16:creationId xmlns:a16="http://schemas.microsoft.com/office/drawing/2014/main" id="{C34AA15E-18FF-F846-A820-51C949B09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84" name="Group 179">
              <a:extLst>
                <a:ext uri="{FF2B5EF4-FFF2-40B4-BE49-F238E27FC236}">
                  <a16:creationId xmlns:a16="http://schemas.microsoft.com/office/drawing/2014/main" id="{E3CE7B9A-84B0-2A4B-B470-BC4AEC117F3B}"/>
                </a:ext>
              </a:extLst>
            </p:cNvPr>
            <p:cNvGrpSpPr/>
            <p:nvPr/>
          </p:nvGrpSpPr>
          <p:grpSpPr>
            <a:xfrm>
              <a:off x="6438990" y="2673176"/>
              <a:ext cx="206105" cy="527487"/>
              <a:chOff x="5054600" y="1652588"/>
              <a:chExt cx="187325" cy="479424"/>
            </a:xfrm>
            <a:grpFill/>
          </p:grpSpPr>
          <p:sp>
            <p:nvSpPr>
              <p:cNvPr id="85" name="Freeform 96">
                <a:extLst>
                  <a:ext uri="{FF2B5EF4-FFF2-40B4-BE49-F238E27FC236}">
                    <a16:creationId xmlns:a16="http://schemas.microsoft.com/office/drawing/2014/main" id="{30DE8F75-974C-8E40-94E8-A6DD2DCFB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86" name="Oval 97">
                <a:extLst>
                  <a:ext uri="{FF2B5EF4-FFF2-40B4-BE49-F238E27FC236}">
                    <a16:creationId xmlns:a16="http://schemas.microsoft.com/office/drawing/2014/main" id="{1B31158F-10BA-CC44-928C-D420B04E1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89" name="Group 268">
            <a:extLst>
              <a:ext uri="{FF2B5EF4-FFF2-40B4-BE49-F238E27FC236}">
                <a16:creationId xmlns:a16="http://schemas.microsoft.com/office/drawing/2014/main" id="{EB7B0581-1C7C-AA4D-90E9-EFD7F0E560B6}"/>
              </a:ext>
            </a:extLst>
          </p:cNvPr>
          <p:cNvGrpSpPr/>
          <p:nvPr/>
        </p:nvGrpSpPr>
        <p:grpSpPr>
          <a:xfrm>
            <a:off x="2542240" y="5574143"/>
            <a:ext cx="1001137" cy="939845"/>
            <a:chOff x="1951649" y="4000727"/>
            <a:chExt cx="750853" cy="704884"/>
          </a:xfrm>
        </p:grpSpPr>
        <p:grpSp>
          <p:nvGrpSpPr>
            <p:cNvPr id="90" name="Group 256">
              <a:extLst>
                <a:ext uri="{FF2B5EF4-FFF2-40B4-BE49-F238E27FC236}">
                  <a16:creationId xmlns:a16="http://schemas.microsoft.com/office/drawing/2014/main" id="{FB52BBE8-1323-C747-ACB5-A39126D1CE31}"/>
                </a:ext>
              </a:extLst>
            </p:cNvPr>
            <p:cNvGrpSpPr/>
            <p:nvPr/>
          </p:nvGrpSpPr>
          <p:grpSpPr>
            <a:xfrm>
              <a:off x="2374166" y="4000727"/>
              <a:ext cx="328336" cy="704884"/>
              <a:chOff x="6913466" y="1930294"/>
              <a:chExt cx="328336" cy="704884"/>
            </a:xfrm>
            <a:solidFill>
              <a:schemeClr val="accent2"/>
            </a:solidFill>
          </p:grpSpPr>
          <p:sp>
            <p:nvSpPr>
              <p:cNvPr id="94" name="Oval 98">
                <a:extLst>
                  <a:ext uri="{FF2B5EF4-FFF2-40B4-BE49-F238E27FC236}">
                    <a16:creationId xmlns:a16="http://schemas.microsoft.com/office/drawing/2014/main" id="{2C268BB4-53EF-C544-8B33-E32E206EC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5973" y="1930294"/>
                <a:ext cx="105618" cy="105618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95" name="Freeform 99">
                <a:extLst>
                  <a:ext uri="{FF2B5EF4-FFF2-40B4-BE49-F238E27FC236}">
                    <a16:creationId xmlns:a16="http://schemas.microsoft.com/office/drawing/2014/main" id="{BEF23ED8-9D59-7D49-B3DE-651485663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3466" y="2058872"/>
                <a:ext cx="328336" cy="576306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91" name="Group 259">
              <a:extLst>
                <a:ext uri="{FF2B5EF4-FFF2-40B4-BE49-F238E27FC236}">
                  <a16:creationId xmlns:a16="http://schemas.microsoft.com/office/drawing/2014/main" id="{0BEE95FA-57CA-6C40-9550-48B0BD015762}"/>
                </a:ext>
              </a:extLst>
            </p:cNvPr>
            <p:cNvGrpSpPr/>
            <p:nvPr/>
          </p:nvGrpSpPr>
          <p:grpSpPr>
            <a:xfrm>
              <a:off x="1951649" y="4000727"/>
              <a:ext cx="328336" cy="704884"/>
              <a:chOff x="6913466" y="1930294"/>
              <a:chExt cx="328336" cy="704884"/>
            </a:xfrm>
            <a:solidFill>
              <a:schemeClr val="accent2"/>
            </a:solidFill>
          </p:grpSpPr>
          <p:sp>
            <p:nvSpPr>
              <p:cNvPr id="92" name="Oval 98">
                <a:extLst>
                  <a:ext uri="{FF2B5EF4-FFF2-40B4-BE49-F238E27FC236}">
                    <a16:creationId xmlns:a16="http://schemas.microsoft.com/office/drawing/2014/main" id="{7FF656D7-C9BC-C44D-B575-0E0FA8588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5973" y="1930294"/>
                <a:ext cx="105618" cy="105618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93" name="Freeform 99">
                <a:extLst>
                  <a:ext uri="{FF2B5EF4-FFF2-40B4-BE49-F238E27FC236}">
                    <a16:creationId xmlns:a16="http://schemas.microsoft.com/office/drawing/2014/main" id="{788947C8-F141-7C44-A553-4770663EC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3466" y="2058872"/>
                <a:ext cx="328336" cy="576306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7C5FD45E-31CC-C848-B611-4258EB78F8F7}"/>
              </a:ext>
            </a:extLst>
          </p:cNvPr>
          <p:cNvSpPr txBox="1">
            <a:spLocks/>
          </p:cNvSpPr>
          <p:nvPr/>
        </p:nvSpPr>
        <p:spPr>
          <a:xfrm>
            <a:off x="6208466" y="2961641"/>
            <a:ext cx="876843" cy="41043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2667" dirty="0">
                <a:solidFill>
                  <a:srgbClr val="377790"/>
                </a:solidFill>
                <a:latin typeface="Arial"/>
              </a:rPr>
              <a:t>100%</a:t>
            </a:r>
          </a:p>
        </p:txBody>
      </p: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71D35982-CE49-B34A-8BE5-6B7283B7DF34}"/>
              </a:ext>
            </a:extLst>
          </p:cNvPr>
          <p:cNvSpPr txBox="1">
            <a:spLocks/>
          </p:cNvSpPr>
          <p:nvPr/>
        </p:nvSpPr>
        <p:spPr>
          <a:xfrm>
            <a:off x="7730318" y="2961641"/>
            <a:ext cx="686085" cy="41043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2667" dirty="0">
                <a:solidFill>
                  <a:srgbClr val="189A80"/>
                </a:solidFill>
                <a:latin typeface="Arial"/>
              </a:rPr>
              <a:t>80%</a:t>
            </a:r>
          </a:p>
        </p:txBody>
      </p:sp>
      <p:sp>
        <p:nvSpPr>
          <p:cNvPr id="98" name="Text Placeholder 3">
            <a:extLst>
              <a:ext uri="{FF2B5EF4-FFF2-40B4-BE49-F238E27FC236}">
                <a16:creationId xmlns:a16="http://schemas.microsoft.com/office/drawing/2014/main" id="{EA5ABF68-E46A-E644-97FB-6A96999623EB}"/>
              </a:ext>
            </a:extLst>
          </p:cNvPr>
          <p:cNvSpPr txBox="1">
            <a:spLocks/>
          </p:cNvSpPr>
          <p:nvPr/>
        </p:nvSpPr>
        <p:spPr>
          <a:xfrm>
            <a:off x="9075378" y="2961641"/>
            <a:ext cx="686085" cy="41043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2667" dirty="0">
                <a:solidFill>
                  <a:srgbClr val="F09C2A"/>
                </a:solidFill>
                <a:latin typeface="Arial"/>
              </a:rPr>
              <a:t>90%</a:t>
            </a:r>
          </a:p>
        </p:txBody>
      </p:sp>
      <p:sp>
        <p:nvSpPr>
          <p:cNvPr id="99" name="Text Placeholder 3">
            <a:extLst>
              <a:ext uri="{FF2B5EF4-FFF2-40B4-BE49-F238E27FC236}">
                <a16:creationId xmlns:a16="http://schemas.microsoft.com/office/drawing/2014/main" id="{F5A9306E-4C70-724E-AAE6-1B558B19D9EE}"/>
              </a:ext>
            </a:extLst>
          </p:cNvPr>
          <p:cNvSpPr txBox="1">
            <a:spLocks/>
          </p:cNvSpPr>
          <p:nvPr/>
        </p:nvSpPr>
        <p:spPr>
          <a:xfrm>
            <a:off x="10434138" y="2961641"/>
            <a:ext cx="686085" cy="41043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2667" dirty="0">
                <a:solidFill>
                  <a:srgbClr val="D24132"/>
                </a:solidFill>
                <a:latin typeface="Arial"/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326454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0"/>
                            </p:stCondLst>
                            <p:childTnLst>
                              <p:par>
                                <p:cTn id="90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6" grpId="0" animBg="1"/>
      <p:bldP spid="47" grpId="0" animBg="1"/>
      <p:bldP spid="48" grpId="0" animBg="1"/>
      <p:bldP spid="49" grpId="0" animBg="1"/>
      <p:bldP spid="96" grpId="0"/>
      <p:bldP spid="97" grpId="0"/>
      <p:bldP spid="98" grpId="0"/>
      <p:bldP spid="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9">
            <a:extLst>
              <a:ext uri="{FF2B5EF4-FFF2-40B4-BE49-F238E27FC236}">
                <a16:creationId xmlns:a16="http://schemas.microsoft.com/office/drawing/2014/main" id="{CFC8D414-6DC3-8F4F-BCF5-65183DE2DB03}"/>
              </a:ext>
            </a:extLst>
          </p:cNvPr>
          <p:cNvGrpSpPr/>
          <p:nvPr/>
        </p:nvGrpSpPr>
        <p:grpSpPr>
          <a:xfrm>
            <a:off x="8412981" y="5217703"/>
            <a:ext cx="3034927" cy="576626"/>
            <a:chOff x="7154104" y="3206176"/>
            <a:chExt cx="2276195" cy="432469"/>
          </a:xfrm>
        </p:grpSpPr>
        <p:sp>
          <p:nvSpPr>
            <p:cNvPr id="6" name="TextBox 180">
              <a:extLst>
                <a:ext uri="{FF2B5EF4-FFF2-40B4-BE49-F238E27FC236}">
                  <a16:creationId xmlns:a16="http://schemas.microsoft.com/office/drawing/2014/main" id="{5DEE4297-4A8A-8248-9D6B-012D8014A066}"/>
                </a:ext>
              </a:extLst>
            </p:cNvPr>
            <p:cNvSpPr txBox="1"/>
            <p:nvPr/>
          </p:nvSpPr>
          <p:spPr>
            <a:xfrm>
              <a:off x="7154105" y="3453979"/>
              <a:ext cx="227619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r>
                <a:rPr 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.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Rectangle 181">
              <a:extLst>
                <a:ext uri="{FF2B5EF4-FFF2-40B4-BE49-F238E27FC236}">
                  <a16:creationId xmlns:a16="http://schemas.microsoft.com/office/drawing/2014/main" id="{52C8F020-7C0E-9743-87EC-53D9867AB292}"/>
                </a:ext>
              </a:extLst>
            </p:cNvPr>
            <p:cNvSpPr/>
            <p:nvPr/>
          </p:nvSpPr>
          <p:spPr>
            <a:xfrm>
              <a:off x="7154104" y="3206176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5642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564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" name="Group 57">
            <a:extLst>
              <a:ext uri="{FF2B5EF4-FFF2-40B4-BE49-F238E27FC236}">
                <a16:creationId xmlns:a16="http://schemas.microsoft.com/office/drawing/2014/main" id="{935C711C-2593-4E4C-BB7C-DEAB02271AF1}"/>
              </a:ext>
            </a:extLst>
          </p:cNvPr>
          <p:cNvGrpSpPr/>
          <p:nvPr/>
        </p:nvGrpSpPr>
        <p:grpSpPr>
          <a:xfrm>
            <a:off x="565729" y="3283971"/>
            <a:ext cx="2996119" cy="576626"/>
            <a:chOff x="-267404" y="3168889"/>
            <a:chExt cx="2247089" cy="432469"/>
          </a:xfrm>
        </p:grpSpPr>
        <p:sp>
          <p:nvSpPr>
            <p:cNvPr id="9" name="TextBox 183">
              <a:extLst>
                <a:ext uri="{FF2B5EF4-FFF2-40B4-BE49-F238E27FC236}">
                  <a16:creationId xmlns:a16="http://schemas.microsoft.com/office/drawing/2014/main" id="{8B8DE24F-D45C-CF40-932A-F850EF5C1786}"/>
                </a:ext>
              </a:extLst>
            </p:cNvPr>
            <p:cNvSpPr txBox="1"/>
            <p:nvPr/>
          </p:nvSpPr>
          <p:spPr>
            <a:xfrm>
              <a:off x="-267404" y="3416692"/>
              <a:ext cx="224708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Rectangle 184">
              <a:extLst>
                <a:ext uri="{FF2B5EF4-FFF2-40B4-BE49-F238E27FC236}">
                  <a16:creationId xmlns:a16="http://schemas.microsoft.com/office/drawing/2014/main" id="{D8C709D8-FAFE-D44D-8446-C615CD419981}"/>
                </a:ext>
              </a:extLst>
            </p:cNvPr>
            <p:cNvSpPr/>
            <p:nvPr/>
          </p:nvSpPr>
          <p:spPr>
            <a:xfrm>
              <a:off x="1402604" y="3168889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/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1" name="Group 58">
            <a:extLst>
              <a:ext uri="{FF2B5EF4-FFF2-40B4-BE49-F238E27FC236}">
                <a16:creationId xmlns:a16="http://schemas.microsoft.com/office/drawing/2014/main" id="{3C06E89F-AF24-E34D-896D-97AF2E19BE24}"/>
              </a:ext>
            </a:extLst>
          </p:cNvPr>
          <p:cNvGrpSpPr/>
          <p:nvPr/>
        </p:nvGrpSpPr>
        <p:grpSpPr>
          <a:xfrm>
            <a:off x="8412981" y="1585578"/>
            <a:ext cx="3034927" cy="576626"/>
            <a:chOff x="7174424" y="1352592"/>
            <a:chExt cx="2276195" cy="432469"/>
          </a:xfrm>
        </p:grpSpPr>
        <p:sp>
          <p:nvSpPr>
            <p:cNvPr id="12" name="TextBox 186">
              <a:extLst>
                <a:ext uri="{FF2B5EF4-FFF2-40B4-BE49-F238E27FC236}">
                  <a16:creationId xmlns:a16="http://schemas.microsoft.com/office/drawing/2014/main" id="{8B9BD0F0-9C68-784B-B8BE-BF7F7979FF6F}"/>
                </a:ext>
              </a:extLst>
            </p:cNvPr>
            <p:cNvSpPr txBox="1"/>
            <p:nvPr/>
          </p:nvSpPr>
          <p:spPr>
            <a:xfrm>
              <a:off x="7174424" y="1600395"/>
              <a:ext cx="227619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r>
                <a:rPr 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.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Rectangle 187">
              <a:extLst>
                <a:ext uri="{FF2B5EF4-FFF2-40B4-BE49-F238E27FC236}">
                  <a16:creationId xmlns:a16="http://schemas.microsoft.com/office/drawing/2014/main" id="{872E1A8F-1E22-FE43-BDE4-BCFB31E6862A}"/>
                </a:ext>
              </a:extLst>
            </p:cNvPr>
            <p:cNvSpPr/>
            <p:nvPr/>
          </p:nvSpPr>
          <p:spPr>
            <a:xfrm>
              <a:off x="7174424" y="1352592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4" name="Group 56">
            <a:extLst>
              <a:ext uri="{FF2B5EF4-FFF2-40B4-BE49-F238E27FC236}">
                <a16:creationId xmlns:a16="http://schemas.microsoft.com/office/drawing/2014/main" id="{F9EBA97C-9768-2245-B35A-6742AB747F22}"/>
              </a:ext>
            </a:extLst>
          </p:cNvPr>
          <p:cNvGrpSpPr/>
          <p:nvPr/>
        </p:nvGrpSpPr>
        <p:grpSpPr>
          <a:xfrm>
            <a:off x="642537" y="1549865"/>
            <a:ext cx="3034928" cy="576626"/>
            <a:chOff x="-296510" y="1363501"/>
            <a:chExt cx="2276196" cy="432469"/>
          </a:xfrm>
        </p:grpSpPr>
        <p:sp>
          <p:nvSpPr>
            <p:cNvPr id="15" name="TextBox 189">
              <a:extLst>
                <a:ext uri="{FF2B5EF4-FFF2-40B4-BE49-F238E27FC236}">
                  <a16:creationId xmlns:a16="http://schemas.microsoft.com/office/drawing/2014/main" id="{779D7E13-332F-104A-A1DF-265EC77AEFB3}"/>
                </a:ext>
              </a:extLst>
            </p:cNvPr>
            <p:cNvSpPr txBox="1"/>
            <p:nvPr/>
          </p:nvSpPr>
          <p:spPr>
            <a:xfrm>
              <a:off x="-296510" y="1611304"/>
              <a:ext cx="227619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Rectangle 190">
              <a:extLst>
                <a:ext uri="{FF2B5EF4-FFF2-40B4-BE49-F238E27FC236}">
                  <a16:creationId xmlns:a16="http://schemas.microsoft.com/office/drawing/2014/main" id="{97379198-118E-464A-BB00-7B997011C05E}"/>
                </a:ext>
              </a:extLst>
            </p:cNvPr>
            <p:cNvSpPr/>
            <p:nvPr/>
          </p:nvSpPr>
          <p:spPr>
            <a:xfrm>
              <a:off x="1402604" y="1363501"/>
              <a:ext cx="577082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/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7" name="Group 56">
            <a:extLst>
              <a:ext uri="{FF2B5EF4-FFF2-40B4-BE49-F238E27FC236}">
                <a16:creationId xmlns:a16="http://schemas.microsoft.com/office/drawing/2014/main" id="{E85C1168-9546-7A4E-9A5E-0915577D38BC}"/>
              </a:ext>
            </a:extLst>
          </p:cNvPr>
          <p:cNvGrpSpPr/>
          <p:nvPr/>
        </p:nvGrpSpPr>
        <p:grpSpPr>
          <a:xfrm>
            <a:off x="642537" y="5110258"/>
            <a:ext cx="3034928" cy="576626"/>
            <a:chOff x="-296510" y="1363501"/>
            <a:chExt cx="2276196" cy="432469"/>
          </a:xfrm>
        </p:grpSpPr>
        <p:sp>
          <p:nvSpPr>
            <p:cNvPr id="18" name="TextBox 192">
              <a:extLst>
                <a:ext uri="{FF2B5EF4-FFF2-40B4-BE49-F238E27FC236}">
                  <a16:creationId xmlns:a16="http://schemas.microsoft.com/office/drawing/2014/main" id="{22701320-B0CD-6046-860C-8C37DC3941EE}"/>
                </a:ext>
              </a:extLst>
            </p:cNvPr>
            <p:cNvSpPr txBox="1"/>
            <p:nvPr/>
          </p:nvSpPr>
          <p:spPr>
            <a:xfrm>
              <a:off x="-296510" y="1611304"/>
              <a:ext cx="227619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Rectangle 193">
              <a:extLst>
                <a:ext uri="{FF2B5EF4-FFF2-40B4-BE49-F238E27FC236}">
                  <a16:creationId xmlns:a16="http://schemas.microsoft.com/office/drawing/2014/main" id="{E4B18794-7900-284E-A3CA-FB17706A553C}"/>
                </a:ext>
              </a:extLst>
            </p:cNvPr>
            <p:cNvSpPr/>
            <p:nvPr/>
          </p:nvSpPr>
          <p:spPr>
            <a:xfrm>
              <a:off x="1402604" y="1363501"/>
              <a:ext cx="577082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/>
              <a:r>
                <a:rPr lang="zh-CN" altLang="en-US" sz="2000" b="1" dirty="0">
                  <a:solidFill>
                    <a:srgbClr val="68686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6868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0" name="Group 58">
            <a:extLst>
              <a:ext uri="{FF2B5EF4-FFF2-40B4-BE49-F238E27FC236}">
                <a16:creationId xmlns:a16="http://schemas.microsoft.com/office/drawing/2014/main" id="{974FB9F3-CFA0-494D-950C-F6A7F17E4FB1}"/>
              </a:ext>
            </a:extLst>
          </p:cNvPr>
          <p:cNvGrpSpPr/>
          <p:nvPr/>
        </p:nvGrpSpPr>
        <p:grpSpPr>
          <a:xfrm>
            <a:off x="8630709" y="3289202"/>
            <a:ext cx="3034927" cy="576626"/>
            <a:chOff x="7174424" y="1352592"/>
            <a:chExt cx="2276195" cy="432469"/>
          </a:xfrm>
        </p:grpSpPr>
        <p:sp>
          <p:nvSpPr>
            <p:cNvPr id="21" name="TextBox 195">
              <a:extLst>
                <a:ext uri="{FF2B5EF4-FFF2-40B4-BE49-F238E27FC236}">
                  <a16:creationId xmlns:a16="http://schemas.microsoft.com/office/drawing/2014/main" id="{24E25209-0D2E-1A4C-A3C7-7FF042D1A43B}"/>
                </a:ext>
              </a:extLst>
            </p:cNvPr>
            <p:cNvSpPr txBox="1"/>
            <p:nvPr/>
          </p:nvSpPr>
          <p:spPr>
            <a:xfrm>
              <a:off x="7174424" y="1600395"/>
              <a:ext cx="227619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r>
                <a:rPr 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.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Rectangle 196">
              <a:extLst>
                <a:ext uri="{FF2B5EF4-FFF2-40B4-BE49-F238E27FC236}">
                  <a16:creationId xmlns:a16="http://schemas.microsoft.com/office/drawing/2014/main" id="{7779C559-A51B-9144-8E71-FFEE15F15D95}"/>
                </a:ext>
              </a:extLst>
            </p:cNvPr>
            <p:cNvSpPr/>
            <p:nvPr/>
          </p:nvSpPr>
          <p:spPr>
            <a:xfrm>
              <a:off x="7174424" y="1352592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3" name="Group 73">
            <a:extLst>
              <a:ext uri="{FF2B5EF4-FFF2-40B4-BE49-F238E27FC236}">
                <a16:creationId xmlns:a16="http://schemas.microsoft.com/office/drawing/2014/main" id="{25B0FFED-02EB-7249-8C9E-69AE40BE7D7A}"/>
              </a:ext>
            </a:extLst>
          </p:cNvPr>
          <p:cNvGrpSpPr/>
          <p:nvPr/>
        </p:nvGrpSpPr>
        <p:grpSpPr>
          <a:xfrm>
            <a:off x="3868529" y="1992987"/>
            <a:ext cx="1240451" cy="288800"/>
            <a:chOff x="2901397" y="1460250"/>
            <a:chExt cx="930338" cy="220268"/>
          </a:xfrm>
        </p:grpSpPr>
        <p:cxnSp>
          <p:nvCxnSpPr>
            <p:cNvPr id="24" name="Straight Connector 69">
              <a:extLst>
                <a:ext uri="{FF2B5EF4-FFF2-40B4-BE49-F238E27FC236}">
                  <a16:creationId xmlns:a16="http://schemas.microsoft.com/office/drawing/2014/main" id="{158A2E21-468C-AD4D-A84C-C4853862687E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2">
              <a:extLst>
                <a:ext uri="{FF2B5EF4-FFF2-40B4-BE49-F238E27FC236}">
                  <a16:creationId xmlns:a16="http://schemas.microsoft.com/office/drawing/2014/main" id="{90BAA9A3-9271-6D43-9C3A-34C6014F4A04}"/>
                </a:ext>
              </a:extLst>
            </p:cNvPr>
            <p:cNvCxnSpPr/>
            <p:nvPr/>
          </p:nvCxnSpPr>
          <p:spPr>
            <a:xfrm flipH="1">
              <a:off x="2901397" y="1461496"/>
              <a:ext cx="691284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74">
            <a:extLst>
              <a:ext uri="{FF2B5EF4-FFF2-40B4-BE49-F238E27FC236}">
                <a16:creationId xmlns:a16="http://schemas.microsoft.com/office/drawing/2014/main" id="{90CF307D-1C9A-7844-8AAD-ABC5C7A8E99A}"/>
              </a:ext>
            </a:extLst>
          </p:cNvPr>
          <p:cNvGrpSpPr/>
          <p:nvPr/>
        </p:nvGrpSpPr>
        <p:grpSpPr>
          <a:xfrm flipH="1">
            <a:off x="6996274" y="1986638"/>
            <a:ext cx="1243625" cy="295149"/>
            <a:chOff x="2899016" y="1459156"/>
            <a:chExt cx="932719" cy="221362"/>
          </a:xfrm>
        </p:grpSpPr>
        <p:cxnSp>
          <p:nvCxnSpPr>
            <p:cNvPr id="27" name="Straight Connector 75">
              <a:extLst>
                <a:ext uri="{FF2B5EF4-FFF2-40B4-BE49-F238E27FC236}">
                  <a16:creationId xmlns:a16="http://schemas.microsoft.com/office/drawing/2014/main" id="{73D31DA7-F9CE-B043-AC9C-2A607C9D4C47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76">
              <a:extLst>
                <a:ext uri="{FF2B5EF4-FFF2-40B4-BE49-F238E27FC236}">
                  <a16:creationId xmlns:a16="http://schemas.microsoft.com/office/drawing/2014/main" id="{91D28E95-4BD6-574A-B299-7F66A90B42B4}"/>
                </a:ext>
              </a:extLst>
            </p:cNvPr>
            <p:cNvCxnSpPr/>
            <p:nvPr/>
          </p:nvCxnSpPr>
          <p:spPr>
            <a:xfrm flipH="1">
              <a:off x="2899016" y="1459156"/>
              <a:ext cx="691284" cy="0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81">
            <a:extLst>
              <a:ext uri="{FF2B5EF4-FFF2-40B4-BE49-F238E27FC236}">
                <a16:creationId xmlns:a16="http://schemas.microsoft.com/office/drawing/2014/main" id="{C8790B2B-E889-5946-8D26-14219CC4F78B}"/>
              </a:ext>
            </a:extLst>
          </p:cNvPr>
          <p:cNvGrpSpPr/>
          <p:nvPr/>
        </p:nvGrpSpPr>
        <p:grpSpPr>
          <a:xfrm flipV="1">
            <a:off x="3865356" y="5281157"/>
            <a:ext cx="1243625" cy="288800"/>
            <a:chOff x="2899016" y="1460250"/>
            <a:chExt cx="932719" cy="220268"/>
          </a:xfrm>
        </p:grpSpPr>
        <p:cxnSp>
          <p:nvCxnSpPr>
            <p:cNvPr id="30" name="Straight Connector 82">
              <a:extLst>
                <a:ext uri="{FF2B5EF4-FFF2-40B4-BE49-F238E27FC236}">
                  <a16:creationId xmlns:a16="http://schemas.microsoft.com/office/drawing/2014/main" id="{B475AAA3-CF0B-5F4B-8756-27D4C275B973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6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83">
              <a:extLst>
                <a:ext uri="{FF2B5EF4-FFF2-40B4-BE49-F238E27FC236}">
                  <a16:creationId xmlns:a16="http://schemas.microsoft.com/office/drawing/2014/main" id="{0BE85A07-FA00-C34B-84E1-441E87FB3F1E}"/>
                </a:ext>
              </a:extLst>
            </p:cNvPr>
            <p:cNvCxnSpPr/>
            <p:nvPr/>
          </p:nvCxnSpPr>
          <p:spPr>
            <a:xfrm flipH="1">
              <a:off x="2899016" y="1461496"/>
              <a:ext cx="691284" cy="0"/>
            </a:xfrm>
            <a:prstGeom prst="line">
              <a:avLst/>
            </a:prstGeom>
            <a:ln w="19050" cap="rnd">
              <a:solidFill>
                <a:schemeClr val="accent6"/>
              </a:solidFill>
              <a:prstDash val="solid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84">
            <a:extLst>
              <a:ext uri="{FF2B5EF4-FFF2-40B4-BE49-F238E27FC236}">
                <a16:creationId xmlns:a16="http://schemas.microsoft.com/office/drawing/2014/main" id="{B2E04D46-7240-ED40-B7C1-968E1ED49EEB}"/>
              </a:ext>
            </a:extLst>
          </p:cNvPr>
          <p:cNvGrpSpPr/>
          <p:nvPr/>
        </p:nvGrpSpPr>
        <p:grpSpPr>
          <a:xfrm flipH="1" flipV="1">
            <a:off x="6996273" y="5327067"/>
            <a:ext cx="1240451" cy="295149"/>
            <a:chOff x="2901397" y="1459156"/>
            <a:chExt cx="930338" cy="221362"/>
          </a:xfrm>
        </p:grpSpPr>
        <p:cxnSp>
          <p:nvCxnSpPr>
            <p:cNvPr id="33" name="Straight Connector 85">
              <a:extLst>
                <a:ext uri="{FF2B5EF4-FFF2-40B4-BE49-F238E27FC236}">
                  <a16:creationId xmlns:a16="http://schemas.microsoft.com/office/drawing/2014/main" id="{A9C0E40C-8DB5-9842-AF31-79E2590C6B32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5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86">
              <a:extLst>
                <a:ext uri="{FF2B5EF4-FFF2-40B4-BE49-F238E27FC236}">
                  <a16:creationId xmlns:a16="http://schemas.microsoft.com/office/drawing/2014/main" id="{CA7CCBB6-E1A9-6D4C-A5FC-4C843A65DC18}"/>
                </a:ext>
              </a:extLst>
            </p:cNvPr>
            <p:cNvCxnSpPr/>
            <p:nvPr/>
          </p:nvCxnSpPr>
          <p:spPr>
            <a:xfrm flipH="1">
              <a:off x="2901397" y="1459156"/>
              <a:ext cx="691284" cy="0"/>
            </a:xfrm>
            <a:prstGeom prst="line">
              <a:avLst/>
            </a:prstGeom>
            <a:ln w="19050" cap="rnd">
              <a:solidFill>
                <a:schemeClr val="accent5"/>
              </a:solidFill>
              <a:prstDash val="solid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87">
            <a:extLst>
              <a:ext uri="{FF2B5EF4-FFF2-40B4-BE49-F238E27FC236}">
                <a16:creationId xmlns:a16="http://schemas.microsoft.com/office/drawing/2014/main" id="{F52CFD45-C91E-C14E-837E-A2287AC1ED7E}"/>
              </a:ext>
            </a:extLst>
          </p:cNvPr>
          <p:cNvCxnSpPr/>
          <p:nvPr/>
        </p:nvCxnSpPr>
        <p:spPr>
          <a:xfrm flipH="1">
            <a:off x="3690166" y="3777333"/>
            <a:ext cx="614169" cy="0"/>
          </a:xfrm>
          <a:prstGeom prst="line">
            <a:avLst/>
          </a:prstGeom>
          <a:ln w="19050" cap="rnd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89">
            <a:extLst>
              <a:ext uri="{FF2B5EF4-FFF2-40B4-BE49-F238E27FC236}">
                <a16:creationId xmlns:a16="http://schemas.microsoft.com/office/drawing/2014/main" id="{487B0AFC-E0C4-0943-BF10-DE5887F5C4FA}"/>
              </a:ext>
            </a:extLst>
          </p:cNvPr>
          <p:cNvCxnSpPr/>
          <p:nvPr/>
        </p:nvCxnSpPr>
        <p:spPr>
          <a:xfrm flipH="1">
            <a:off x="7887666" y="3777333"/>
            <a:ext cx="614169" cy="0"/>
          </a:xfrm>
          <a:prstGeom prst="line">
            <a:avLst/>
          </a:prstGeom>
          <a:ln w="19050" cap="rnd">
            <a:solidFill>
              <a:schemeClr val="accent4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98">
            <a:extLst>
              <a:ext uri="{FF2B5EF4-FFF2-40B4-BE49-F238E27FC236}">
                <a16:creationId xmlns:a16="http://schemas.microsoft.com/office/drawing/2014/main" id="{C15EB71B-B716-BF4E-8454-E23FFD533A10}"/>
              </a:ext>
            </a:extLst>
          </p:cNvPr>
          <p:cNvGrpSpPr/>
          <p:nvPr/>
        </p:nvGrpSpPr>
        <p:grpSpPr>
          <a:xfrm>
            <a:off x="6154677" y="1992985"/>
            <a:ext cx="1488968" cy="1354496"/>
            <a:chOff x="4616008" y="1463917"/>
            <a:chExt cx="1116726" cy="1015872"/>
          </a:xfrm>
        </p:grpSpPr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B50CFCA1-99B8-104B-A85E-1E9592BEA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008" y="1463917"/>
              <a:ext cx="1116726" cy="1015872"/>
            </a:xfrm>
            <a:custGeom>
              <a:avLst/>
              <a:gdLst/>
              <a:ahLst/>
              <a:cxnLst>
                <a:cxn ang="0">
                  <a:pos x="174" y="281"/>
                </a:cxn>
                <a:cxn ang="0">
                  <a:pos x="305" y="204"/>
                </a:cxn>
                <a:cxn ang="0">
                  <a:pos x="280" y="133"/>
                </a:cxn>
                <a:cxn ang="0">
                  <a:pos x="49" y="9"/>
                </a:cxn>
                <a:cxn ang="0">
                  <a:pos x="1" y="33"/>
                </a:cxn>
                <a:cxn ang="0">
                  <a:pos x="3" y="194"/>
                </a:cxn>
                <a:cxn ang="0">
                  <a:pos x="23" y="226"/>
                </a:cxn>
                <a:cxn ang="0">
                  <a:pos x="110" y="271"/>
                </a:cxn>
                <a:cxn ang="0">
                  <a:pos x="174" y="281"/>
                </a:cxn>
              </a:cxnLst>
              <a:rect l="0" t="0" r="r" b="b"/>
              <a:pathLst>
                <a:path w="335" h="304">
                  <a:moveTo>
                    <a:pt x="174" y="281"/>
                  </a:moveTo>
                  <a:cubicBezTo>
                    <a:pt x="195" y="268"/>
                    <a:pt x="305" y="204"/>
                    <a:pt x="305" y="204"/>
                  </a:cubicBezTo>
                  <a:cubicBezTo>
                    <a:pt x="305" y="204"/>
                    <a:pt x="335" y="192"/>
                    <a:pt x="280" y="133"/>
                  </a:cubicBezTo>
                  <a:cubicBezTo>
                    <a:pt x="225" y="76"/>
                    <a:pt x="149" y="24"/>
                    <a:pt x="49" y="9"/>
                  </a:cubicBezTo>
                  <a:cubicBezTo>
                    <a:pt x="36" y="7"/>
                    <a:pt x="0" y="0"/>
                    <a:pt x="1" y="33"/>
                  </a:cubicBezTo>
                  <a:cubicBezTo>
                    <a:pt x="2" y="65"/>
                    <a:pt x="3" y="194"/>
                    <a:pt x="3" y="194"/>
                  </a:cubicBezTo>
                  <a:cubicBezTo>
                    <a:pt x="3" y="194"/>
                    <a:pt x="3" y="219"/>
                    <a:pt x="23" y="226"/>
                  </a:cubicBezTo>
                  <a:cubicBezTo>
                    <a:pt x="43" y="233"/>
                    <a:pt x="85" y="249"/>
                    <a:pt x="110" y="271"/>
                  </a:cubicBezTo>
                  <a:cubicBezTo>
                    <a:pt x="133" y="292"/>
                    <a:pt x="138" y="304"/>
                    <a:pt x="174" y="281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39" name="Group 57">
              <a:extLst>
                <a:ext uri="{FF2B5EF4-FFF2-40B4-BE49-F238E27FC236}">
                  <a16:creationId xmlns:a16="http://schemas.microsoft.com/office/drawing/2014/main" id="{2854F4FE-FA87-5C49-B129-4917B287B5E6}"/>
                </a:ext>
              </a:extLst>
            </p:cNvPr>
            <p:cNvGrpSpPr/>
            <p:nvPr/>
          </p:nvGrpSpPr>
          <p:grpSpPr>
            <a:xfrm>
              <a:off x="4743404" y="1718036"/>
              <a:ext cx="535010" cy="517313"/>
              <a:chOff x="5659438" y="2249488"/>
              <a:chExt cx="623887" cy="603250"/>
            </a:xfrm>
            <a:solidFill>
              <a:schemeClr val="accent3">
                <a:lumMod val="50000"/>
              </a:schemeClr>
            </a:solidFill>
          </p:grpSpPr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BD237A59-3234-BB4C-8203-B77C4A012C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88050" y="2249488"/>
                <a:ext cx="295275" cy="585788"/>
              </a:xfrm>
              <a:custGeom>
                <a:avLst/>
                <a:gdLst/>
                <a:ahLst/>
                <a:cxnLst>
                  <a:cxn ang="0">
                    <a:pos x="0" y="148"/>
                  </a:cxn>
                  <a:cxn ang="0">
                    <a:pos x="0" y="50"/>
                  </a:cxn>
                  <a:cxn ang="0">
                    <a:pos x="51" y="0"/>
                  </a:cxn>
                  <a:cxn ang="0">
                    <a:pos x="101" y="50"/>
                  </a:cxn>
                  <a:cxn ang="0">
                    <a:pos x="101" y="148"/>
                  </a:cxn>
                  <a:cxn ang="0">
                    <a:pos x="51" y="199"/>
                  </a:cxn>
                  <a:cxn ang="0">
                    <a:pos x="0" y="148"/>
                  </a:cxn>
                  <a:cxn ang="0">
                    <a:pos x="9" y="50"/>
                  </a:cxn>
                  <a:cxn ang="0">
                    <a:pos x="9" y="148"/>
                  </a:cxn>
                  <a:cxn ang="0">
                    <a:pos x="51" y="190"/>
                  </a:cxn>
                  <a:cxn ang="0">
                    <a:pos x="92" y="148"/>
                  </a:cxn>
                  <a:cxn ang="0">
                    <a:pos x="92" y="50"/>
                  </a:cxn>
                  <a:cxn ang="0">
                    <a:pos x="51" y="9"/>
                  </a:cxn>
                  <a:cxn ang="0">
                    <a:pos x="9" y="50"/>
                  </a:cxn>
                </a:cxnLst>
                <a:rect l="0" t="0" r="r" b="b"/>
                <a:pathLst>
                  <a:path w="101" h="199">
                    <a:moveTo>
                      <a:pt x="0" y="148"/>
                    </a:move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78" y="0"/>
                      <a:pt x="101" y="23"/>
                      <a:pt x="101" y="50"/>
                    </a:cubicBezTo>
                    <a:cubicBezTo>
                      <a:pt x="101" y="148"/>
                      <a:pt x="101" y="148"/>
                      <a:pt x="101" y="148"/>
                    </a:cubicBezTo>
                    <a:cubicBezTo>
                      <a:pt x="101" y="176"/>
                      <a:pt x="78" y="199"/>
                      <a:pt x="51" y="199"/>
                    </a:cubicBezTo>
                    <a:cubicBezTo>
                      <a:pt x="23" y="199"/>
                      <a:pt x="0" y="176"/>
                      <a:pt x="0" y="148"/>
                    </a:cubicBezTo>
                    <a:moveTo>
                      <a:pt x="9" y="50"/>
                    </a:moveTo>
                    <a:cubicBezTo>
                      <a:pt x="9" y="148"/>
                      <a:pt x="9" y="148"/>
                      <a:pt x="9" y="148"/>
                    </a:cubicBezTo>
                    <a:cubicBezTo>
                      <a:pt x="9" y="171"/>
                      <a:pt x="28" y="190"/>
                      <a:pt x="51" y="190"/>
                    </a:cubicBezTo>
                    <a:cubicBezTo>
                      <a:pt x="74" y="190"/>
                      <a:pt x="92" y="171"/>
                      <a:pt x="92" y="148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27"/>
                      <a:pt x="74" y="9"/>
                      <a:pt x="51" y="9"/>
                    </a:cubicBezTo>
                    <a:cubicBezTo>
                      <a:pt x="28" y="9"/>
                      <a:pt x="9" y="27"/>
                      <a:pt x="9" y="5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3256997C-216A-2541-9E6E-C960D4892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7738" y="2559050"/>
                <a:ext cx="214313" cy="222250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3" y="39"/>
                  </a:cxn>
                  <a:cxn ang="0">
                    <a:pos x="37" y="76"/>
                  </a:cxn>
                  <a:cxn ang="0">
                    <a:pos x="0" y="39"/>
                  </a:cxn>
                  <a:cxn ang="0">
                    <a:pos x="0" y="0"/>
                  </a:cxn>
                  <a:cxn ang="0">
                    <a:pos x="73" y="0"/>
                  </a:cxn>
                </a:cxnLst>
                <a:rect l="0" t="0" r="r" b="b"/>
                <a:pathLst>
                  <a:path w="73" h="76">
                    <a:moveTo>
                      <a:pt x="73" y="0"/>
                    </a:moveTo>
                    <a:cubicBezTo>
                      <a:pt x="73" y="39"/>
                      <a:pt x="73" y="39"/>
                      <a:pt x="73" y="39"/>
                    </a:cubicBezTo>
                    <a:cubicBezTo>
                      <a:pt x="73" y="59"/>
                      <a:pt x="57" y="76"/>
                      <a:pt x="37" y="76"/>
                    </a:cubicBezTo>
                    <a:cubicBezTo>
                      <a:pt x="16" y="76"/>
                      <a:pt x="0" y="5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76D4897D-01C5-C343-B9F7-4478B9E95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8650" y="2543175"/>
                <a:ext cx="252413" cy="258763"/>
              </a:xfrm>
              <a:custGeom>
                <a:avLst/>
                <a:gdLst/>
                <a:ahLst/>
                <a:cxnLst>
                  <a:cxn ang="0">
                    <a:pos x="86" y="34"/>
                  </a:cxn>
                  <a:cxn ang="0">
                    <a:pos x="68" y="66"/>
                  </a:cxn>
                  <a:cxn ang="0">
                    <a:pos x="22" y="78"/>
                  </a:cxn>
                  <a:cxn ang="0">
                    <a:pos x="9" y="32"/>
                  </a:cxn>
                  <a:cxn ang="0">
                    <a:pos x="27" y="0"/>
                  </a:cxn>
                  <a:cxn ang="0">
                    <a:pos x="86" y="34"/>
                  </a:cxn>
                </a:cxnLst>
                <a:rect l="0" t="0" r="r" b="b"/>
                <a:pathLst>
                  <a:path w="86" h="88">
                    <a:moveTo>
                      <a:pt x="86" y="34"/>
                    </a:moveTo>
                    <a:cubicBezTo>
                      <a:pt x="68" y="66"/>
                      <a:pt x="68" y="66"/>
                      <a:pt x="68" y="66"/>
                    </a:cubicBezTo>
                    <a:cubicBezTo>
                      <a:pt x="59" y="82"/>
                      <a:pt x="38" y="88"/>
                      <a:pt x="22" y="78"/>
                    </a:cubicBezTo>
                    <a:cubicBezTo>
                      <a:pt x="5" y="69"/>
                      <a:pt x="0" y="48"/>
                      <a:pt x="9" y="32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86" y="3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43" name="Freeform 70">
                <a:extLst>
                  <a:ext uri="{FF2B5EF4-FFF2-40B4-BE49-F238E27FC236}">
                    <a16:creationId xmlns:a16="http://schemas.microsoft.com/office/drawing/2014/main" id="{05246935-5476-1B4C-B354-F0F97AA80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9438" y="2320925"/>
                <a:ext cx="312738" cy="531813"/>
              </a:xfrm>
              <a:custGeom>
                <a:avLst/>
                <a:gdLst/>
                <a:ahLst/>
                <a:cxnLst>
                  <a:cxn ang="0">
                    <a:pos x="13" y="104"/>
                  </a:cxn>
                  <a:cxn ang="0">
                    <a:pos x="59" y="26"/>
                  </a:cxn>
                  <a:cxn ang="0">
                    <a:pos x="107" y="3"/>
                  </a:cxn>
                  <a:cxn ang="0">
                    <a:pos x="107" y="12"/>
                  </a:cxn>
                  <a:cxn ang="0">
                    <a:pos x="66" y="30"/>
                  </a:cxn>
                  <a:cxn ang="0">
                    <a:pos x="20" y="109"/>
                  </a:cxn>
                  <a:cxn ang="0">
                    <a:pos x="35" y="161"/>
                  </a:cxn>
                  <a:cxn ang="0">
                    <a:pos x="87" y="147"/>
                  </a:cxn>
                  <a:cxn ang="0">
                    <a:pos x="107" y="114"/>
                  </a:cxn>
                  <a:cxn ang="0">
                    <a:pos x="107" y="130"/>
                  </a:cxn>
                  <a:cxn ang="0">
                    <a:pos x="95" y="151"/>
                  </a:cxn>
                  <a:cxn ang="0">
                    <a:pos x="30" y="169"/>
                  </a:cxn>
                  <a:cxn ang="0">
                    <a:pos x="13" y="104"/>
                  </a:cxn>
                </a:cxnLst>
                <a:rect l="0" t="0" r="r" b="b"/>
                <a:pathLst>
                  <a:path w="107" h="181">
                    <a:moveTo>
                      <a:pt x="13" y="104"/>
                    </a:moveTo>
                    <a:cubicBezTo>
                      <a:pt x="59" y="26"/>
                      <a:pt x="59" y="26"/>
                      <a:pt x="59" y="26"/>
                    </a:cubicBezTo>
                    <a:cubicBezTo>
                      <a:pt x="69" y="9"/>
                      <a:pt x="88" y="0"/>
                      <a:pt x="107" y="3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91" y="8"/>
                      <a:pt x="74" y="15"/>
                      <a:pt x="66" y="30"/>
                    </a:cubicBezTo>
                    <a:cubicBezTo>
                      <a:pt x="20" y="109"/>
                      <a:pt x="20" y="109"/>
                      <a:pt x="20" y="109"/>
                    </a:cubicBezTo>
                    <a:cubicBezTo>
                      <a:pt x="10" y="127"/>
                      <a:pt x="16" y="151"/>
                      <a:pt x="35" y="161"/>
                    </a:cubicBezTo>
                    <a:cubicBezTo>
                      <a:pt x="53" y="172"/>
                      <a:pt x="77" y="166"/>
                      <a:pt x="87" y="147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30"/>
                      <a:pt x="107" y="130"/>
                      <a:pt x="107" y="130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82" y="174"/>
                      <a:pt x="53" y="181"/>
                      <a:pt x="30" y="169"/>
                    </a:cubicBezTo>
                    <a:cubicBezTo>
                      <a:pt x="8" y="156"/>
                      <a:pt x="0" y="127"/>
                      <a:pt x="13" y="104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44" name="Group 100">
            <a:extLst>
              <a:ext uri="{FF2B5EF4-FFF2-40B4-BE49-F238E27FC236}">
                <a16:creationId xmlns:a16="http://schemas.microsoft.com/office/drawing/2014/main" id="{1FC1251E-725D-BF4C-AEB1-1DA66FBE0731}"/>
              </a:ext>
            </a:extLst>
          </p:cNvPr>
          <p:cNvGrpSpPr/>
          <p:nvPr/>
        </p:nvGrpSpPr>
        <p:grpSpPr>
          <a:xfrm>
            <a:off x="4291635" y="2926952"/>
            <a:ext cx="1092888" cy="1716347"/>
            <a:chOff x="3218726" y="2164392"/>
            <a:chExt cx="819666" cy="1287260"/>
          </a:xfrm>
        </p:grpSpPr>
        <p:sp>
          <p:nvSpPr>
            <p:cNvPr id="45" name="Freeform 62">
              <a:extLst>
                <a:ext uri="{FF2B5EF4-FFF2-40B4-BE49-F238E27FC236}">
                  <a16:creationId xmlns:a16="http://schemas.microsoft.com/office/drawing/2014/main" id="{9A391670-B4CB-3E4A-8119-E3C6FCB18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726" y="2164392"/>
              <a:ext cx="819666" cy="1287260"/>
            </a:xfrm>
            <a:custGeom>
              <a:avLst/>
              <a:gdLst/>
              <a:ahLst/>
              <a:cxnLst>
                <a:cxn ang="0">
                  <a:pos x="209" y="93"/>
                </a:cxn>
                <a:cxn ang="0">
                  <a:pos x="75" y="20"/>
                </a:cxn>
                <a:cxn ang="0">
                  <a:pos x="27" y="77"/>
                </a:cxn>
                <a:cxn ang="0">
                  <a:pos x="38" y="338"/>
                </a:cxn>
                <a:cxn ang="0">
                  <a:pos x="83" y="368"/>
                </a:cxn>
                <a:cxn ang="0">
                  <a:pos x="221" y="284"/>
                </a:cxn>
                <a:cxn ang="0">
                  <a:pos x="238" y="250"/>
                </a:cxn>
                <a:cxn ang="0">
                  <a:pos x="232" y="152"/>
                </a:cxn>
                <a:cxn ang="0">
                  <a:pos x="209" y="93"/>
                </a:cxn>
              </a:cxnLst>
              <a:rect l="0" t="0" r="r" b="b"/>
              <a:pathLst>
                <a:path w="246" h="385">
                  <a:moveTo>
                    <a:pt x="209" y="93"/>
                  </a:moveTo>
                  <a:cubicBezTo>
                    <a:pt x="187" y="81"/>
                    <a:pt x="75" y="20"/>
                    <a:pt x="75" y="20"/>
                  </a:cubicBezTo>
                  <a:cubicBezTo>
                    <a:pt x="75" y="20"/>
                    <a:pt x="49" y="0"/>
                    <a:pt x="27" y="77"/>
                  </a:cubicBezTo>
                  <a:cubicBezTo>
                    <a:pt x="6" y="153"/>
                    <a:pt x="0" y="245"/>
                    <a:pt x="38" y="338"/>
                  </a:cubicBezTo>
                  <a:cubicBezTo>
                    <a:pt x="43" y="350"/>
                    <a:pt x="56" y="385"/>
                    <a:pt x="83" y="368"/>
                  </a:cubicBezTo>
                  <a:cubicBezTo>
                    <a:pt x="110" y="351"/>
                    <a:pt x="221" y="284"/>
                    <a:pt x="221" y="284"/>
                  </a:cubicBezTo>
                  <a:cubicBezTo>
                    <a:pt x="221" y="284"/>
                    <a:pt x="242" y="271"/>
                    <a:pt x="238" y="250"/>
                  </a:cubicBezTo>
                  <a:cubicBezTo>
                    <a:pt x="234" y="229"/>
                    <a:pt x="226" y="186"/>
                    <a:pt x="232" y="152"/>
                  </a:cubicBezTo>
                  <a:cubicBezTo>
                    <a:pt x="238" y="122"/>
                    <a:pt x="246" y="112"/>
                    <a:pt x="209" y="93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6" name="Freeform 74">
              <a:extLst>
                <a:ext uri="{FF2B5EF4-FFF2-40B4-BE49-F238E27FC236}">
                  <a16:creationId xmlns:a16="http://schemas.microsoft.com/office/drawing/2014/main" id="{DD867DD4-8E51-8C47-A894-FB981C8A46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2943" y="2597627"/>
              <a:ext cx="471233" cy="420791"/>
            </a:xfrm>
            <a:custGeom>
              <a:avLst/>
              <a:gdLst/>
              <a:ahLst/>
              <a:cxnLst>
                <a:cxn ang="0">
                  <a:pos x="176" y="29"/>
                </a:cxn>
                <a:cxn ang="0">
                  <a:pos x="120" y="29"/>
                </a:cxn>
                <a:cxn ang="0">
                  <a:pos x="120" y="0"/>
                </a:cxn>
                <a:cxn ang="0">
                  <a:pos x="114" y="0"/>
                </a:cxn>
                <a:cxn ang="0">
                  <a:pos x="110" y="0"/>
                </a:cxn>
                <a:cxn ang="0">
                  <a:pos x="81" y="0"/>
                </a:cxn>
                <a:cxn ang="0">
                  <a:pos x="71" y="0"/>
                </a:cxn>
                <a:cxn ang="0">
                  <a:pos x="71" y="10"/>
                </a:cxn>
                <a:cxn ang="0">
                  <a:pos x="71" y="29"/>
                </a:cxn>
                <a:cxn ang="0">
                  <a:pos x="15" y="29"/>
                </a:cxn>
                <a:cxn ang="0">
                  <a:pos x="0" y="44"/>
                </a:cxn>
                <a:cxn ang="0">
                  <a:pos x="0" y="156"/>
                </a:cxn>
                <a:cxn ang="0">
                  <a:pos x="15" y="171"/>
                </a:cxn>
                <a:cxn ang="0">
                  <a:pos x="176" y="171"/>
                </a:cxn>
                <a:cxn ang="0">
                  <a:pos x="192" y="156"/>
                </a:cxn>
                <a:cxn ang="0">
                  <a:pos x="192" y="44"/>
                </a:cxn>
                <a:cxn ang="0">
                  <a:pos x="176" y="29"/>
                </a:cxn>
                <a:cxn ang="0">
                  <a:pos x="81" y="10"/>
                </a:cxn>
                <a:cxn ang="0">
                  <a:pos x="110" y="10"/>
                </a:cxn>
                <a:cxn ang="0">
                  <a:pos x="110" y="29"/>
                </a:cxn>
                <a:cxn ang="0">
                  <a:pos x="81" y="29"/>
                </a:cxn>
                <a:cxn ang="0">
                  <a:pos x="81" y="10"/>
                </a:cxn>
                <a:cxn ang="0">
                  <a:pos x="134" y="107"/>
                </a:cxn>
                <a:cxn ang="0">
                  <a:pos x="127" y="115"/>
                </a:cxn>
                <a:cxn ang="0">
                  <a:pos x="111" y="115"/>
                </a:cxn>
                <a:cxn ang="0">
                  <a:pos x="111" y="130"/>
                </a:cxn>
                <a:cxn ang="0">
                  <a:pos x="103" y="138"/>
                </a:cxn>
                <a:cxn ang="0">
                  <a:pos x="88" y="138"/>
                </a:cxn>
                <a:cxn ang="0">
                  <a:pos x="80" y="130"/>
                </a:cxn>
                <a:cxn ang="0">
                  <a:pos x="80" y="115"/>
                </a:cxn>
                <a:cxn ang="0">
                  <a:pos x="65" y="115"/>
                </a:cxn>
                <a:cxn ang="0">
                  <a:pos x="57" y="107"/>
                </a:cxn>
                <a:cxn ang="0">
                  <a:pos x="57" y="92"/>
                </a:cxn>
                <a:cxn ang="0">
                  <a:pos x="65" y="84"/>
                </a:cxn>
                <a:cxn ang="0">
                  <a:pos x="80" y="84"/>
                </a:cxn>
                <a:cxn ang="0">
                  <a:pos x="80" y="68"/>
                </a:cxn>
                <a:cxn ang="0">
                  <a:pos x="88" y="61"/>
                </a:cxn>
                <a:cxn ang="0">
                  <a:pos x="103" y="61"/>
                </a:cxn>
                <a:cxn ang="0">
                  <a:pos x="111" y="68"/>
                </a:cxn>
                <a:cxn ang="0">
                  <a:pos x="111" y="84"/>
                </a:cxn>
                <a:cxn ang="0">
                  <a:pos x="127" y="84"/>
                </a:cxn>
                <a:cxn ang="0">
                  <a:pos x="134" y="92"/>
                </a:cxn>
                <a:cxn ang="0">
                  <a:pos x="134" y="107"/>
                </a:cxn>
              </a:cxnLst>
              <a:rect l="0" t="0" r="r" b="b"/>
              <a:pathLst>
                <a:path w="192" h="171">
                  <a:moveTo>
                    <a:pt x="176" y="29"/>
                  </a:moveTo>
                  <a:cubicBezTo>
                    <a:pt x="120" y="29"/>
                    <a:pt x="120" y="29"/>
                    <a:pt x="120" y="2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29"/>
                    <a:pt x="71" y="29"/>
                    <a:pt x="71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7" y="29"/>
                    <a:pt x="0" y="36"/>
                    <a:pt x="0" y="44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64"/>
                    <a:pt x="7" y="171"/>
                    <a:pt x="15" y="171"/>
                  </a:cubicBezTo>
                  <a:cubicBezTo>
                    <a:pt x="176" y="171"/>
                    <a:pt x="176" y="171"/>
                    <a:pt x="176" y="171"/>
                  </a:cubicBezTo>
                  <a:cubicBezTo>
                    <a:pt x="185" y="171"/>
                    <a:pt x="192" y="164"/>
                    <a:pt x="192" y="156"/>
                  </a:cubicBezTo>
                  <a:cubicBezTo>
                    <a:pt x="192" y="44"/>
                    <a:pt x="192" y="44"/>
                    <a:pt x="192" y="44"/>
                  </a:cubicBezTo>
                  <a:cubicBezTo>
                    <a:pt x="192" y="36"/>
                    <a:pt x="185" y="29"/>
                    <a:pt x="176" y="29"/>
                  </a:cubicBezTo>
                  <a:moveTo>
                    <a:pt x="81" y="10"/>
                  </a:moveTo>
                  <a:cubicBezTo>
                    <a:pt x="110" y="10"/>
                    <a:pt x="110" y="10"/>
                    <a:pt x="110" y="10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10"/>
                  </a:lnTo>
                  <a:close/>
                  <a:moveTo>
                    <a:pt x="134" y="107"/>
                  </a:moveTo>
                  <a:cubicBezTo>
                    <a:pt x="134" y="111"/>
                    <a:pt x="131" y="115"/>
                    <a:pt x="127" y="115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111" y="135"/>
                    <a:pt x="108" y="138"/>
                    <a:pt x="103" y="138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84" y="138"/>
                    <a:pt x="80" y="135"/>
                    <a:pt x="80" y="130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0" y="115"/>
                    <a:pt x="57" y="111"/>
                    <a:pt x="57" y="107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7" y="88"/>
                    <a:pt x="60" y="84"/>
                    <a:pt x="65" y="84"/>
                  </a:cubicBezTo>
                  <a:cubicBezTo>
                    <a:pt x="80" y="84"/>
                    <a:pt x="80" y="84"/>
                    <a:pt x="80" y="84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0" y="64"/>
                    <a:pt x="84" y="61"/>
                    <a:pt x="88" y="61"/>
                  </a:cubicBezTo>
                  <a:cubicBezTo>
                    <a:pt x="103" y="61"/>
                    <a:pt x="103" y="61"/>
                    <a:pt x="103" y="61"/>
                  </a:cubicBezTo>
                  <a:cubicBezTo>
                    <a:pt x="108" y="61"/>
                    <a:pt x="111" y="64"/>
                    <a:pt x="111" y="68"/>
                  </a:cubicBezTo>
                  <a:cubicBezTo>
                    <a:pt x="111" y="84"/>
                    <a:pt x="111" y="84"/>
                    <a:pt x="111" y="84"/>
                  </a:cubicBezTo>
                  <a:cubicBezTo>
                    <a:pt x="127" y="84"/>
                    <a:pt x="127" y="84"/>
                    <a:pt x="127" y="84"/>
                  </a:cubicBezTo>
                  <a:cubicBezTo>
                    <a:pt x="131" y="84"/>
                    <a:pt x="134" y="88"/>
                    <a:pt x="134" y="92"/>
                  </a:cubicBezTo>
                  <a:lnTo>
                    <a:pt x="134" y="10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7" name="Group 99">
            <a:extLst>
              <a:ext uri="{FF2B5EF4-FFF2-40B4-BE49-F238E27FC236}">
                <a16:creationId xmlns:a16="http://schemas.microsoft.com/office/drawing/2014/main" id="{7423A221-6292-EF40-AA3A-64BEB4B50F0C}"/>
              </a:ext>
            </a:extLst>
          </p:cNvPr>
          <p:cNvGrpSpPr/>
          <p:nvPr/>
        </p:nvGrpSpPr>
        <p:grpSpPr>
          <a:xfrm>
            <a:off x="4567913" y="1988097"/>
            <a:ext cx="1488968" cy="1332492"/>
            <a:chOff x="3425935" y="1460250"/>
            <a:chExt cx="1116726" cy="999369"/>
          </a:xfrm>
        </p:grpSpPr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6F96948D-6F3D-8246-85F8-CA1255764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35" y="1460250"/>
              <a:ext cx="1116726" cy="999369"/>
            </a:xfrm>
            <a:custGeom>
              <a:avLst/>
              <a:gdLst/>
              <a:ahLst/>
              <a:cxnLst>
                <a:cxn ang="0">
                  <a:pos x="330" y="184"/>
                </a:cxn>
                <a:cxn ang="0">
                  <a:pos x="330" y="32"/>
                </a:cxn>
                <a:cxn ang="0">
                  <a:pos x="257" y="18"/>
                </a:cxn>
                <a:cxn ang="0">
                  <a:pos x="33" y="152"/>
                </a:cxn>
                <a:cxn ang="0">
                  <a:pos x="28" y="206"/>
                </a:cxn>
                <a:cxn ang="0">
                  <a:pos x="168" y="287"/>
                </a:cxn>
                <a:cxn ang="0">
                  <a:pos x="206" y="286"/>
                </a:cxn>
                <a:cxn ang="0">
                  <a:pos x="289" y="233"/>
                </a:cxn>
                <a:cxn ang="0">
                  <a:pos x="330" y="184"/>
                </a:cxn>
              </a:cxnLst>
              <a:rect l="0" t="0" r="r" b="b"/>
              <a:pathLst>
                <a:path w="335" h="299">
                  <a:moveTo>
                    <a:pt x="330" y="184"/>
                  </a:moveTo>
                  <a:cubicBezTo>
                    <a:pt x="330" y="159"/>
                    <a:pt x="330" y="32"/>
                    <a:pt x="330" y="32"/>
                  </a:cubicBezTo>
                  <a:cubicBezTo>
                    <a:pt x="330" y="32"/>
                    <a:pt x="335" y="0"/>
                    <a:pt x="257" y="18"/>
                  </a:cubicBezTo>
                  <a:cubicBezTo>
                    <a:pt x="180" y="35"/>
                    <a:pt x="96" y="74"/>
                    <a:pt x="33" y="152"/>
                  </a:cubicBezTo>
                  <a:cubicBezTo>
                    <a:pt x="25" y="163"/>
                    <a:pt x="0" y="190"/>
                    <a:pt x="28" y="206"/>
                  </a:cubicBezTo>
                  <a:cubicBezTo>
                    <a:pt x="57" y="222"/>
                    <a:pt x="168" y="287"/>
                    <a:pt x="168" y="287"/>
                  </a:cubicBezTo>
                  <a:cubicBezTo>
                    <a:pt x="168" y="287"/>
                    <a:pt x="189" y="299"/>
                    <a:pt x="206" y="286"/>
                  </a:cubicBezTo>
                  <a:cubicBezTo>
                    <a:pt x="222" y="272"/>
                    <a:pt x="257" y="244"/>
                    <a:pt x="289" y="233"/>
                  </a:cubicBezTo>
                  <a:cubicBezTo>
                    <a:pt x="319" y="224"/>
                    <a:pt x="331" y="226"/>
                    <a:pt x="330" y="184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9" name="Freeform 121">
              <a:extLst>
                <a:ext uri="{FF2B5EF4-FFF2-40B4-BE49-F238E27FC236}">
                  <a16:creationId xmlns:a16="http://schemas.microsoft.com/office/drawing/2014/main" id="{2E22EAD8-814E-184A-9753-721E718893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3326" y="1680519"/>
              <a:ext cx="484906" cy="557590"/>
            </a:xfrm>
            <a:custGeom>
              <a:avLst/>
              <a:gdLst/>
              <a:ahLst/>
              <a:cxnLst>
                <a:cxn ang="0">
                  <a:pos x="227" y="284"/>
                </a:cxn>
                <a:cxn ang="0">
                  <a:pos x="214" y="284"/>
                </a:cxn>
                <a:cxn ang="0">
                  <a:pos x="264" y="189"/>
                </a:cxn>
                <a:cxn ang="0">
                  <a:pos x="179" y="80"/>
                </a:cxn>
                <a:cxn ang="0">
                  <a:pos x="200" y="39"/>
                </a:cxn>
                <a:cxn ang="0">
                  <a:pos x="196" y="26"/>
                </a:cxn>
                <a:cxn ang="0">
                  <a:pos x="145" y="2"/>
                </a:cxn>
                <a:cxn ang="0">
                  <a:pos x="138" y="1"/>
                </a:cxn>
                <a:cxn ang="0">
                  <a:pos x="132" y="7"/>
                </a:cxn>
                <a:cxn ang="0">
                  <a:pos x="72" y="121"/>
                </a:cxn>
                <a:cxn ang="0">
                  <a:pos x="80" y="147"/>
                </a:cxn>
                <a:cxn ang="0">
                  <a:pos x="72" y="164"/>
                </a:cxn>
                <a:cxn ang="0">
                  <a:pos x="106" y="180"/>
                </a:cxn>
                <a:cxn ang="0">
                  <a:pos x="114" y="164"/>
                </a:cxn>
                <a:cxn ang="0">
                  <a:pos x="114" y="164"/>
                </a:cxn>
                <a:cxn ang="0">
                  <a:pos x="140" y="154"/>
                </a:cxn>
                <a:cxn ang="0">
                  <a:pos x="161" y="115"/>
                </a:cxn>
                <a:cxn ang="0">
                  <a:pos x="227" y="189"/>
                </a:cxn>
                <a:cxn ang="0">
                  <a:pos x="151" y="265"/>
                </a:cxn>
                <a:cxn ang="0">
                  <a:pos x="95" y="246"/>
                </a:cxn>
                <a:cxn ang="0">
                  <a:pos x="95" y="237"/>
                </a:cxn>
                <a:cxn ang="0">
                  <a:pos x="104" y="227"/>
                </a:cxn>
                <a:cxn ang="0">
                  <a:pos x="151" y="227"/>
                </a:cxn>
                <a:cxn ang="0">
                  <a:pos x="151" y="208"/>
                </a:cxn>
                <a:cxn ang="0">
                  <a:pos x="79" y="208"/>
                </a:cxn>
                <a:cxn ang="0">
                  <a:pos x="40" y="208"/>
                </a:cxn>
                <a:cxn ang="0">
                  <a:pos x="0" y="208"/>
                </a:cxn>
                <a:cxn ang="0">
                  <a:pos x="0" y="227"/>
                </a:cxn>
                <a:cxn ang="0">
                  <a:pos x="45" y="227"/>
                </a:cxn>
                <a:cxn ang="0">
                  <a:pos x="48" y="227"/>
                </a:cxn>
                <a:cxn ang="0">
                  <a:pos x="57" y="237"/>
                </a:cxn>
                <a:cxn ang="0">
                  <a:pos x="57" y="246"/>
                </a:cxn>
                <a:cxn ang="0">
                  <a:pos x="57" y="284"/>
                </a:cxn>
                <a:cxn ang="0">
                  <a:pos x="19" y="303"/>
                </a:cxn>
                <a:cxn ang="0">
                  <a:pos x="264" y="303"/>
                </a:cxn>
                <a:cxn ang="0">
                  <a:pos x="227" y="284"/>
                </a:cxn>
                <a:cxn ang="0">
                  <a:pos x="161" y="26"/>
                </a:cxn>
                <a:cxn ang="0">
                  <a:pos x="155" y="32"/>
                </a:cxn>
                <a:cxn ang="0">
                  <a:pos x="111" y="114"/>
                </a:cxn>
                <a:cxn ang="0">
                  <a:pos x="95" y="106"/>
                </a:cxn>
                <a:cxn ang="0">
                  <a:pos x="96" y="102"/>
                </a:cxn>
                <a:cxn ang="0">
                  <a:pos x="137" y="25"/>
                </a:cxn>
                <a:cxn ang="0">
                  <a:pos x="143" y="20"/>
                </a:cxn>
                <a:cxn ang="0">
                  <a:pos x="150" y="21"/>
                </a:cxn>
                <a:cxn ang="0">
                  <a:pos x="161" y="26"/>
                </a:cxn>
                <a:cxn ang="0">
                  <a:pos x="161" y="26"/>
                </a:cxn>
              </a:cxnLst>
              <a:rect l="0" t="0" r="r" b="b"/>
              <a:pathLst>
                <a:path w="264" h="303">
                  <a:moveTo>
                    <a:pt x="227" y="284"/>
                  </a:moveTo>
                  <a:cubicBezTo>
                    <a:pt x="214" y="284"/>
                    <a:pt x="214" y="284"/>
                    <a:pt x="214" y="284"/>
                  </a:cubicBezTo>
                  <a:cubicBezTo>
                    <a:pt x="244" y="263"/>
                    <a:pt x="264" y="229"/>
                    <a:pt x="264" y="189"/>
                  </a:cubicBezTo>
                  <a:cubicBezTo>
                    <a:pt x="264" y="136"/>
                    <a:pt x="228" y="92"/>
                    <a:pt x="179" y="80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3" y="34"/>
                    <a:pt x="201" y="29"/>
                    <a:pt x="196" y="26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3" y="1"/>
                    <a:pt x="140" y="0"/>
                    <a:pt x="138" y="1"/>
                  </a:cubicBezTo>
                  <a:cubicBezTo>
                    <a:pt x="136" y="2"/>
                    <a:pt x="134" y="4"/>
                    <a:pt x="132" y="7"/>
                  </a:cubicBezTo>
                  <a:cubicBezTo>
                    <a:pt x="72" y="121"/>
                    <a:pt x="72" y="121"/>
                    <a:pt x="72" y="121"/>
                  </a:cubicBezTo>
                  <a:cubicBezTo>
                    <a:pt x="67" y="131"/>
                    <a:pt x="71" y="143"/>
                    <a:pt x="80" y="147"/>
                  </a:cubicBezTo>
                  <a:cubicBezTo>
                    <a:pt x="72" y="164"/>
                    <a:pt x="72" y="164"/>
                    <a:pt x="72" y="164"/>
                  </a:cubicBezTo>
                  <a:cubicBezTo>
                    <a:pt x="106" y="180"/>
                    <a:pt x="106" y="180"/>
                    <a:pt x="106" y="180"/>
                  </a:cubicBezTo>
                  <a:cubicBezTo>
                    <a:pt x="114" y="164"/>
                    <a:pt x="114" y="164"/>
                    <a:pt x="114" y="164"/>
                  </a:cubicBezTo>
                  <a:cubicBezTo>
                    <a:pt x="114" y="164"/>
                    <a:pt x="114" y="164"/>
                    <a:pt x="114" y="164"/>
                  </a:cubicBezTo>
                  <a:cubicBezTo>
                    <a:pt x="124" y="168"/>
                    <a:pt x="135" y="164"/>
                    <a:pt x="140" y="15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98" y="119"/>
                    <a:pt x="227" y="151"/>
                    <a:pt x="227" y="189"/>
                  </a:cubicBezTo>
                  <a:cubicBezTo>
                    <a:pt x="227" y="231"/>
                    <a:pt x="193" y="265"/>
                    <a:pt x="151" y="265"/>
                  </a:cubicBezTo>
                  <a:cubicBezTo>
                    <a:pt x="132" y="265"/>
                    <a:pt x="108" y="258"/>
                    <a:pt x="95" y="246"/>
                  </a:cubicBezTo>
                  <a:cubicBezTo>
                    <a:pt x="95" y="237"/>
                    <a:pt x="95" y="237"/>
                    <a:pt x="95" y="237"/>
                  </a:cubicBezTo>
                  <a:cubicBezTo>
                    <a:pt x="95" y="231"/>
                    <a:pt x="99" y="227"/>
                    <a:pt x="104" y="227"/>
                  </a:cubicBezTo>
                  <a:cubicBezTo>
                    <a:pt x="151" y="227"/>
                    <a:pt x="151" y="227"/>
                    <a:pt x="151" y="227"/>
                  </a:cubicBezTo>
                  <a:cubicBezTo>
                    <a:pt x="151" y="208"/>
                    <a:pt x="151" y="208"/>
                    <a:pt x="151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45" y="227"/>
                    <a:pt x="45" y="227"/>
                    <a:pt x="45" y="227"/>
                  </a:cubicBezTo>
                  <a:cubicBezTo>
                    <a:pt x="48" y="227"/>
                    <a:pt x="48" y="227"/>
                    <a:pt x="48" y="227"/>
                  </a:cubicBezTo>
                  <a:cubicBezTo>
                    <a:pt x="53" y="227"/>
                    <a:pt x="57" y="231"/>
                    <a:pt x="57" y="237"/>
                  </a:cubicBezTo>
                  <a:cubicBezTo>
                    <a:pt x="57" y="246"/>
                    <a:pt x="57" y="246"/>
                    <a:pt x="57" y="246"/>
                  </a:cubicBezTo>
                  <a:cubicBezTo>
                    <a:pt x="57" y="284"/>
                    <a:pt x="57" y="284"/>
                    <a:pt x="57" y="284"/>
                  </a:cubicBezTo>
                  <a:cubicBezTo>
                    <a:pt x="36" y="284"/>
                    <a:pt x="19" y="282"/>
                    <a:pt x="19" y="303"/>
                  </a:cubicBezTo>
                  <a:cubicBezTo>
                    <a:pt x="264" y="303"/>
                    <a:pt x="264" y="303"/>
                    <a:pt x="264" y="303"/>
                  </a:cubicBezTo>
                  <a:cubicBezTo>
                    <a:pt x="264" y="282"/>
                    <a:pt x="248" y="284"/>
                    <a:pt x="227" y="284"/>
                  </a:cubicBezTo>
                  <a:close/>
                  <a:moveTo>
                    <a:pt x="161" y="26"/>
                  </a:moveTo>
                  <a:cubicBezTo>
                    <a:pt x="158" y="27"/>
                    <a:pt x="156" y="29"/>
                    <a:pt x="155" y="32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95" y="106"/>
                    <a:pt x="95" y="106"/>
                    <a:pt x="95" y="106"/>
                  </a:cubicBezTo>
                  <a:cubicBezTo>
                    <a:pt x="95" y="105"/>
                    <a:pt x="95" y="103"/>
                    <a:pt x="96" y="102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8" y="23"/>
                    <a:pt x="140" y="21"/>
                    <a:pt x="143" y="20"/>
                  </a:cubicBezTo>
                  <a:cubicBezTo>
                    <a:pt x="145" y="19"/>
                    <a:pt x="148" y="19"/>
                    <a:pt x="150" y="21"/>
                  </a:cubicBezTo>
                  <a:cubicBezTo>
                    <a:pt x="161" y="26"/>
                    <a:pt x="161" y="26"/>
                    <a:pt x="161" y="26"/>
                  </a:cubicBezTo>
                  <a:cubicBezTo>
                    <a:pt x="161" y="26"/>
                    <a:pt x="161" y="26"/>
                    <a:pt x="161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50" name="Group 101">
            <a:extLst>
              <a:ext uri="{FF2B5EF4-FFF2-40B4-BE49-F238E27FC236}">
                <a16:creationId xmlns:a16="http://schemas.microsoft.com/office/drawing/2014/main" id="{0007BAE6-85D9-A14C-8498-4572E878BDA2}"/>
              </a:ext>
            </a:extLst>
          </p:cNvPr>
          <p:cNvGrpSpPr/>
          <p:nvPr/>
        </p:nvGrpSpPr>
        <p:grpSpPr>
          <a:xfrm>
            <a:off x="4553244" y="4237441"/>
            <a:ext cx="1493859" cy="1344716"/>
            <a:chOff x="3414933" y="3147258"/>
            <a:chExt cx="1120394" cy="1008537"/>
          </a:xfrm>
        </p:grpSpPr>
        <p:sp>
          <p:nvSpPr>
            <p:cNvPr id="51" name="Freeform 61">
              <a:extLst>
                <a:ext uri="{FF2B5EF4-FFF2-40B4-BE49-F238E27FC236}">
                  <a16:creationId xmlns:a16="http://schemas.microsoft.com/office/drawing/2014/main" id="{8F511DD5-8564-8945-81ED-26B672BD2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933" y="3147258"/>
              <a:ext cx="1120394" cy="1008537"/>
            </a:xfrm>
            <a:custGeom>
              <a:avLst/>
              <a:gdLst/>
              <a:ahLst/>
              <a:cxnLst>
                <a:cxn ang="0">
                  <a:pos x="161" y="22"/>
                </a:cxn>
                <a:cxn ang="0">
                  <a:pos x="31" y="100"/>
                </a:cxn>
                <a:cxn ang="0">
                  <a:pos x="56" y="171"/>
                </a:cxn>
                <a:cxn ang="0">
                  <a:pos x="287" y="293"/>
                </a:cxn>
                <a:cxn ang="0">
                  <a:pos x="335" y="270"/>
                </a:cxn>
                <a:cxn ang="0">
                  <a:pos x="332" y="108"/>
                </a:cxn>
                <a:cxn ang="0">
                  <a:pos x="312" y="77"/>
                </a:cxn>
                <a:cxn ang="0">
                  <a:pos x="224" y="32"/>
                </a:cxn>
                <a:cxn ang="0">
                  <a:pos x="161" y="22"/>
                </a:cxn>
              </a:cxnLst>
              <a:rect l="0" t="0" r="r" b="b"/>
              <a:pathLst>
                <a:path w="336" h="302">
                  <a:moveTo>
                    <a:pt x="161" y="22"/>
                  </a:moveTo>
                  <a:cubicBezTo>
                    <a:pt x="140" y="35"/>
                    <a:pt x="31" y="100"/>
                    <a:pt x="31" y="100"/>
                  </a:cubicBezTo>
                  <a:cubicBezTo>
                    <a:pt x="31" y="100"/>
                    <a:pt x="0" y="113"/>
                    <a:pt x="56" y="171"/>
                  </a:cubicBezTo>
                  <a:cubicBezTo>
                    <a:pt x="111" y="228"/>
                    <a:pt x="187" y="280"/>
                    <a:pt x="287" y="293"/>
                  </a:cubicBezTo>
                  <a:cubicBezTo>
                    <a:pt x="300" y="295"/>
                    <a:pt x="336" y="302"/>
                    <a:pt x="335" y="270"/>
                  </a:cubicBezTo>
                  <a:cubicBezTo>
                    <a:pt x="334" y="237"/>
                    <a:pt x="332" y="108"/>
                    <a:pt x="332" y="108"/>
                  </a:cubicBezTo>
                  <a:cubicBezTo>
                    <a:pt x="332" y="108"/>
                    <a:pt x="332" y="84"/>
                    <a:pt x="312" y="77"/>
                  </a:cubicBezTo>
                  <a:cubicBezTo>
                    <a:pt x="292" y="70"/>
                    <a:pt x="250" y="54"/>
                    <a:pt x="224" y="32"/>
                  </a:cubicBezTo>
                  <a:cubicBezTo>
                    <a:pt x="201" y="12"/>
                    <a:pt x="196" y="0"/>
                    <a:pt x="161" y="22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52" name="Group 70">
              <a:extLst>
                <a:ext uri="{FF2B5EF4-FFF2-40B4-BE49-F238E27FC236}">
                  <a16:creationId xmlns:a16="http://schemas.microsoft.com/office/drawing/2014/main" id="{3521E83E-351F-6840-B1AE-325AFC0D7666}"/>
                </a:ext>
              </a:extLst>
            </p:cNvPr>
            <p:cNvGrpSpPr/>
            <p:nvPr/>
          </p:nvGrpSpPr>
          <p:grpSpPr>
            <a:xfrm>
              <a:off x="3786015" y="3459473"/>
              <a:ext cx="580546" cy="365363"/>
              <a:chOff x="3871913" y="3771900"/>
              <a:chExt cx="411163" cy="258763"/>
            </a:xfrm>
            <a:solidFill>
              <a:schemeClr val="accent6">
                <a:lumMod val="50000"/>
              </a:schemeClr>
            </a:solidFill>
          </p:grpSpPr>
          <p:sp>
            <p:nvSpPr>
              <p:cNvPr id="53" name="Freeform 92">
                <a:extLst>
                  <a:ext uri="{FF2B5EF4-FFF2-40B4-BE49-F238E27FC236}">
                    <a16:creationId xmlns:a16="http://schemas.microsoft.com/office/drawing/2014/main" id="{FCEBEEF7-9D09-254E-88A1-7EC1EA4663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771900"/>
                <a:ext cx="411163" cy="231775"/>
              </a:xfrm>
              <a:custGeom>
                <a:avLst/>
                <a:gdLst/>
                <a:ahLst/>
                <a:cxnLst>
                  <a:cxn ang="0">
                    <a:pos x="128" y="7"/>
                  </a:cxn>
                  <a:cxn ang="0">
                    <a:pos x="53" y="7"/>
                  </a:cxn>
                  <a:cxn ang="0">
                    <a:pos x="53" y="7"/>
                  </a:cxn>
                  <a:cxn ang="0">
                    <a:pos x="46" y="0"/>
                  </a:cxn>
                  <a:cxn ang="0">
                    <a:pos x="39" y="7"/>
                  </a:cxn>
                  <a:cxn ang="0">
                    <a:pos x="39" y="7"/>
                  </a:cxn>
                  <a:cxn ang="0">
                    <a:pos x="34" y="7"/>
                  </a:cxn>
                  <a:cxn ang="0">
                    <a:pos x="7" y="29"/>
                  </a:cxn>
                  <a:cxn ang="0">
                    <a:pos x="0" y="59"/>
                  </a:cxn>
                  <a:cxn ang="0">
                    <a:pos x="15" y="79"/>
                  </a:cxn>
                  <a:cxn ang="0">
                    <a:pos x="15" y="77"/>
                  </a:cxn>
                  <a:cxn ang="0">
                    <a:pos x="30" y="61"/>
                  </a:cxn>
                  <a:cxn ang="0">
                    <a:pos x="46" y="77"/>
                  </a:cxn>
                  <a:cxn ang="0">
                    <a:pos x="45" y="80"/>
                  </a:cxn>
                  <a:cxn ang="0">
                    <a:pos x="93" y="80"/>
                  </a:cxn>
                  <a:cxn ang="0">
                    <a:pos x="92" y="77"/>
                  </a:cxn>
                  <a:cxn ang="0">
                    <a:pos x="108" y="61"/>
                  </a:cxn>
                  <a:cxn ang="0">
                    <a:pos x="123" y="77"/>
                  </a:cxn>
                  <a:cxn ang="0">
                    <a:pos x="123" y="80"/>
                  </a:cxn>
                  <a:cxn ang="0">
                    <a:pos x="142" y="59"/>
                  </a:cxn>
                  <a:cxn ang="0">
                    <a:pos x="142" y="29"/>
                  </a:cxn>
                  <a:cxn ang="0">
                    <a:pos x="128" y="7"/>
                  </a:cxn>
                  <a:cxn ang="0">
                    <a:pos x="45" y="40"/>
                  </a:cxn>
                  <a:cxn ang="0">
                    <a:pos x="16" y="40"/>
                  </a:cxn>
                  <a:cxn ang="0">
                    <a:pos x="19" y="25"/>
                  </a:cxn>
                  <a:cxn ang="0">
                    <a:pos x="20" y="22"/>
                  </a:cxn>
                  <a:cxn ang="0">
                    <a:pos x="30" y="16"/>
                  </a:cxn>
                  <a:cxn ang="0">
                    <a:pos x="45" y="16"/>
                  </a:cxn>
                  <a:cxn ang="0">
                    <a:pos x="45" y="40"/>
                  </a:cxn>
                  <a:cxn ang="0">
                    <a:pos x="104" y="46"/>
                  </a:cxn>
                  <a:cxn ang="0">
                    <a:pos x="91" y="46"/>
                  </a:cxn>
                  <a:cxn ang="0">
                    <a:pos x="91" y="60"/>
                  </a:cxn>
                  <a:cxn ang="0">
                    <a:pos x="78" y="60"/>
                  </a:cxn>
                  <a:cxn ang="0">
                    <a:pos x="78" y="46"/>
                  </a:cxn>
                  <a:cxn ang="0">
                    <a:pos x="65" y="46"/>
                  </a:cxn>
                  <a:cxn ang="0">
                    <a:pos x="65" y="33"/>
                  </a:cxn>
                  <a:cxn ang="0">
                    <a:pos x="78" y="33"/>
                  </a:cxn>
                  <a:cxn ang="0">
                    <a:pos x="78" y="20"/>
                  </a:cxn>
                  <a:cxn ang="0">
                    <a:pos x="91" y="20"/>
                  </a:cxn>
                  <a:cxn ang="0">
                    <a:pos x="91" y="33"/>
                  </a:cxn>
                  <a:cxn ang="0">
                    <a:pos x="104" y="33"/>
                  </a:cxn>
                  <a:cxn ang="0">
                    <a:pos x="104" y="46"/>
                  </a:cxn>
                  <a:cxn ang="0">
                    <a:pos x="104" y="46"/>
                  </a:cxn>
                  <a:cxn ang="0">
                    <a:pos x="104" y="46"/>
                  </a:cxn>
                </a:cxnLst>
                <a:rect l="0" t="0" r="r" b="b"/>
                <a:pathLst>
                  <a:path w="142" h="80">
                    <a:moveTo>
                      <a:pt x="128" y="7"/>
                    </a:move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3"/>
                      <a:pt x="50" y="0"/>
                      <a:pt x="46" y="0"/>
                    </a:cubicBezTo>
                    <a:cubicBezTo>
                      <a:pt x="42" y="0"/>
                      <a:pt x="39" y="3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22" y="7"/>
                      <a:pt x="12" y="13"/>
                      <a:pt x="7" y="2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8"/>
                      <a:pt x="6" y="76"/>
                      <a:pt x="15" y="79"/>
                    </a:cubicBezTo>
                    <a:cubicBezTo>
                      <a:pt x="15" y="78"/>
                      <a:pt x="15" y="77"/>
                      <a:pt x="15" y="77"/>
                    </a:cubicBezTo>
                    <a:cubicBezTo>
                      <a:pt x="15" y="68"/>
                      <a:pt x="22" y="61"/>
                      <a:pt x="30" y="61"/>
                    </a:cubicBezTo>
                    <a:cubicBezTo>
                      <a:pt x="39" y="61"/>
                      <a:pt x="46" y="68"/>
                      <a:pt x="46" y="77"/>
                    </a:cubicBezTo>
                    <a:cubicBezTo>
                      <a:pt x="46" y="78"/>
                      <a:pt x="46" y="79"/>
                      <a:pt x="45" y="80"/>
                    </a:cubicBezTo>
                    <a:cubicBezTo>
                      <a:pt x="93" y="80"/>
                      <a:pt x="93" y="80"/>
                      <a:pt x="93" y="80"/>
                    </a:cubicBezTo>
                    <a:cubicBezTo>
                      <a:pt x="92" y="79"/>
                      <a:pt x="92" y="78"/>
                      <a:pt x="92" y="77"/>
                    </a:cubicBezTo>
                    <a:cubicBezTo>
                      <a:pt x="92" y="68"/>
                      <a:pt x="99" y="61"/>
                      <a:pt x="108" y="61"/>
                    </a:cubicBezTo>
                    <a:cubicBezTo>
                      <a:pt x="116" y="61"/>
                      <a:pt x="123" y="68"/>
                      <a:pt x="123" y="77"/>
                    </a:cubicBezTo>
                    <a:cubicBezTo>
                      <a:pt x="123" y="78"/>
                      <a:pt x="123" y="79"/>
                      <a:pt x="123" y="80"/>
                    </a:cubicBezTo>
                    <a:cubicBezTo>
                      <a:pt x="134" y="79"/>
                      <a:pt x="142" y="70"/>
                      <a:pt x="142" y="59"/>
                    </a:cubicBezTo>
                    <a:cubicBezTo>
                      <a:pt x="142" y="29"/>
                      <a:pt x="142" y="29"/>
                      <a:pt x="142" y="29"/>
                    </a:cubicBezTo>
                    <a:cubicBezTo>
                      <a:pt x="142" y="17"/>
                      <a:pt x="140" y="7"/>
                      <a:pt x="128" y="7"/>
                    </a:cubicBezTo>
                    <a:close/>
                    <a:moveTo>
                      <a:pt x="45" y="40"/>
                    </a:moveTo>
                    <a:cubicBezTo>
                      <a:pt x="16" y="40"/>
                      <a:pt x="16" y="40"/>
                      <a:pt x="16" y="40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5"/>
                      <a:pt x="20" y="24"/>
                      <a:pt x="20" y="22"/>
                    </a:cubicBezTo>
                    <a:cubicBezTo>
                      <a:pt x="22" y="15"/>
                      <a:pt x="30" y="16"/>
                      <a:pt x="30" y="16"/>
                    </a:cubicBezTo>
                    <a:cubicBezTo>
                      <a:pt x="45" y="16"/>
                      <a:pt x="45" y="16"/>
                      <a:pt x="45" y="16"/>
                    </a:cubicBezTo>
                    <a:lnTo>
                      <a:pt x="45" y="40"/>
                    </a:lnTo>
                    <a:close/>
                    <a:moveTo>
                      <a:pt x="104" y="46"/>
                    </a:move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60"/>
                      <a:pt x="91" y="60"/>
                      <a:pt x="91" y="60"/>
                    </a:cubicBezTo>
                    <a:cubicBezTo>
                      <a:pt x="78" y="60"/>
                      <a:pt x="78" y="60"/>
                      <a:pt x="78" y="60"/>
                    </a:cubicBezTo>
                    <a:cubicBezTo>
                      <a:pt x="78" y="46"/>
                      <a:pt x="78" y="46"/>
                      <a:pt x="78" y="46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8" y="33"/>
                      <a:pt x="78" y="33"/>
                      <a:pt x="78" y="3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104" y="33"/>
                      <a:pt x="104" y="33"/>
                      <a:pt x="104" y="33"/>
                    </a:cubicBezTo>
                    <a:lnTo>
                      <a:pt x="104" y="46"/>
                    </a:lnTo>
                    <a:close/>
                    <a:moveTo>
                      <a:pt x="104" y="46"/>
                    </a:moveTo>
                    <a:cubicBezTo>
                      <a:pt x="104" y="46"/>
                      <a:pt x="104" y="46"/>
                      <a:pt x="104" y="4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54" name="Freeform 93">
                <a:extLst>
                  <a:ext uri="{FF2B5EF4-FFF2-40B4-BE49-F238E27FC236}">
                    <a16:creationId xmlns:a16="http://schemas.microsoft.com/office/drawing/2014/main" id="{EEC0AFA3-0483-ED45-BD3D-90B056AE54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24300" y="3960813"/>
                <a:ext cx="69850" cy="69850"/>
              </a:xfrm>
              <a:custGeom>
                <a:avLst/>
                <a:gdLst/>
                <a:ahLst/>
                <a:cxnLst>
                  <a:cxn ang="0">
                    <a:pos x="24" y="12"/>
                  </a:cxn>
                  <a:cxn ang="0">
                    <a:pos x="12" y="24"/>
                  </a:cxn>
                  <a:cxn ang="0">
                    <a:pos x="0" y="12"/>
                  </a:cxn>
                  <a:cxn ang="0">
                    <a:pos x="12" y="0"/>
                  </a:cxn>
                  <a:cxn ang="0">
                    <a:pos x="24" y="12"/>
                  </a:cxn>
                  <a:cxn ang="0">
                    <a:pos x="24" y="12"/>
                  </a:cxn>
                  <a:cxn ang="0">
                    <a:pos x="24" y="12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19"/>
                      <a:pt x="19" y="24"/>
                      <a:pt x="12" y="24"/>
                    </a:cubicBez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lose/>
                    <a:moveTo>
                      <a:pt x="24" y="12"/>
                    </a:moveTo>
                    <a:cubicBezTo>
                      <a:pt x="24" y="12"/>
                      <a:pt x="24" y="12"/>
                      <a:pt x="24" y="1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55" name="Freeform 94">
                <a:extLst>
                  <a:ext uri="{FF2B5EF4-FFF2-40B4-BE49-F238E27FC236}">
                    <a16:creationId xmlns:a16="http://schemas.microsoft.com/office/drawing/2014/main" id="{09287A0E-B452-4C43-91BB-887A7E20FA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9725" y="3960813"/>
                <a:ext cx="73025" cy="69850"/>
              </a:xfrm>
              <a:custGeom>
                <a:avLst/>
                <a:gdLst/>
                <a:ahLst/>
                <a:cxnLst>
                  <a:cxn ang="0">
                    <a:pos x="25" y="12"/>
                  </a:cxn>
                  <a:cxn ang="0">
                    <a:pos x="12" y="24"/>
                  </a:cxn>
                  <a:cxn ang="0">
                    <a:pos x="0" y="12"/>
                  </a:cxn>
                  <a:cxn ang="0">
                    <a:pos x="12" y="0"/>
                  </a:cxn>
                  <a:cxn ang="0">
                    <a:pos x="25" y="12"/>
                  </a:cxn>
                  <a:cxn ang="0">
                    <a:pos x="25" y="12"/>
                  </a:cxn>
                  <a:cxn ang="0">
                    <a:pos x="25" y="12"/>
                  </a:cxn>
                </a:cxnLst>
                <a:rect l="0" t="0" r="r" b="b"/>
                <a:pathLst>
                  <a:path w="25" h="24">
                    <a:moveTo>
                      <a:pt x="25" y="12"/>
                    </a:moveTo>
                    <a:cubicBezTo>
                      <a:pt x="25" y="19"/>
                      <a:pt x="19" y="24"/>
                      <a:pt x="12" y="24"/>
                    </a:cubicBezTo>
                    <a:cubicBezTo>
                      <a:pt x="6" y="24"/>
                      <a:pt x="0" y="19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9" y="0"/>
                      <a:pt x="25" y="5"/>
                      <a:pt x="25" y="12"/>
                    </a:cubicBezTo>
                    <a:close/>
                    <a:moveTo>
                      <a:pt x="25" y="12"/>
                    </a:moveTo>
                    <a:cubicBezTo>
                      <a:pt x="25" y="12"/>
                      <a:pt x="25" y="12"/>
                      <a:pt x="25" y="1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56" name="Group 102">
            <a:extLst>
              <a:ext uri="{FF2B5EF4-FFF2-40B4-BE49-F238E27FC236}">
                <a16:creationId xmlns:a16="http://schemas.microsoft.com/office/drawing/2014/main" id="{03739D2C-ECC8-984D-B710-4FCBD4E1D637}"/>
              </a:ext>
            </a:extLst>
          </p:cNvPr>
          <p:cNvGrpSpPr/>
          <p:nvPr/>
        </p:nvGrpSpPr>
        <p:grpSpPr>
          <a:xfrm>
            <a:off x="6144898" y="4254553"/>
            <a:ext cx="1476743" cy="1354496"/>
            <a:chOff x="4608673" y="3160093"/>
            <a:chExt cx="1107557" cy="1015872"/>
          </a:xfrm>
        </p:grpSpPr>
        <p:sp>
          <p:nvSpPr>
            <p:cNvPr id="57" name="Freeform 60">
              <a:extLst>
                <a:ext uri="{FF2B5EF4-FFF2-40B4-BE49-F238E27FC236}">
                  <a16:creationId xmlns:a16="http://schemas.microsoft.com/office/drawing/2014/main" id="{767006F8-0BBD-554B-8AE8-402FA4DC9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673" y="3160093"/>
              <a:ext cx="1107557" cy="1015872"/>
            </a:xfrm>
            <a:custGeom>
              <a:avLst/>
              <a:gdLst/>
              <a:ahLst/>
              <a:cxnLst>
                <a:cxn ang="0">
                  <a:pos x="2" y="120"/>
                </a:cxn>
                <a:cxn ang="0">
                  <a:pos x="7" y="272"/>
                </a:cxn>
                <a:cxn ang="0">
                  <a:pos x="81" y="284"/>
                </a:cxn>
                <a:cxn ang="0">
                  <a:pos x="300" y="141"/>
                </a:cxn>
                <a:cxn ang="0">
                  <a:pos x="303" y="88"/>
                </a:cxn>
                <a:cxn ang="0">
                  <a:pos x="160" y="12"/>
                </a:cxn>
                <a:cxn ang="0">
                  <a:pos x="123" y="14"/>
                </a:cxn>
                <a:cxn ang="0">
                  <a:pos x="41" y="69"/>
                </a:cxn>
                <a:cxn ang="0">
                  <a:pos x="2" y="120"/>
                </a:cxn>
              </a:cxnLst>
              <a:rect l="0" t="0" r="r" b="b"/>
              <a:pathLst>
                <a:path w="332" h="304">
                  <a:moveTo>
                    <a:pt x="2" y="120"/>
                  </a:moveTo>
                  <a:cubicBezTo>
                    <a:pt x="3" y="145"/>
                    <a:pt x="7" y="272"/>
                    <a:pt x="7" y="272"/>
                  </a:cubicBezTo>
                  <a:cubicBezTo>
                    <a:pt x="7" y="272"/>
                    <a:pt x="4" y="304"/>
                    <a:pt x="81" y="284"/>
                  </a:cubicBezTo>
                  <a:cubicBezTo>
                    <a:pt x="158" y="264"/>
                    <a:pt x="240" y="222"/>
                    <a:pt x="300" y="141"/>
                  </a:cubicBezTo>
                  <a:cubicBezTo>
                    <a:pt x="308" y="131"/>
                    <a:pt x="332" y="102"/>
                    <a:pt x="303" y="88"/>
                  </a:cubicBezTo>
                  <a:cubicBezTo>
                    <a:pt x="274" y="73"/>
                    <a:pt x="160" y="12"/>
                    <a:pt x="160" y="12"/>
                  </a:cubicBezTo>
                  <a:cubicBezTo>
                    <a:pt x="160" y="12"/>
                    <a:pt x="139" y="0"/>
                    <a:pt x="123" y="14"/>
                  </a:cubicBezTo>
                  <a:cubicBezTo>
                    <a:pt x="107" y="29"/>
                    <a:pt x="73" y="58"/>
                    <a:pt x="41" y="69"/>
                  </a:cubicBezTo>
                  <a:cubicBezTo>
                    <a:pt x="12" y="80"/>
                    <a:pt x="0" y="78"/>
                    <a:pt x="2" y="12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58" name="Group 78">
              <a:extLst>
                <a:ext uri="{FF2B5EF4-FFF2-40B4-BE49-F238E27FC236}">
                  <a16:creationId xmlns:a16="http://schemas.microsoft.com/office/drawing/2014/main" id="{2FBAEC9B-0146-E74C-BC99-98DDE2350BAA}"/>
                </a:ext>
              </a:extLst>
            </p:cNvPr>
            <p:cNvGrpSpPr/>
            <p:nvPr/>
          </p:nvGrpSpPr>
          <p:grpSpPr>
            <a:xfrm>
              <a:off x="4888721" y="3416805"/>
              <a:ext cx="336006" cy="470573"/>
              <a:chOff x="4938713" y="2352675"/>
              <a:chExt cx="646113" cy="904875"/>
            </a:xfrm>
            <a:solidFill>
              <a:schemeClr val="accent5">
                <a:lumMod val="50000"/>
              </a:schemeClr>
            </a:solidFill>
          </p:grpSpPr>
          <p:sp>
            <p:nvSpPr>
              <p:cNvPr id="59" name="Freeform 111">
                <a:extLst>
                  <a:ext uri="{FF2B5EF4-FFF2-40B4-BE49-F238E27FC236}">
                    <a16:creationId xmlns:a16="http://schemas.microsoft.com/office/drawing/2014/main" id="{2DE05645-6B76-B949-8929-C68AE57A28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38713" y="2352675"/>
                <a:ext cx="646113" cy="904875"/>
              </a:xfrm>
              <a:custGeom>
                <a:avLst/>
                <a:gdLst/>
                <a:ahLst/>
                <a:cxnLst>
                  <a:cxn ang="0">
                    <a:pos x="209" y="53"/>
                  </a:cxn>
                  <a:cxn ang="0">
                    <a:pos x="188" y="53"/>
                  </a:cxn>
                  <a:cxn ang="0">
                    <a:pos x="188" y="24"/>
                  </a:cxn>
                  <a:cxn ang="0">
                    <a:pos x="174" y="10"/>
                  </a:cxn>
                  <a:cxn ang="0">
                    <a:pos x="130" y="10"/>
                  </a:cxn>
                  <a:cxn ang="0">
                    <a:pos x="130" y="6"/>
                  </a:cxn>
                  <a:cxn ang="0">
                    <a:pos x="123" y="0"/>
                  </a:cxn>
                  <a:cxn ang="0">
                    <a:pos x="65" y="0"/>
                  </a:cxn>
                  <a:cxn ang="0">
                    <a:pos x="59" y="6"/>
                  </a:cxn>
                  <a:cxn ang="0">
                    <a:pos x="59" y="10"/>
                  </a:cxn>
                  <a:cxn ang="0">
                    <a:pos x="14" y="10"/>
                  </a:cxn>
                  <a:cxn ang="0">
                    <a:pos x="0" y="24"/>
                  </a:cxn>
                  <a:cxn ang="0">
                    <a:pos x="0" y="254"/>
                  </a:cxn>
                  <a:cxn ang="0">
                    <a:pos x="14" y="268"/>
                  </a:cxn>
                  <a:cxn ang="0">
                    <a:pos x="35" y="268"/>
                  </a:cxn>
                  <a:cxn ang="0">
                    <a:pos x="35" y="298"/>
                  </a:cxn>
                  <a:cxn ang="0">
                    <a:pos x="49" y="312"/>
                  </a:cxn>
                  <a:cxn ang="0">
                    <a:pos x="209" y="312"/>
                  </a:cxn>
                  <a:cxn ang="0">
                    <a:pos x="223" y="298"/>
                  </a:cxn>
                  <a:cxn ang="0">
                    <a:pos x="223" y="67"/>
                  </a:cxn>
                  <a:cxn ang="0">
                    <a:pos x="209" y="53"/>
                  </a:cxn>
                  <a:cxn ang="0">
                    <a:pos x="35" y="67"/>
                  </a:cxn>
                  <a:cxn ang="0">
                    <a:pos x="35" y="253"/>
                  </a:cxn>
                  <a:cxn ang="0">
                    <a:pos x="15" y="253"/>
                  </a:cxn>
                  <a:cxn ang="0">
                    <a:pos x="15" y="25"/>
                  </a:cxn>
                  <a:cxn ang="0">
                    <a:pos x="59" y="25"/>
                  </a:cxn>
                  <a:cxn ang="0">
                    <a:pos x="59" y="27"/>
                  </a:cxn>
                  <a:cxn ang="0">
                    <a:pos x="65" y="33"/>
                  </a:cxn>
                  <a:cxn ang="0">
                    <a:pos x="123" y="33"/>
                  </a:cxn>
                  <a:cxn ang="0">
                    <a:pos x="130" y="27"/>
                  </a:cxn>
                  <a:cxn ang="0">
                    <a:pos x="130" y="25"/>
                  </a:cxn>
                  <a:cxn ang="0">
                    <a:pos x="173" y="25"/>
                  </a:cxn>
                  <a:cxn ang="0">
                    <a:pos x="173" y="53"/>
                  </a:cxn>
                  <a:cxn ang="0">
                    <a:pos x="164" y="53"/>
                  </a:cxn>
                  <a:cxn ang="0">
                    <a:pos x="164" y="50"/>
                  </a:cxn>
                  <a:cxn ang="0">
                    <a:pos x="158" y="44"/>
                  </a:cxn>
                  <a:cxn ang="0">
                    <a:pos x="100" y="44"/>
                  </a:cxn>
                  <a:cxn ang="0">
                    <a:pos x="93" y="50"/>
                  </a:cxn>
                  <a:cxn ang="0">
                    <a:pos x="93" y="53"/>
                  </a:cxn>
                  <a:cxn ang="0">
                    <a:pos x="49" y="53"/>
                  </a:cxn>
                  <a:cxn ang="0">
                    <a:pos x="35" y="67"/>
                  </a:cxn>
                  <a:cxn ang="0">
                    <a:pos x="208" y="296"/>
                  </a:cxn>
                  <a:cxn ang="0">
                    <a:pos x="50" y="296"/>
                  </a:cxn>
                  <a:cxn ang="0">
                    <a:pos x="50" y="69"/>
                  </a:cxn>
                  <a:cxn ang="0">
                    <a:pos x="93" y="69"/>
                  </a:cxn>
                  <a:cxn ang="0">
                    <a:pos x="93" y="70"/>
                  </a:cxn>
                  <a:cxn ang="0">
                    <a:pos x="100" y="77"/>
                  </a:cxn>
                  <a:cxn ang="0">
                    <a:pos x="158" y="77"/>
                  </a:cxn>
                  <a:cxn ang="0">
                    <a:pos x="164" y="70"/>
                  </a:cxn>
                  <a:cxn ang="0">
                    <a:pos x="164" y="69"/>
                  </a:cxn>
                  <a:cxn ang="0">
                    <a:pos x="208" y="69"/>
                  </a:cxn>
                  <a:cxn ang="0">
                    <a:pos x="208" y="296"/>
                  </a:cxn>
                  <a:cxn ang="0">
                    <a:pos x="208" y="296"/>
                  </a:cxn>
                  <a:cxn ang="0">
                    <a:pos x="208" y="296"/>
                  </a:cxn>
                </a:cxnLst>
                <a:rect l="0" t="0" r="r" b="b"/>
                <a:pathLst>
                  <a:path w="223" h="312">
                    <a:moveTo>
                      <a:pt x="209" y="53"/>
                    </a:moveTo>
                    <a:cubicBezTo>
                      <a:pt x="188" y="53"/>
                      <a:pt x="188" y="53"/>
                      <a:pt x="188" y="53"/>
                    </a:cubicBezTo>
                    <a:cubicBezTo>
                      <a:pt x="188" y="24"/>
                      <a:pt x="188" y="24"/>
                      <a:pt x="188" y="24"/>
                    </a:cubicBezTo>
                    <a:cubicBezTo>
                      <a:pt x="188" y="16"/>
                      <a:pt x="182" y="10"/>
                      <a:pt x="174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30" y="6"/>
                      <a:pt x="130" y="6"/>
                      <a:pt x="130" y="6"/>
                    </a:cubicBezTo>
                    <a:cubicBezTo>
                      <a:pt x="130" y="3"/>
                      <a:pt x="127" y="0"/>
                      <a:pt x="123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1" y="0"/>
                      <a:pt x="59" y="3"/>
                      <a:pt x="59" y="6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6" y="10"/>
                      <a:pt x="0" y="16"/>
                      <a:pt x="0" y="24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0" y="262"/>
                      <a:pt x="6" y="268"/>
                      <a:pt x="14" y="268"/>
                    </a:cubicBezTo>
                    <a:cubicBezTo>
                      <a:pt x="35" y="268"/>
                      <a:pt x="35" y="268"/>
                      <a:pt x="35" y="268"/>
                    </a:cubicBezTo>
                    <a:cubicBezTo>
                      <a:pt x="35" y="298"/>
                      <a:pt x="35" y="298"/>
                      <a:pt x="35" y="298"/>
                    </a:cubicBezTo>
                    <a:cubicBezTo>
                      <a:pt x="35" y="306"/>
                      <a:pt x="41" y="312"/>
                      <a:pt x="49" y="312"/>
                    </a:cubicBezTo>
                    <a:cubicBezTo>
                      <a:pt x="209" y="312"/>
                      <a:pt x="209" y="312"/>
                      <a:pt x="209" y="312"/>
                    </a:cubicBezTo>
                    <a:cubicBezTo>
                      <a:pt x="217" y="312"/>
                      <a:pt x="223" y="306"/>
                      <a:pt x="223" y="298"/>
                    </a:cubicBezTo>
                    <a:cubicBezTo>
                      <a:pt x="223" y="67"/>
                      <a:pt x="223" y="67"/>
                      <a:pt x="223" y="67"/>
                    </a:cubicBezTo>
                    <a:cubicBezTo>
                      <a:pt x="223" y="59"/>
                      <a:pt x="217" y="53"/>
                      <a:pt x="209" y="53"/>
                    </a:cubicBezTo>
                    <a:close/>
                    <a:moveTo>
                      <a:pt x="35" y="67"/>
                    </a:moveTo>
                    <a:cubicBezTo>
                      <a:pt x="35" y="253"/>
                      <a:pt x="35" y="253"/>
                      <a:pt x="35" y="253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59" y="30"/>
                      <a:pt x="61" y="33"/>
                      <a:pt x="65" y="33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7" y="33"/>
                      <a:pt x="130" y="30"/>
                      <a:pt x="130" y="27"/>
                    </a:cubicBezTo>
                    <a:cubicBezTo>
                      <a:pt x="130" y="25"/>
                      <a:pt x="130" y="25"/>
                      <a:pt x="130" y="25"/>
                    </a:cubicBezTo>
                    <a:cubicBezTo>
                      <a:pt x="173" y="25"/>
                      <a:pt x="173" y="25"/>
                      <a:pt x="173" y="25"/>
                    </a:cubicBezTo>
                    <a:cubicBezTo>
                      <a:pt x="173" y="53"/>
                      <a:pt x="173" y="53"/>
                      <a:pt x="173" y="53"/>
                    </a:cubicBezTo>
                    <a:cubicBezTo>
                      <a:pt x="164" y="53"/>
                      <a:pt x="164" y="53"/>
                      <a:pt x="164" y="53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4" y="46"/>
                      <a:pt x="162" y="44"/>
                      <a:pt x="158" y="44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96" y="44"/>
                      <a:pt x="93" y="46"/>
                      <a:pt x="93" y="50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1" y="53"/>
                      <a:pt x="35" y="59"/>
                      <a:pt x="35" y="67"/>
                    </a:cubicBezTo>
                    <a:close/>
                    <a:moveTo>
                      <a:pt x="208" y="296"/>
                    </a:moveTo>
                    <a:cubicBezTo>
                      <a:pt x="50" y="296"/>
                      <a:pt x="50" y="296"/>
                      <a:pt x="50" y="296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93" y="70"/>
                      <a:pt x="93" y="70"/>
                      <a:pt x="93" y="70"/>
                    </a:cubicBezTo>
                    <a:cubicBezTo>
                      <a:pt x="93" y="74"/>
                      <a:pt x="96" y="77"/>
                      <a:pt x="100" y="77"/>
                    </a:cubicBezTo>
                    <a:cubicBezTo>
                      <a:pt x="158" y="77"/>
                      <a:pt x="158" y="77"/>
                      <a:pt x="158" y="77"/>
                    </a:cubicBezTo>
                    <a:cubicBezTo>
                      <a:pt x="162" y="77"/>
                      <a:pt x="164" y="74"/>
                      <a:pt x="164" y="70"/>
                    </a:cubicBezTo>
                    <a:cubicBezTo>
                      <a:pt x="164" y="69"/>
                      <a:pt x="164" y="69"/>
                      <a:pt x="164" y="69"/>
                    </a:cubicBezTo>
                    <a:cubicBezTo>
                      <a:pt x="208" y="69"/>
                      <a:pt x="208" y="69"/>
                      <a:pt x="208" y="69"/>
                    </a:cubicBezTo>
                    <a:cubicBezTo>
                      <a:pt x="208" y="296"/>
                      <a:pt x="208" y="296"/>
                      <a:pt x="208" y="296"/>
                    </a:cubicBezTo>
                    <a:close/>
                    <a:moveTo>
                      <a:pt x="208" y="296"/>
                    </a:moveTo>
                    <a:cubicBezTo>
                      <a:pt x="208" y="296"/>
                      <a:pt x="208" y="296"/>
                      <a:pt x="208" y="29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0" name="Rectangle 112">
                <a:extLst>
                  <a:ext uri="{FF2B5EF4-FFF2-40B4-BE49-F238E27FC236}">
                    <a16:creationId xmlns:a16="http://schemas.microsoft.com/office/drawing/2014/main" id="{B852E80E-3D9E-D240-9283-B8129A537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6200" y="2906713"/>
                <a:ext cx="312738" cy="635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1" name="Rectangle 113">
                <a:extLst>
                  <a:ext uri="{FF2B5EF4-FFF2-40B4-BE49-F238E27FC236}">
                    <a16:creationId xmlns:a16="http://schemas.microsoft.com/office/drawing/2014/main" id="{07CCA111-DCBB-EC4F-9575-CFD4316B2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6200" y="3036888"/>
                <a:ext cx="312738" cy="635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2" name="Freeform 114">
                <a:extLst>
                  <a:ext uri="{FF2B5EF4-FFF2-40B4-BE49-F238E27FC236}">
                    <a16:creationId xmlns:a16="http://schemas.microsoft.com/office/drawing/2014/main" id="{AAB8F0EA-1E9E-1746-84A5-5A5A9AD921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13350" y="2643188"/>
                <a:ext cx="196850" cy="196850"/>
              </a:xfrm>
              <a:custGeom>
                <a:avLst/>
                <a:gdLst/>
                <a:ahLst/>
                <a:cxnLst>
                  <a:cxn ang="0">
                    <a:pos x="44" y="124"/>
                  </a:cxn>
                  <a:cxn ang="0">
                    <a:pos x="81" y="124"/>
                  </a:cxn>
                  <a:cxn ang="0">
                    <a:pos x="81" y="78"/>
                  </a:cxn>
                  <a:cxn ang="0">
                    <a:pos x="124" y="78"/>
                  </a:cxn>
                  <a:cxn ang="0">
                    <a:pos x="124" y="44"/>
                  </a:cxn>
                  <a:cxn ang="0">
                    <a:pos x="81" y="44"/>
                  </a:cxn>
                  <a:cxn ang="0">
                    <a:pos x="81" y="0"/>
                  </a:cxn>
                  <a:cxn ang="0">
                    <a:pos x="44" y="0"/>
                  </a:cxn>
                  <a:cxn ang="0">
                    <a:pos x="44" y="44"/>
                  </a:cxn>
                  <a:cxn ang="0">
                    <a:pos x="0" y="44"/>
                  </a:cxn>
                  <a:cxn ang="0">
                    <a:pos x="0" y="78"/>
                  </a:cxn>
                  <a:cxn ang="0">
                    <a:pos x="44" y="78"/>
                  </a:cxn>
                  <a:cxn ang="0">
                    <a:pos x="44" y="124"/>
                  </a:cxn>
                  <a:cxn ang="0">
                    <a:pos x="44" y="124"/>
                  </a:cxn>
                  <a:cxn ang="0">
                    <a:pos x="44" y="124"/>
                  </a:cxn>
                </a:cxnLst>
                <a:rect l="0" t="0" r="r" b="b"/>
                <a:pathLst>
                  <a:path w="124" h="124">
                    <a:moveTo>
                      <a:pt x="44" y="124"/>
                    </a:moveTo>
                    <a:lnTo>
                      <a:pt x="81" y="124"/>
                    </a:lnTo>
                    <a:lnTo>
                      <a:pt x="81" y="78"/>
                    </a:lnTo>
                    <a:lnTo>
                      <a:pt x="124" y="78"/>
                    </a:lnTo>
                    <a:lnTo>
                      <a:pt x="124" y="44"/>
                    </a:lnTo>
                    <a:lnTo>
                      <a:pt x="81" y="44"/>
                    </a:lnTo>
                    <a:lnTo>
                      <a:pt x="81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78"/>
                    </a:lnTo>
                    <a:lnTo>
                      <a:pt x="44" y="78"/>
                    </a:lnTo>
                    <a:lnTo>
                      <a:pt x="44" y="124"/>
                    </a:lnTo>
                    <a:close/>
                    <a:moveTo>
                      <a:pt x="44" y="124"/>
                    </a:moveTo>
                    <a:lnTo>
                      <a:pt x="44" y="12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3" name="Freeform 115">
                <a:extLst>
                  <a:ext uri="{FF2B5EF4-FFF2-40B4-BE49-F238E27FC236}">
                    <a16:creationId xmlns:a16="http://schemas.microsoft.com/office/drawing/2014/main" id="{DE504C13-D858-334E-ABBE-6DF760924C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13350" y="2643188"/>
                <a:ext cx="196850" cy="196850"/>
              </a:xfrm>
              <a:custGeom>
                <a:avLst/>
                <a:gdLst/>
                <a:ahLst/>
                <a:cxnLst>
                  <a:cxn ang="0">
                    <a:pos x="44" y="124"/>
                  </a:cxn>
                  <a:cxn ang="0">
                    <a:pos x="81" y="124"/>
                  </a:cxn>
                  <a:cxn ang="0">
                    <a:pos x="81" y="78"/>
                  </a:cxn>
                  <a:cxn ang="0">
                    <a:pos x="124" y="78"/>
                  </a:cxn>
                  <a:cxn ang="0">
                    <a:pos x="124" y="44"/>
                  </a:cxn>
                  <a:cxn ang="0">
                    <a:pos x="81" y="44"/>
                  </a:cxn>
                  <a:cxn ang="0">
                    <a:pos x="81" y="0"/>
                  </a:cxn>
                  <a:cxn ang="0">
                    <a:pos x="44" y="0"/>
                  </a:cxn>
                  <a:cxn ang="0">
                    <a:pos x="44" y="44"/>
                  </a:cxn>
                  <a:cxn ang="0">
                    <a:pos x="0" y="44"/>
                  </a:cxn>
                  <a:cxn ang="0">
                    <a:pos x="0" y="78"/>
                  </a:cxn>
                  <a:cxn ang="0">
                    <a:pos x="44" y="78"/>
                  </a:cxn>
                  <a:cxn ang="0">
                    <a:pos x="44" y="124"/>
                  </a:cxn>
                  <a:cxn ang="0">
                    <a:pos x="44" y="124"/>
                  </a:cxn>
                  <a:cxn ang="0">
                    <a:pos x="44" y="124"/>
                  </a:cxn>
                </a:cxnLst>
                <a:rect l="0" t="0" r="r" b="b"/>
                <a:pathLst>
                  <a:path w="124" h="124">
                    <a:moveTo>
                      <a:pt x="44" y="124"/>
                    </a:moveTo>
                    <a:lnTo>
                      <a:pt x="81" y="124"/>
                    </a:lnTo>
                    <a:lnTo>
                      <a:pt x="81" y="78"/>
                    </a:lnTo>
                    <a:lnTo>
                      <a:pt x="124" y="78"/>
                    </a:lnTo>
                    <a:lnTo>
                      <a:pt x="124" y="44"/>
                    </a:lnTo>
                    <a:lnTo>
                      <a:pt x="81" y="44"/>
                    </a:lnTo>
                    <a:lnTo>
                      <a:pt x="81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78"/>
                    </a:lnTo>
                    <a:lnTo>
                      <a:pt x="44" y="78"/>
                    </a:lnTo>
                    <a:lnTo>
                      <a:pt x="44" y="124"/>
                    </a:lnTo>
                    <a:moveTo>
                      <a:pt x="44" y="124"/>
                    </a:moveTo>
                    <a:lnTo>
                      <a:pt x="44" y="124"/>
                    </a:ln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64" name="Group 103">
            <a:extLst>
              <a:ext uri="{FF2B5EF4-FFF2-40B4-BE49-F238E27FC236}">
                <a16:creationId xmlns:a16="http://schemas.microsoft.com/office/drawing/2014/main" id="{2FCA1D77-6E1E-4D4E-B778-D31D0E45AAEF}"/>
              </a:ext>
            </a:extLst>
          </p:cNvPr>
          <p:cNvGrpSpPr/>
          <p:nvPr/>
        </p:nvGrpSpPr>
        <p:grpSpPr>
          <a:xfrm>
            <a:off x="6807477" y="2924507"/>
            <a:ext cx="1092888" cy="1713903"/>
            <a:chOff x="5105608" y="2162558"/>
            <a:chExt cx="819666" cy="1285427"/>
          </a:xfrm>
        </p:grpSpPr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53D7CFE6-EAD3-954E-B94E-523FBDD92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608" y="2162558"/>
              <a:ext cx="819666" cy="1285427"/>
            </a:xfrm>
            <a:custGeom>
              <a:avLst/>
              <a:gdLst/>
              <a:ahLst/>
              <a:cxnLst>
                <a:cxn ang="0">
                  <a:pos x="38" y="293"/>
                </a:cxn>
                <a:cxn ang="0">
                  <a:pos x="171" y="365"/>
                </a:cxn>
                <a:cxn ang="0">
                  <a:pos x="219" y="308"/>
                </a:cxn>
                <a:cxn ang="0">
                  <a:pos x="208" y="47"/>
                </a:cxn>
                <a:cxn ang="0">
                  <a:pos x="163" y="17"/>
                </a:cxn>
                <a:cxn ang="0">
                  <a:pos x="26" y="101"/>
                </a:cxn>
                <a:cxn ang="0">
                  <a:pos x="8" y="135"/>
                </a:cxn>
                <a:cxn ang="0">
                  <a:pos x="14" y="233"/>
                </a:cxn>
                <a:cxn ang="0">
                  <a:pos x="38" y="293"/>
                </a:cxn>
              </a:cxnLst>
              <a:rect l="0" t="0" r="r" b="b"/>
              <a:pathLst>
                <a:path w="246" h="385">
                  <a:moveTo>
                    <a:pt x="38" y="293"/>
                  </a:moveTo>
                  <a:cubicBezTo>
                    <a:pt x="60" y="304"/>
                    <a:pt x="171" y="365"/>
                    <a:pt x="171" y="365"/>
                  </a:cubicBezTo>
                  <a:cubicBezTo>
                    <a:pt x="171" y="365"/>
                    <a:pt x="197" y="385"/>
                    <a:pt x="219" y="308"/>
                  </a:cubicBezTo>
                  <a:cubicBezTo>
                    <a:pt x="241" y="232"/>
                    <a:pt x="246" y="140"/>
                    <a:pt x="208" y="47"/>
                  </a:cubicBezTo>
                  <a:cubicBezTo>
                    <a:pt x="203" y="35"/>
                    <a:pt x="191" y="0"/>
                    <a:pt x="163" y="17"/>
                  </a:cubicBezTo>
                  <a:cubicBezTo>
                    <a:pt x="136" y="35"/>
                    <a:pt x="26" y="101"/>
                    <a:pt x="26" y="101"/>
                  </a:cubicBezTo>
                  <a:cubicBezTo>
                    <a:pt x="26" y="101"/>
                    <a:pt x="4" y="114"/>
                    <a:pt x="8" y="135"/>
                  </a:cubicBezTo>
                  <a:cubicBezTo>
                    <a:pt x="13" y="156"/>
                    <a:pt x="21" y="200"/>
                    <a:pt x="14" y="233"/>
                  </a:cubicBezTo>
                  <a:cubicBezTo>
                    <a:pt x="8" y="263"/>
                    <a:pt x="0" y="273"/>
                    <a:pt x="38" y="293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66" name="Group 90">
              <a:extLst>
                <a:ext uri="{FF2B5EF4-FFF2-40B4-BE49-F238E27FC236}">
                  <a16:creationId xmlns:a16="http://schemas.microsoft.com/office/drawing/2014/main" id="{F164035C-B9B6-2043-986A-51F9682D0052}"/>
                </a:ext>
              </a:extLst>
            </p:cNvPr>
            <p:cNvGrpSpPr/>
            <p:nvPr/>
          </p:nvGrpSpPr>
          <p:grpSpPr>
            <a:xfrm>
              <a:off x="5287939" y="2561768"/>
              <a:ext cx="473076" cy="457200"/>
              <a:chOff x="8048625" y="3005138"/>
              <a:chExt cx="473076" cy="45720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7" name="Freeform 81">
                <a:extLst>
                  <a:ext uri="{FF2B5EF4-FFF2-40B4-BE49-F238E27FC236}">
                    <a16:creationId xmlns:a16="http://schemas.microsoft.com/office/drawing/2014/main" id="{E14C1102-7EBB-7D48-9B66-580051CB77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48638" y="3338513"/>
                <a:ext cx="373063" cy="123825"/>
              </a:xfrm>
              <a:custGeom>
                <a:avLst/>
                <a:gdLst/>
                <a:ahLst/>
                <a:cxnLst>
                  <a:cxn ang="0">
                    <a:pos x="128" y="2"/>
                  </a:cxn>
                  <a:cxn ang="0">
                    <a:pos x="65" y="24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6"/>
                  </a:cxn>
                  <a:cxn ang="0">
                    <a:pos x="65" y="43"/>
                  </a:cxn>
                  <a:cxn ang="0">
                    <a:pos x="129" y="16"/>
                  </a:cxn>
                  <a:cxn ang="0">
                    <a:pos x="129" y="2"/>
                  </a:cxn>
                  <a:cxn ang="0">
                    <a:pos x="128" y="2"/>
                  </a:cxn>
                  <a:cxn ang="0">
                    <a:pos x="128" y="2"/>
                  </a:cxn>
                  <a:cxn ang="0">
                    <a:pos x="128" y="2"/>
                  </a:cxn>
                </a:cxnLst>
                <a:rect l="0" t="0" r="r" b="b"/>
                <a:pathLst>
                  <a:path w="129" h="43">
                    <a:moveTo>
                      <a:pt x="128" y="2"/>
                    </a:moveTo>
                    <a:cubicBezTo>
                      <a:pt x="124" y="15"/>
                      <a:pt x="96" y="24"/>
                      <a:pt x="65" y="24"/>
                    </a:cubicBezTo>
                    <a:cubicBezTo>
                      <a:pt x="34" y="24"/>
                      <a:pt x="6" y="15"/>
                      <a:pt x="1" y="2"/>
                    </a:cubicBezTo>
                    <a:cubicBezTo>
                      <a:pt x="0" y="0"/>
                      <a:pt x="0" y="0"/>
                      <a:pt x="0" y="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1"/>
                      <a:pt x="31" y="43"/>
                      <a:pt x="65" y="43"/>
                    </a:cubicBezTo>
                    <a:cubicBezTo>
                      <a:pt x="99" y="43"/>
                      <a:pt x="129" y="31"/>
                      <a:pt x="129" y="16"/>
                    </a:cubicBezTo>
                    <a:cubicBezTo>
                      <a:pt x="129" y="2"/>
                      <a:pt x="129" y="2"/>
                      <a:pt x="129" y="2"/>
                    </a:cubicBezTo>
                    <a:cubicBezTo>
                      <a:pt x="129" y="0"/>
                      <a:pt x="129" y="0"/>
                      <a:pt x="128" y="2"/>
                    </a:cubicBezTo>
                    <a:close/>
                    <a:moveTo>
                      <a:pt x="128" y="2"/>
                    </a:moveTo>
                    <a:cubicBezTo>
                      <a:pt x="128" y="2"/>
                      <a:pt x="128" y="2"/>
                      <a:pt x="128" y="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8" name="Freeform 82">
                <a:extLst>
                  <a:ext uri="{FF2B5EF4-FFF2-40B4-BE49-F238E27FC236}">
                    <a16:creationId xmlns:a16="http://schemas.microsoft.com/office/drawing/2014/main" id="{1D662BC2-D919-2B4D-BD00-92DD3F2844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29600" y="3268663"/>
                <a:ext cx="290513" cy="127000"/>
              </a:xfrm>
              <a:custGeom>
                <a:avLst/>
                <a:gdLst/>
                <a:ahLst/>
                <a:cxnLst>
                  <a:cxn ang="0">
                    <a:pos x="2" y="40"/>
                  </a:cxn>
                  <a:cxn ang="0">
                    <a:pos x="37" y="44"/>
                  </a:cxn>
                  <a:cxn ang="0">
                    <a:pos x="100" y="18"/>
                  </a:cxn>
                  <a:cxn ang="0">
                    <a:pos x="86" y="1"/>
                  </a:cxn>
                  <a:cxn ang="0">
                    <a:pos x="79" y="1"/>
                  </a:cxn>
                  <a:cxn ang="0">
                    <a:pos x="2" y="37"/>
                  </a:cxn>
                  <a:cxn ang="0">
                    <a:pos x="2" y="40"/>
                  </a:cxn>
                  <a:cxn ang="0">
                    <a:pos x="2" y="40"/>
                  </a:cxn>
                  <a:cxn ang="0">
                    <a:pos x="2" y="40"/>
                  </a:cxn>
                </a:cxnLst>
                <a:rect l="0" t="0" r="r" b="b"/>
                <a:pathLst>
                  <a:path w="100" h="44">
                    <a:moveTo>
                      <a:pt x="2" y="40"/>
                    </a:moveTo>
                    <a:cubicBezTo>
                      <a:pt x="12" y="43"/>
                      <a:pt x="24" y="44"/>
                      <a:pt x="37" y="44"/>
                    </a:cubicBezTo>
                    <a:cubicBezTo>
                      <a:pt x="72" y="44"/>
                      <a:pt x="100" y="32"/>
                      <a:pt x="100" y="18"/>
                    </a:cubicBezTo>
                    <a:cubicBezTo>
                      <a:pt x="100" y="11"/>
                      <a:pt x="95" y="6"/>
                      <a:pt x="86" y="1"/>
                    </a:cubicBezTo>
                    <a:cubicBezTo>
                      <a:pt x="84" y="0"/>
                      <a:pt x="81" y="0"/>
                      <a:pt x="79" y="1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0" y="38"/>
                      <a:pt x="0" y="39"/>
                      <a:pt x="2" y="40"/>
                    </a:cubicBezTo>
                    <a:close/>
                    <a:moveTo>
                      <a:pt x="2" y="40"/>
                    </a:moveTo>
                    <a:cubicBezTo>
                      <a:pt x="2" y="40"/>
                      <a:pt x="2" y="40"/>
                      <a:pt x="2" y="4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69" name="Freeform 83">
                <a:extLst>
                  <a:ext uri="{FF2B5EF4-FFF2-40B4-BE49-F238E27FC236}">
                    <a16:creationId xmlns:a16="http://schemas.microsoft.com/office/drawing/2014/main" id="{652E4EC5-CDC9-ED4A-BC49-ACF0ADBACE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51813" y="3241675"/>
                <a:ext cx="284163" cy="125413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12" y="42"/>
                  </a:cxn>
                  <a:cxn ang="0">
                    <a:pos x="19" y="42"/>
                  </a:cxn>
                  <a:cxn ang="0">
                    <a:pos x="96" y="7"/>
                  </a:cxn>
                  <a:cxn ang="0">
                    <a:pos x="96" y="4"/>
                  </a:cxn>
                  <a:cxn ang="0">
                    <a:pos x="64" y="0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0" y="27"/>
                  </a:cxn>
                </a:cxnLst>
                <a:rect l="0" t="0" r="r" b="b"/>
                <a:pathLst>
                  <a:path w="98" h="43">
                    <a:moveTo>
                      <a:pt x="0" y="27"/>
                    </a:moveTo>
                    <a:cubicBezTo>
                      <a:pt x="0" y="32"/>
                      <a:pt x="5" y="38"/>
                      <a:pt x="12" y="42"/>
                    </a:cubicBezTo>
                    <a:cubicBezTo>
                      <a:pt x="14" y="43"/>
                      <a:pt x="17" y="43"/>
                      <a:pt x="19" y="4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8" y="6"/>
                      <a:pt x="98" y="4"/>
                      <a:pt x="96" y="4"/>
                    </a:cubicBezTo>
                    <a:cubicBezTo>
                      <a:pt x="86" y="2"/>
                      <a:pt x="75" y="0"/>
                      <a:pt x="64" y="0"/>
                    </a:cubicBezTo>
                    <a:cubicBezTo>
                      <a:pt x="29" y="0"/>
                      <a:pt x="0" y="12"/>
                      <a:pt x="0" y="27"/>
                    </a:cubicBezTo>
                    <a:close/>
                    <a:moveTo>
                      <a:pt x="0" y="27"/>
                    </a:moveTo>
                    <a:cubicBezTo>
                      <a:pt x="0" y="27"/>
                      <a:pt x="0" y="27"/>
                      <a:pt x="0" y="27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0" name="Freeform 84">
                <a:extLst>
                  <a:ext uri="{FF2B5EF4-FFF2-40B4-BE49-F238E27FC236}">
                    <a16:creationId xmlns:a16="http://schemas.microsoft.com/office/drawing/2014/main" id="{35BB6D69-7A23-F140-928D-F2A282FBBE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28013" y="3005138"/>
                <a:ext cx="155575" cy="236538"/>
              </a:xfrm>
              <a:custGeom>
                <a:avLst/>
                <a:gdLst/>
                <a:ahLst/>
                <a:cxnLst>
                  <a:cxn ang="0">
                    <a:pos x="3" y="81"/>
                  </a:cxn>
                  <a:cxn ang="0">
                    <a:pos x="41" y="77"/>
                  </a:cxn>
                  <a:cxn ang="0">
                    <a:pos x="48" y="77"/>
                  </a:cxn>
                  <a:cxn ang="0">
                    <a:pos x="52" y="74"/>
                  </a:cxn>
                  <a:cxn ang="0">
                    <a:pos x="54" y="58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79"/>
                  </a:cxn>
                  <a:cxn ang="0">
                    <a:pos x="3" y="81"/>
                  </a:cxn>
                  <a:cxn ang="0">
                    <a:pos x="3" y="81"/>
                  </a:cxn>
                  <a:cxn ang="0">
                    <a:pos x="3" y="81"/>
                  </a:cxn>
                </a:cxnLst>
                <a:rect l="0" t="0" r="r" b="b"/>
                <a:pathLst>
                  <a:path w="54" h="82">
                    <a:moveTo>
                      <a:pt x="3" y="81"/>
                    </a:moveTo>
                    <a:cubicBezTo>
                      <a:pt x="14" y="79"/>
                      <a:pt x="27" y="77"/>
                      <a:pt x="41" y="77"/>
                    </a:cubicBezTo>
                    <a:cubicBezTo>
                      <a:pt x="43" y="77"/>
                      <a:pt x="46" y="77"/>
                      <a:pt x="48" y="77"/>
                    </a:cubicBezTo>
                    <a:cubicBezTo>
                      <a:pt x="50" y="77"/>
                      <a:pt x="51" y="76"/>
                      <a:pt x="52" y="74"/>
                    </a:cubicBezTo>
                    <a:cubicBezTo>
                      <a:pt x="54" y="69"/>
                      <a:pt x="54" y="64"/>
                      <a:pt x="54" y="58"/>
                    </a:cubicBezTo>
                    <a:cubicBezTo>
                      <a:pt x="54" y="28"/>
                      <a:pt x="32" y="4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1"/>
                      <a:pt x="1" y="82"/>
                      <a:pt x="3" y="81"/>
                    </a:cubicBezTo>
                    <a:close/>
                    <a:moveTo>
                      <a:pt x="3" y="81"/>
                    </a:moveTo>
                    <a:cubicBezTo>
                      <a:pt x="3" y="81"/>
                      <a:pt x="3" y="81"/>
                      <a:pt x="3" y="81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71" name="Freeform 85">
                <a:extLst>
                  <a:ext uri="{FF2B5EF4-FFF2-40B4-BE49-F238E27FC236}">
                    <a16:creationId xmlns:a16="http://schemas.microsoft.com/office/drawing/2014/main" id="{C9F516F8-303A-8C48-88D4-E76D876C3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48625" y="3005138"/>
                <a:ext cx="155575" cy="312738"/>
              </a:xfrm>
              <a:custGeom>
                <a:avLst/>
                <a:gdLst/>
                <a:ahLst/>
                <a:cxnLst>
                  <a:cxn ang="0">
                    <a:pos x="51" y="86"/>
                  </a:cxn>
                  <a:cxn ang="0">
                    <a:pos x="54" y="81"/>
                  </a:cxn>
                  <a:cxn ang="0">
                    <a:pos x="54" y="4"/>
                  </a:cxn>
                  <a:cxn ang="0">
                    <a:pos x="51" y="0"/>
                  </a:cxn>
                  <a:cxn ang="0">
                    <a:pos x="0" y="58"/>
                  </a:cxn>
                  <a:cxn ang="0">
                    <a:pos x="27" y="107"/>
                  </a:cxn>
                  <a:cxn ang="0">
                    <a:pos x="29" y="108"/>
                  </a:cxn>
                  <a:cxn ang="0">
                    <a:pos x="29" y="108"/>
                  </a:cxn>
                  <a:cxn ang="0">
                    <a:pos x="51" y="86"/>
                  </a:cxn>
                  <a:cxn ang="0">
                    <a:pos x="51" y="86"/>
                  </a:cxn>
                  <a:cxn ang="0">
                    <a:pos x="51" y="86"/>
                  </a:cxn>
                </a:cxnLst>
                <a:rect l="0" t="0" r="r" b="b"/>
                <a:pathLst>
                  <a:path w="54" h="108">
                    <a:moveTo>
                      <a:pt x="51" y="86"/>
                    </a:moveTo>
                    <a:cubicBezTo>
                      <a:pt x="53" y="85"/>
                      <a:pt x="54" y="83"/>
                      <a:pt x="54" y="81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3" y="0"/>
                      <a:pt x="51" y="0"/>
                    </a:cubicBezTo>
                    <a:cubicBezTo>
                      <a:pt x="22" y="4"/>
                      <a:pt x="0" y="28"/>
                      <a:pt x="0" y="58"/>
                    </a:cubicBezTo>
                    <a:cubicBezTo>
                      <a:pt x="0" y="78"/>
                      <a:pt x="11" y="96"/>
                      <a:pt x="27" y="107"/>
                    </a:cubicBezTo>
                    <a:cubicBezTo>
                      <a:pt x="28" y="108"/>
                      <a:pt x="29" y="108"/>
                      <a:pt x="29" y="108"/>
                    </a:cubicBezTo>
                    <a:cubicBezTo>
                      <a:pt x="29" y="108"/>
                      <a:pt x="29" y="108"/>
                      <a:pt x="29" y="108"/>
                    </a:cubicBezTo>
                    <a:cubicBezTo>
                      <a:pt x="29" y="99"/>
                      <a:pt x="38" y="91"/>
                      <a:pt x="51" y="86"/>
                    </a:cubicBezTo>
                    <a:close/>
                    <a:moveTo>
                      <a:pt x="51" y="86"/>
                    </a:moveTo>
                    <a:cubicBezTo>
                      <a:pt x="51" y="86"/>
                      <a:pt x="51" y="86"/>
                      <a:pt x="51" y="8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sp>
        <p:nvSpPr>
          <p:cNvPr id="72" name="Freeform 110">
            <a:extLst>
              <a:ext uri="{FF2B5EF4-FFF2-40B4-BE49-F238E27FC236}">
                <a16:creationId xmlns:a16="http://schemas.microsoft.com/office/drawing/2014/main" id="{38436044-B43E-8B4F-BCF7-681D02B03C4F}"/>
              </a:ext>
            </a:extLst>
          </p:cNvPr>
          <p:cNvSpPr>
            <a:spLocks noEditPoints="1"/>
          </p:cNvSpPr>
          <p:nvPr/>
        </p:nvSpPr>
        <p:spPr bwMode="auto">
          <a:xfrm>
            <a:off x="5616207" y="3432486"/>
            <a:ext cx="952252" cy="652085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85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500"/>
                            </p:stCondLst>
                            <p:childTnLst>
                              <p:par>
                                <p:cTn id="8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22">
            <a:extLst>
              <a:ext uri="{FF2B5EF4-FFF2-40B4-BE49-F238E27FC236}">
                <a16:creationId xmlns:a16="http://schemas.microsoft.com/office/drawing/2014/main" id="{F236F649-D222-D342-AB3E-0E7C00041C57}"/>
              </a:ext>
            </a:extLst>
          </p:cNvPr>
          <p:cNvSpPr/>
          <p:nvPr/>
        </p:nvSpPr>
        <p:spPr>
          <a:xfrm>
            <a:off x="872966" y="1819055"/>
            <a:ext cx="5185588" cy="1942707"/>
          </a:xfrm>
          <a:prstGeom prst="roundRect">
            <a:avLst>
              <a:gd name="adj" fmla="val 5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" name="Group 121">
            <a:extLst>
              <a:ext uri="{FF2B5EF4-FFF2-40B4-BE49-F238E27FC236}">
                <a16:creationId xmlns:a16="http://schemas.microsoft.com/office/drawing/2014/main" id="{5C54FFB6-D6D7-9244-886A-E1CBB19EF778}"/>
              </a:ext>
            </a:extLst>
          </p:cNvPr>
          <p:cNvGrpSpPr/>
          <p:nvPr/>
        </p:nvGrpSpPr>
        <p:grpSpPr>
          <a:xfrm>
            <a:off x="979772" y="2150056"/>
            <a:ext cx="1566851" cy="1378828"/>
            <a:chOff x="3592681" y="1822859"/>
            <a:chExt cx="1440175" cy="1267354"/>
          </a:xfrm>
          <a:solidFill>
            <a:schemeClr val="bg1"/>
          </a:solidFill>
        </p:grpSpPr>
        <p:sp>
          <p:nvSpPr>
            <p:cNvPr id="7" name="Heart 97">
              <a:extLst>
                <a:ext uri="{FF2B5EF4-FFF2-40B4-BE49-F238E27FC236}">
                  <a16:creationId xmlns:a16="http://schemas.microsoft.com/office/drawing/2014/main" id="{8B037D88-803D-6F4F-B907-426129E5A174}"/>
                </a:ext>
              </a:extLst>
            </p:cNvPr>
            <p:cNvSpPr/>
            <p:nvPr/>
          </p:nvSpPr>
          <p:spPr>
            <a:xfrm>
              <a:off x="3592681" y="1822859"/>
              <a:ext cx="1440175" cy="1267354"/>
            </a:xfrm>
            <a:prstGeom prst="hear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>
                    <a:lumMod val="95000"/>
                  </a:srgbClr>
                </a:solidFill>
                <a:latin typeface="Arial"/>
              </a:endParaRPr>
            </a:p>
          </p:txBody>
        </p:sp>
        <p:grpSp>
          <p:nvGrpSpPr>
            <p:cNvPr id="8" name="Group 119">
              <a:extLst>
                <a:ext uri="{FF2B5EF4-FFF2-40B4-BE49-F238E27FC236}">
                  <a16:creationId xmlns:a16="http://schemas.microsoft.com/office/drawing/2014/main" id="{718ADEFD-E03C-3A4D-A4D4-F5BB7A308980}"/>
                </a:ext>
              </a:extLst>
            </p:cNvPr>
            <p:cNvGrpSpPr/>
            <p:nvPr/>
          </p:nvGrpSpPr>
          <p:grpSpPr>
            <a:xfrm>
              <a:off x="3719009" y="2089802"/>
              <a:ext cx="1110985" cy="806498"/>
              <a:chOff x="1403615" y="1822859"/>
              <a:chExt cx="1110985" cy="806498"/>
            </a:xfrm>
            <a:grpFill/>
          </p:grpSpPr>
          <p:cxnSp>
            <p:nvCxnSpPr>
              <p:cNvPr id="9" name="Straight Connector 100">
                <a:extLst>
                  <a:ext uri="{FF2B5EF4-FFF2-40B4-BE49-F238E27FC236}">
                    <a16:creationId xmlns:a16="http://schemas.microsoft.com/office/drawing/2014/main" id="{7D5D7E34-ACD2-3844-B7D0-126DEA3CA261}"/>
                  </a:ext>
                </a:extLst>
              </p:cNvPr>
              <p:cNvCxnSpPr/>
              <p:nvPr/>
            </p:nvCxnSpPr>
            <p:spPr>
              <a:xfrm>
                <a:off x="1403615" y="2283715"/>
                <a:ext cx="172821" cy="0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102">
                <a:extLst>
                  <a:ext uri="{FF2B5EF4-FFF2-40B4-BE49-F238E27FC236}">
                    <a16:creationId xmlns:a16="http://schemas.microsoft.com/office/drawing/2014/main" id="{0658196A-B321-5646-84F7-3EF201D6C68B}"/>
                  </a:ext>
                </a:extLst>
              </p:cNvPr>
              <p:cNvCxnSpPr/>
              <p:nvPr/>
            </p:nvCxnSpPr>
            <p:spPr>
              <a:xfrm flipV="1">
                <a:off x="1576436" y="1822859"/>
                <a:ext cx="0" cy="460856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4">
                <a:extLst>
                  <a:ext uri="{FF2B5EF4-FFF2-40B4-BE49-F238E27FC236}">
                    <a16:creationId xmlns:a16="http://schemas.microsoft.com/office/drawing/2014/main" id="{722197CB-6BC5-1C40-B8F4-17CEA921F491}"/>
                  </a:ext>
                </a:extLst>
              </p:cNvPr>
              <p:cNvCxnSpPr/>
              <p:nvPr/>
            </p:nvCxnSpPr>
            <p:spPr>
              <a:xfrm>
                <a:off x="1576436" y="1822859"/>
                <a:ext cx="345642" cy="806498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08">
                <a:extLst>
                  <a:ext uri="{FF2B5EF4-FFF2-40B4-BE49-F238E27FC236}">
                    <a16:creationId xmlns:a16="http://schemas.microsoft.com/office/drawing/2014/main" id="{00D78C89-B6EE-2F45-ACFD-B0DEA14EA488}"/>
                  </a:ext>
                </a:extLst>
              </p:cNvPr>
              <p:cNvCxnSpPr/>
              <p:nvPr/>
            </p:nvCxnSpPr>
            <p:spPr>
              <a:xfrm flipV="1">
                <a:off x="1922078" y="2053287"/>
                <a:ext cx="115214" cy="576070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10">
                <a:extLst>
                  <a:ext uri="{FF2B5EF4-FFF2-40B4-BE49-F238E27FC236}">
                    <a16:creationId xmlns:a16="http://schemas.microsoft.com/office/drawing/2014/main" id="{E602D86C-B45D-8547-B6CD-DC42FA92D1E8}"/>
                  </a:ext>
                </a:extLst>
              </p:cNvPr>
              <p:cNvCxnSpPr/>
              <p:nvPr/>
            </p:nvCxnSpPr>
            <p:spPr>
              <a:xfrm>
                <a:off x="2037292" y="2053287"/>
                <a:ext cx="115214" cy="345642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12">
                <a:extLst>
                  <a:ext uri="{FF2B5EF4-FFF2-40B4-BE49-F238E27FC236}">
                    <a16:creationId xmlns:a16="http://schemas.microsoft.com/office/drawing/2014/main" id="{1C3E1469-1AE8-4041-AC6F-0AE128EDEC37}"/>
                  </a:ext>
                </a:extLst>
              </p:cNvPr>
              <p:cNvCxnSpPr/>
              <p:nvPr/>
            </p:nvCxnSpPr>
            <p:spPr>
              <a:xfrm flipV="1">
                <a:off x="2152506" y="2168501"/>
                <a:ext cx="115214" cy="230428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14">
                <a:extLst>
                  <a:ext uri="{FF2B5EF4-FFF2-40B4-BE49-F238E27FC236}">
                    <a16:creationId xmlns:a16="http://schemas.microsoft.com/office/drawing/2014/main" id="{8151FE89-A289-DD48-9C59-95ED0EDA5F3F}"/>
                  </a:ext>
                </a:extLst>
              </p:cNvPr>
              <p:cNvCxnSpPr/>
              <p:nvPr/>
            </p:nvCxnSpPr>
            <p:spPr>
              <a:xfrm>
                <a:off x="2267720" y="2168501"/>
                <a:ext cx="57607" cy="57607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16">
                <a:extLst>
                  <a:ext uri="{FF2B5EF4-FFF2-40B4-BE49-F238E27FC236}">
                    <a16:creationId xmlns:a16="http://schemas.microsoft.com/office/drawing/2014/main" id="{F2E00066-DB6F-154B-BF91-3A59DCD9B288}"/>
                  </a:ext>
                </a:extLst>
              </p:cNvPr>
              <p:cNvCxnSpPr/>
              <p:nvPr/>
            </p:nvCxnSpPr>
            <p:spPr>
              <a:xfrm>
                <a:off x="2325327" y="2226108"/>
                <a:ext cx="189273" cy="0"/>
              </a:xfrm>
              <a:prstGeom prst="line">
                <a:avLst/>
              </a:prstGeom>
              <a:grpFill/>
              <a:ln w="38100" cap="rnd">
                <a:solidFill>
                  <a:schemeClr val="accent2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58">
            <a:extLst>
              <a:ext uri="{FF2B5EF4-FFF2-40B4-BE49-F238E27FC236}">
                <a16:creationId xmlns:a16="http://schemas.microsoft.com/office/drawing/2014/main" id="{419BB52F-4C4F-6D47-9C1C-4CCB94C207A6}"/>
              </a:ext>
            </a:extLst>
          </p:cNvPr>
          <p:cNvGrpSpPr/>
          <p:nvPr/>
        </p:nvGrpSpPr>
        <p:grpSpPr>
          <a:xfrm>
            <a:off x="2612667" y="2050937"/>
            <a:ext cx="3267804" cy="1416887"/>
            <a:chOff x="7174424" y="1276394"/>
            <a:chExt cx="2450853" cy="1062665"/>
          </a:xfrm>
        </p:grpSpPr>
        <p:sp>
          <p:nvSpPr>
            <p:cNvPr id="18" name="TextBox 124">
              <a:extLst>
                <a:ext uri="{FF2B5EF4-FFF2-40B4-BE49-F238E27FC236}">
                  <a16:creationId xmlns:a16="http://schemas.microsoft.com/office/drawing/2014/main" id="{6EF5A207-D478-4345-AD38-6FC1B7E5B664}"/>
                </a:ext>
              </a:extLst>
            </p:cNvPr>
            <p:cNvSpPr txBox="1"/>
            <p:nvPr/>
          </p:nvSpPr>
          <p:spPr>
            <a:xfrm>
              <a:off x="7174424" y="1600395"/>
              <a:ext cx="2450853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山不在高，有仙则名。水不在深，有龙则灵。斯是陋室，惟吾德馨。苔痕上阶绿，草色入帘青。谈笑有鸿儒，往来无白丁。</a:t>
              </a:r>
            </a:p>
          </p:txBody>
        </p:sp>
        <p:sp>
          <p:nvSpPr>
            <p:cNvPr id="19" name="Rectangle 125">
              <a:extLst>
                <a:ext uri="{FF2B5EF4-FFF2-40B4-BE49-F238E27FC236}">
                  <a16:creationId xmlns:a16="http://schemas.microsoft.com/office/drawing/2014/main" id="{B8D996AD-CE4B-0F41-8B23-D2F4A508F477}"/>
                </a:ext>
              </a:extLst>
            </p:cNvPr>
            <p:cNvSpPr/>
            <p:nvPr/>
          </p:nvSpPr>
          <p:spPr>
            <a:xfrm>
              <a:off x="7174424" y="1276394"/>
              <a:ext cx="577081" cy="23083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0" name="TextBox 127">
            <a:extLst>
              <a:ext uri="{FF2B5EF4-FFF2-40B4-BE49-F238E27FC236}">
                <a16:creationId xmlns:a16="http://schemas.microsoft.com/office/drawing/2014/main" id="{C083FB06-7BCB-3448-8A96-7BC34E4C206D}"/>
              </a:ext>
            </a:extLst>
          </p:cNvPr>
          <p:cNvSpPr txBox="1"/>
          <p:nvPr/>
        </p:nvSpPr>
        <p:spPr>
          <a:xfrm>
            <a:off x="6259352" y="2241296"/>
            <a:ext cx="5122517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 defTabSz="1375467"/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斯是陋室，惟吾德馨。苔痕上阶绿，草色入帘青。谈笑有鸿儒，往来无白丁。可以调素琴，阅金经。无丝竹之乱耳，无案牍之劳形。南阳诸葛庐，西蜀子云亭。孔子云：何陋之有？</a:t>
            </a:r>
            <a:endParaRPr lang="en-US" sz="16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ectangle 128">
            <a:extLst>
              <a:ext uri="{FF2B5EF4-FFF2-40B4-BE49-F238E27FC236}">
                <a16:creationId xmlns:a16="http://schemas.microsoft.com/office/drawing/2014/main" id="{B5D1A9D0-7817-AD46-AB57-B02A3D6EA9F9}"/>
              </a:ext>
            </a:extLst>
          </p:cNvPr>
          <p:cNvSpPr/>
          <p:nvPr/>
        </p:nvSpPr>
        <p:spPr>
          <a:xfrm>
            <a:off x="6259352" y="1831271"/>
            <a:ext cx="769441" cy="307777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defTabSz="1375467"/>
            <a:r>
              <a:rPr lang="en-US" sz="2000" b="1" dirty="0" err="1">
                <a:solidFill>
                  <a:srgbClr val="FFFFFF">
                    <a:lumMod val="6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标题处</a:t>
            </a:r>
            <a:endParaRPr lang="en-US" sz="2000" b="1" dirty="0">
              <a:solidFill>
                <a:srgbClr val="FFFFFF">
                  <a:lumMod val="6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2" name="Group 145">
            <a:extLst>
              <a:ext uri="{FF2B5EF4-FFF2-40B4-BE49-F238E27FC236}">
                <a16:creationId xmlns:a16="http://schemas.microsoft.com/office/drawing/2014/main" id="{4846BA66-EEB7-9948-BA3D-422AADD0B024}"/>
              </a:ext>
            </a:extLst>
          </p:cNvPr>
          <p:cNvGrpSpPr/>
          <p:nvPr/>
        </p:nvGrpSpPr>
        <p:grpSpPr>
          <a:xfrm>
            <a:off x="3560825" y="4221123"/>
            <a:ext cx="809931" cy="782751"/>
            <a:chOff x="8048625" y="3005138"/>
            <a:chExt cx="473076" cy="457200"/>
          </a:xfrm>
          <a:solidFill>
            <a:schemeClr val="accent2"/>
          </a:solidFill>
        </p:grpSpPr>
        <p:sp>
          <p:nvSpPr>
            <p:cNvPr id="23" name="Freeform 81">
              <a:extLst>
                <a:ext uri="{FF2B5EF4-FFF2-40B4-BE49-F238E27FC236}">
                  <a16:creationId xmlns:a16="http://schemas.microsoft.com/office/drawing/2014/main" id="{BD0DC0AD-DE8E-F049-8CE0-92C0DAF85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48638" y="3338513"/>
              <a:ext cx="373063" cy="123825"/>
            </a:xfrm>
            <a:custGeom>
              <a:avLst/>
              <a:gdLst/>
              <a:ahLst/>
              <a:cxnLst>
                <a:cxn ang="0">
                  <a:pos x="128" y="2"/>
                </a:cxn>
                <a:cxn ang="0">
                  <a:pos x="65" y="24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16"/>
                </a:cxn>
                <a:cxn ang="0">
                  <a:pos x="65" y="43"/>
                </a:cxn>
                <a:cxn ang="0">
                  <a:pos x="129" y="16"/>
                </a:cxn>
                <a:cxn ang="0">
                  <a:pos x="129" y="2"/>
                </a:cxn>
                <a:cxn ang="0">
                  <a:pos x="128" y="2"/>
                </a:cxn>
                <a:cxn ang="0">
                  <a:pos x="128" y="2"/>
                </a:cxn>
                <a:cxn ang="0">
                  <a:pos x="128" y="2"/>
                </a:cxn>
              </a:cxnLst>
              <a:rect l="0" t="0" r="r" b="b"/>
              <a:pathLst>
                <a:path w="129" h="43">
                  <a:moveTo>
                    <a:pt x="128" y="2"/>
                  </a:moveTo>
                  <a:cubicBezTo>
                    <a:pt x="124" y="15"/>
                    <a:pt x="96" y="24"/>
                    <a:pt x="65" y="24"/>
                  </a:cubicBezTo>
                  <a:cubicBezTo>
                    <a:pt x="34" y="24"/>
                    <a:pt x="6" y="15"/>
                    <a:pt x="1" y="2"/>
                  </a:cubicBezTo>
                  <a:cubicBezTo>
                    <a:pt x="0" y="0"/>
                    <a:pt x="0" y="0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31"/>
                    <a:pt x="31" y="43"/>
                    <a:pt x="65" y="43"/>
                  </a:cubicBezTo>
                  <a:cubicBezTo>
                    <a:pt x="99" y="43"/>
                    <a:pt x="129" y="31"/>
                    <a:pt x="129" y="16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0"/>
                    <a:pt x="129" y="0"/>
                    <a:pt x="128" y="2"/>
                  </a:cubicBezTo>
                  <a:close/>
                  <a:moveTo>
                    <a:pt x="128" y="2"/>
                  </a:moveTo>
                  <a:cubicBezTo>
                    <a:pt x="128" y="2"/>
                    <a:pt x="128" y="2"/>
                    <a:pt x="128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Freeform 82">
              <a:extLst>
                <a:ext uri="{FF2B5EF4-FFF2-40B4-BE49-F238E27FC236}">
                  <a16:creationId xmlns:a16="http://schemas.microsoft.com/office/drawing/2014/main" id="{3DF8D6BE-C489-8540-9DB9-2CD9F58599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3268663"/>
              <a:ext cx="290513" cy="127000"/>
            </a:xfrm>
            <a:custGeom>
              <a:avLst/>
              <a:gdLst/>
              <a:ahLst/>
              <a:cxnLst>
                <a:cxn ang="0">
                  <a:pos x="2" y="40"/>
                </a:cxn>
                <a:cxn ang="0">
                  <a:pos x="37" y="44"/>
                </a:cxn>
                <a:cxn ang="0">
                  <a:pos x="100" y="18"/>
                </a:cxn>
                <a:cxn ang="0">
                  <a:pos x="86" y="1"/>
                </a:cxn>
                <a:cxn ang="0">
                  <a:pos x="79" y="1"/>
                </a:cxn>
                <a:cxn ang="0">
                  <a:pos x="2" y="37"/>
                </a:cxn>
                <a:cxn ang="0">
                  <a:pos x="2" y="40"/>
                </a:cxn>
                <a:cxn ang="0">
                  <a:pos x="2" y="40"/>
                </a:cxn>
                <a:cxn ang="0">
                  <a:pos x="2" y="40"/>
                </a:cxn>
              </a:cxnLst>
              <a:rect l="0" t="0" r="r" b="b"/>
              <a:pathLst>
                <a:path w="100" h="44">
                  <a:moveTo>
                    <a:pt x="2" y="40"/>
                  </a:moveTo>
                  <a:cubicBezTo>
                    <a:pt x="12" y="43"/>
                    <a:pt x="24" y="44"/>
                    <a:pt x="37" y="44"/>
                  </a:cubicBezTo>
                  <a:cubicBezTo>
                    <a:pt x="72" y="44"/>
                    <a:pt x="100" y="32"/>
                    <a:pt x="100" y="18"/>
                  </a:cubicBezTo>
                  <a:cubicBezTo>
                    <a:pt x="100" y="11"/>
                    <a:pt x="95" y="6"/>
                    <a:pt x="86" y="1"/>
                  </a:cubicBezTo>
                  <a:cubicBezTo>
                    <a:pt x="84" y="0"/>
                    <a:pt x="81" y="0"/>
                    <a:pt x="79" y="1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38"/>
                    <a:pt x="0" y="39"/>
                    <a:pt x="2" y="40"/>
                  </a:cubicBezTo>
                  <a:close/>
                  <a:moveTo>
                    <a:pt x="2" y="40"/>
                  </a:moveTo>
                  <a:cubicBezTo>
                    <a:pt x="2" y="40"/>
                    <a:pt x="2" y="40"/>
                    <a:pt x="2" y="4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83">
              <a:extLst>
                <a:ext uri="{FF2B5EF4-FFF2-40B4-BE49-F238E27FC236}">
                  <a16:creationId xmlns:a16="http://schemas.microsoft.com/office/drawing/2014/main" id="{569DCC4E-F612-5E4E-8FAE-EEEDB495AB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51813" y="3241675"/>
              <a:ext cx="284163" cy="125413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12" y="42"/>
                </a:cxn>
                <a:cxn ang="0">
                  <a:pos x="19" y="42"/>
                </a:cxn>
                <a:cxn ang="0">
                  <a:pos x="96" y="7"/>
                </a:cxn>
                <a:cxn ang="0">
                  <a:pos x="96" y="4"/>
                </a:cxn>
                <a:cxn ang="0">
                  <a:pos x="64" y="0"/>
                </a:cxn>
                <a:cxn ang="0">
                  <a:pos x="0" y="27"/>
                </a:cxn>
                <a:cxn ang="0">
                  <a:pos x="0" y="27"/>
                </a:cxn>
                <a:cxn ang="0">
                  <a:pos x="0" y="27"/>
                </a:cxn>
              </a:cxnLst>
              <a:rect l="0" t="0" r="r" b="b"/>
              <a:pathLst>
                <a:path w="98" h="43">
                  <a:moveTo>
                    <a:pt x="0" y="27"/>
                  </a:moveTo>
                  <a:cubicBezTo>
                    <a:pt x="0" y="32"/>
                    <a:pt x="5" y="38"/>
                    <a:pt x="12" y="42"/>
                  </a:cubicBezTo>
                  <a:cubicBezTo>
                    <a:pt x="14" y="43"/>
                    <a:pt x="17" y="43"/>
                    <a:pt x="19" y="42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8" y="6"/>
                    <a:pt x="98" y="4"/>
                    <a:pt x="96" y="4"/>
                  </a:cubicBezTo>
                  <a:cubicBezTo>
                    <a:pt x="86" y="2"/>
                    <a:pt x="75" y="0"/>
                    <a:pt x="64" y="0"/>
                  </a:cubicBezTo>
                  <a:cubicBezTo>
                    <a:pt x="29" y="0"/>
                    <a:pt x="0" y="12"/>
                    <a:pt x="0" y="27"/>
                  </a:cubicBezTo>
                  <a:close/>
                  <a:moveTo>
                    <a:pt x="0" y="27"/>
                  </a:moveTo>
                  <a:cubicBezTo>
                    <a:pt x="0" y="27"/>
                    <a:pt x="0" y="27"/>
                    <a:pt x="0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" name="Freeform 84">
              <a:extLst>
                <a:ext uri="{FF2B5EF4-FFF2-40B4-BE49-F238E27FC236}">
                  <a16:creationId xmlns:a16="http://schemas.microsoft.com/office/drawing/2014/main" id="{49DB3131-6A0F-434E-AB1A-ABA59E68C1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8013" y="3005138"/>
              <a:ext cx="155575" cy="236538"/>
            </a:xfrm>
            <a:custGeom>
              <a:avLst/>
              <a:gdLst/>
              <a:ahLst/>
              <a:cxnLst>
                <a:cxn ang="0">
                  <a:pos x="3" y="81"/>
                </a:cxn>
                <a:cxn ang="0">
                  <a:pos x="41" y="77"/>
                </a:cxn>
                <a:cxn ang="0">
                  <a:pos x="48" y="77"/>
                </a:cxn>
                <a:cxn ang="0">
                  <a:pos x="52" y="74"/>
                </a:cxn>
                <a:cxn ang="0">
                  <a:pos x="54" y="58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9"/>
                </a:cxn>
                <a:cxn ang="0">
                  <a:pos x="3" y="81"/>
                </a:cxn>
                <a:cxn ang="0">
                  <a:pos x="3" y="81"/>
                </a:cxn>
                <a:cxn ang="0">
                  <a:pos x="3" y="81"/>
                </a:cxn>
              </a:cxnLst>
              <a:rect l="0" t="0" r="r" b="b"/>
              <a:pathLst>
                <a:path w="54" h="82">
                  <a:moveTo>
                    <a:pt x="3" y="81"/>
                  </a:moveTo>
                  <a:cubicBezTo>
                    <a:pt x="14" y="79"/>
                    <a:pt x="27" y="77"/>
                    <a:pt x="41" y="77"/>
                  </a:cubicBezTo>
                  <a:cubicBezTo>
                    <a:pt x="43" y="77"/>
                    <a:pt x="46" y="77"/>
                    <a:pt x="48" y="77"/>
                  </a:cubicBezTo>
                  <a:cubicBezTo>
                    <a:pt x="50" y="77"/>
                    <a:pt x="51" y="76"/>
                    <a:pt x="52" y="74"/>
                  </a:cubicBezTo>
                  <a:cubicBezTo>
                    <a:pt x="54" y="69"/>
                    <a:pt x="54" y="64"/>
                    <a:pt x="54" y="58"/>
                  </a:cubicBezTo>
                  <a:cubicBezTo>
                    <a:pt x="54" y="28"/>
                    <a:pt x="32" y="4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1"/>
                    <a:pt x="1" y="82"/>
                    <a:pt x="3" y="81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" name="Freeform 85">
              <a:extLst>
                <a:ext uri="{FF2B5EF4-FFF2-40B4-BE49-F238E27FC236}">
                  <a16:creationId xmlns:a16="http://schemas.microsoft.com/office/drawing/2014/main" id="{B4F67ACF-776D-6041-80ED-F95815B99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5" y="3005138"/>
              <a:ext cx="155575" cy="312738"/>
            </a:xfrm>
            <a:custGeom>
              <a:avLst/>
              <a:gdLst/>
              <a:ahLst/>
              <a:cxnLst>
                <a:cxn ang="0">
                  <a:pos x="51" y="86"/>
                </a:cxn>
                <a:cxn ang="0">
                  <a:pos x="54" y="81"/>
                </a:cxn>
                <a:cxn ang="0">
                  <a:pos x="54" y="4"/>
                </a:cxn>
                <a:cxn ang="0">
                  <a:pos x="51" y="0"/>
                </a:cxn>
                <a:cxn ang="0">
                  <a:pos x="0" y="58"/>
                </a:cxn>
                <a:cxn ang="0">
                  <a:pos x="27" y="107"/>
                </a:cxn>
                <a:cxn ang="0">
                  <a:pos x="29" y="108"/>
                </a:cxn>
                <a:cxn ang="0">
                  <a:pos x="29" y="108"/>
                </a:cxn>
                <a:cxn ang="0">
                  <a:pos x="51" y="86"/>
                </a:cxn>
                <a:cxn ang="0">
                  <a:pos x="51" y="86"/>
                </a:cxn>
                <a:cxn ang="0">
                  <a:pos x="51" y="86"/>
                </a:cxn>
              </a:cxnLst>
              <a:rect l="0" t="0" r="r" b="b"/>
              <a:pathLst>
                <a:path w="54" h="108">
                  <a:moveTo>
                    <a:pt x="51" y="86"/>
                  </a:moveTo>
                  <a:cubicBezTo>
                    <a:pt x="53" y="85"/>
                    <a:pt x="54" y="83"/>
                    <a:pt x="54" y="81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2"/>
                    <a:pt x="53" y="0"/>
                    <a:pt x="51" y="0"/>
                  </a:cubicBezTo>
                  <a:cubicBezTo>
                    <a:pt x="22" y="4"/>
                    <a:pt x="0" y="28"/>
                    <a:pt x="0" y="58"/>
                  </a:cubicBezTo>
                  <a:cubicBezTo>
                    <a:pt x="0" y="78"/>
                    <a:pt x="11" y="96"/>
                    <a:pt x="27" y="107"/>
                  </a:cubicBezTo>
                  <a:cubicBezTo>
                    <a:pt x="28" y="108"/>
                    <a:pt x="29" y="108"/>
                    <a:pt x="29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99"/>
                    <a:pt x="38" y="91"/>
                    <a:pt x="51" y="86"/>
                  </a:cubicBezTo>
                  <a:close/>
                  <a:moveTo>
                    <a:pt x="51" y="86"/>
                  </a:moveTo>
                  <a:cubicBezTo>
                    <a:pt x="51" y="86"/>
                    <a:pt x="51" y="86"/>
                    <a:pt x="51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8" name="Group 151">
            <a:extLst>
              <a:ext uri="{FF2B5EF4-FFF2-40B4-BE49-F238E27FC236}">
                <a16:creationId xmlns:a16="http://schemas.microsoft.com/office/drawing/2014/main" id="{8BE57E62-D604-EC4A-8D54-0981879E8FF2}"/>
              </a:ext>
            </a:extLst>
          </p:cNvPr>
          <p:cNvGrpSpPr/>
          <p:nvPr/>
        </p:nvGrpSpPr>
        <p:grpSpPr>
          <a:xfrm>
            <a:off x="5639046" y="4157473"/>
            <a:ext cx="941180" cy="910048"/>
            <a:chOff x="5659438" y="2249488"/>
            <a:chExt cx="623887" cy="603250"/>
          </a:xfrm>
          <a:solidFill>
            <a:schemeClr val="accent3"/>
          </a:solidFill>
        </p:grpSpPr>
        <p:sp>
          <p:nvSpPr>
            <p:cNvPr id="29" name="Freeform 67">
              <a:extLst>
                <a:ext uri="{FF2B5EF4-FFF2-40B4-BE49-F238E27FC236}">
                  <a16:creationId xmlns:a16="http://schemas.microsoft.com/office/drawing/2014/main" id="{3BD7BD2F-056F-C84D-832E-20E53AEF55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8050" y="2249488"/>
              <a:ext cx="295275" cy="585788"/>
            </a:xfrm>
            <a:custGeom>
              <a:avLst/>
              <a:gdLst/>
              <a:ahLst/>
              <a:cxnLst>
                <a:cxn ang="0">
                  <a:pos x="0" y="148"/>
                </a:cxn>
                <a:cxn ang="0">
                  <a:pos x="0" y="50"/>
                </a:cxn>
                <a:cxn ang="0">
                  <a:pos x="51" y="0"/>
                </a:cxn>
                <a:cxn ang="0">
                  <a:pos x="101" y="50"/>
                </a:cxn>
                <a:cxn ang="0">
                  <a:pos x="101" y="148"/>
                </a:cxn>
                <a:cxn ang="0">
                  <a:pos x="51" y="199"/>
                </a:cxn>
                <a:cxn ang="0">
                  <a:pos x="0" y="148"/>
                </a:cxn>
                <a:cxn ang="0">
                  <a:pos x="9" y="50"/>
                </a:cxn>
                <a:cxn ang="0">
                  <a:pos x="9" y="148"/>
                </a:cxn>
                <a:cxn ang="0">
                  <a:pos x="51" y="190"/>
                </a:cxn>
                <a:cxn ang="0">
                  <a:pos x="92" y="148"/>
                </a:cxn>
                <a:cxn ang="0">
                  <a:pos x="92" y="50"/>
                </a:cxn>
                <a:cxn ang="0">
                  <a:pos x="51" y="9"/>
                </a:cxn>
                <a:cxn ang="0">
                  <a:pos x="9" y="50"/>
                </a:cxn>
              </a:cxnLst>
              <a:rect l="0" t="0" r="r" b="b"/>
              <a:pathLst>
                <a:path w="101" h="199">
                  <a:moveTo>
                    <a:pt x="0" y="148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23"/>
                    <a:pt x="23" y="0"/>
                    <a:pt x="51" y="0"/>
                  </a:cubicBezTo>
                  <a:cubicBezTo>
                    <a:pt x="78" y="0"/>
                    <a:pt x="101" y="23"/>
                    <a:pt x="101" y="50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76"/>
                    <a:pt x="78" y="199"/>
                    <a:pt x="51" y="199"/>
                  </a:cubicBezTo>
                  <a:cubicBezTo>
                    <a:pt x="23" y="199"/>
                    <a:pt x="0" y="176"/>
                    <a:pt x="0" y="148"/>
                  </a:cubicBezTo>
                  <a:moveTo>
                    <a:pt x="9" y="50"/>
                  </a:moveTo>
                  <a:cubicBezTo>
                    <a:pt x="9" y="148"/>
                    <a:pt x="9" y="148"/>
                    <a:pt x="9" y="148"/>
                  </a:cubicBezTo>
                  <a:cubicBezTo>
                    <a:pt x="9" y="171"/>
                    <a:pt x="28" y="190"/>
                    <a:pt x="51" y="190"/>
                  </a:cubicBezTo>
                  <a:cubicBezTo>
                    <a:pt x="74" y="190"/>
                    <a:pt x="92" y="171"/>
                    <a:pt x="92" y="148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27"/>
                    <a:pt x="74" y="9"/>
                    <a:pt x="51" y="9"/>
                  </a:cubicBezTo>
                  <a:cubicBezTo>
                    <a:pt x="28" y="9"/>
                    <a:pt x="9" y="27"/>
                    <a:pt x="9" y="5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CDFCF1A9-B790-2846-AEDE-DF35D5A4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7738" y="2559050"/>
              <a:ext cx="214313" cy="222250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73" y="39"/>
                </a:cxn>
                <a:cxn ang="0">
                  <a:pos x="37" y="76"/>
                </a:cxn>
                <a:cxn ang="0">
                  <a:pos x="0" y="39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6">
                  <a:moveTo>
                    <a:pt x="73" y="0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59"/>
                    <a:pt x="57" y="76"/>
                    <a:pt x="37" y="76"/>
                  </a:cubicBezTo>
                  <a:cubicBezTo>
                    <a:pt x="16" y="76"/>
                    <a:pt x="0" y="5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" name="Freeform 69">
              <a:extLst>
                <a:ext uri="{FF2B5EF4-FFF2-40B4-BE49-F238E27FC236}">
                  <a16:creationId xmlns:a16="http://schemas.microsoft.com/office/drawing/2014/main" id="{0A16DF82-F5D0-2543-A956-F3BFFB784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8650" y="2543175"/>
              <a:ext cx="252413" cy="258763"/>
            </a:xfrm>
            <a:custGeom>
              <a:avLst/>
              <a:gdLst/>
              <a:ahLst/>
              <a:cxnLst>
                <a:cxn ang="0">
                  <a:pos x="86" y="34"/>
                </a:cxn>
                <a:cxn ang="0">
                  <a:pos x="68" y="66"/>
                </a:cxn>
                <a:cxn ang="0">
                  <a:pos x="22" y="78"/>
                </a:cxn>
                <a:cxn ang="0">
                  <a:pos x="9" y="32"/>
                </a:cxn>
                <a:cxn ang="0">
                  <a:pos x="27" y="0"/>
                </a:cxn>
                <a:cxn ang="0">
                  <a:pos x="86" y="34"/>
                </a:cxn>
              </a:cxnLst>
              <a:rect l="0" t="0" r="r" b="b"/>
              <a:pathLst>
                <a:path w="86" h="88">
                  <a:moveTo>
                    <a:pt x="86" y="34"/>
                  </a:moveTo>
                  <a:cubicBezTo>
                    <a:pt x="68" y="66"/>
                    <a:pt x="68" y="66"/>
                    <a:pt x="68" y="66"/>
                  </a:cubicBezTo>
                  <a:cubicBezTo>
                    <a:pt x="59" y="82"/>
                    <a:pt x="38" y="88"/>
                    <a:pt x="22" y="78"/>
                  </a:cubicBezTo>
                  <a:cubicBezTo>
                    <a:pt x="5" y="69"/>
                    <a:pt x="0" y="48"/>
                    <a:pt x="9" y="32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86" y="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70">
              <a:extLst>
                <a:ext uri="{FF2B5EF4-FFF2-40B4-BE49-F238E27FC236}">
                  <a16:creationId xmlns:a16="http://schemas.microsoft.com/office/drawing/2014/main" id="{ED39D550-769E-B747-A85D-18AD0A3E9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2320925"/>
              <a:ext cx="312738" cy="531813"/>
            </a:xfrm>
            <a:custGeom>
              <a:avLst/>
              <a:gdLst/>
              <a:ahLst/>
              <a:cxnLst>
                <a:cxn ang="0">
                  <a:pos x="13" y="104"/>
                </a:cxn>
                <a:cxn ang="0">
                  <a:pos x="59" y="26"/>
                </a:cxn>
                <a:cxn ang="0">
                  <a:pos x="107" y="3"/>
                </a:cxn>
                <a:cxn ang="0">
                  <a:pos x="107" y="12"/>
                </a:cxn>
                <a:cxn ang="0">
                  <a:pos x="66" y="30"/>
                </a:cxn>
                <a:cxn ang="0">
                  <a:pos x="20" y="109"/>
                </a:cxn>
                <a:cxn ang="0">
                  <a:pos x="35" y="161"/>
                </a:cxn>
                <a:cxn ang="0">
                  <a:pos x="87" y="147"/>
                </a:cxn>
                <a:cxn ang="0">
                  <a:pos x="107" y="114"/>
                </a:cxn>
                <a:cxn ang="0">
                  <a:pos x="107" y="130"/>
                </a:cxn>
                <a:cxn ang="0">
                  <a:pos x="95" y="151"/>
                </a:cxn>
                <a:cxn ang="0">
                  <a:pos x="30" y="169"/>
                </a:cxn>
                <a:cxn ang="0">
                  <a:pos x="13" y="104"/>
                </a:cxn>
              </a:cxnLst>
              <a:rect l="0" t="0" r="r" b="b"/>
              <a:pathLst>
                <a:path w="107" h="181">
                  <a:moveTo>
                    <a:pt x="13" y="104"/>
                  </a:moveTo>
                  <a:cubicBezTo>
                    <a:pt x="59" y="26"/>
                    <a:pt x="59" y="26"/>
                    <a:pt x="59" y="26"/>
                  </a:cubicBezTo>
                  <a:cubicBezTo>
                    <a:pt x="69" y="9"/>
                    <a:pt x="88" y="0"/>
                    <a:pt x="107" y="3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91" y="8"/>
                    <a:pt x="74" y="15"/>
                    <a:pt x="66" y="30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0" y="127"/>
                    <a:pt x="16" y="151"/>
                    <a:pt x="35" y="161"/>
                  </a:cubicBezTo>
                  <a:cubicBezTo>
                    <a:pt x="53" y="172"/>
                    <a:pt x="77" y="166"/>
                    <a:pt x="87" y="147"/>
                  </a:cubicBezTo>
                  <a:cubicBezTo>
                    <a:pt x="107" y="114"/>
                    <a:pt x="107" y="114"/>
                    <a:pt x="107" y="114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95" y="151"/>
                    <a:pt x="95" y="151"/>
                    <a:pt x="95" y="151"/>
                  </a:cubicBezTo>
                  <a:cubicBezTo>
                    <a:pt x="82" y="174"/>
                    <a:pt x="53" y="181"/>
                    <a:pt x="30" y="169"/>
                  </a:cubicBezTo>
                  <a:cubicBezTo>
                    <a:pt x="8" y="156"/>
                    <a:pt x="0" y="127"/>
                    <a:pt x="13" y="10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3" name="Freeform 14">
            <a:extLst>
              <a:ext uri="{FF2B5EF4-FFF2-40B4-BE49-F238E27FC236}">
                <a16:creationId xmlns:a16="http://schemas.microsoft.com/office/drawing/2014/main" id="{A19ED0DE-7B46-884D-8F17-5756C34CE16E}"/>
              </a:ext>
            </a:extLst>
          </p:cNvPr>
          <p:cNvSpPr>
            <a:spLocks noEditPoints="1"/>
          </p:cNvSpPr>
          <p:nvPr/>
        </p:nvSpPr>
        <p:spPr bwMode="auto">
          <a:xfrm>
            <a:off x="1508518" y="4177139"/>
            <a:ext cx="626860" cy="870715"/>
          </a:xfrm>
          <a:custGeom>
            <a:avLst/>
            <a:gdLst/>
            <a:ahLst/>
            <a:cxnLst>
              <a:cxn ang="0">
                <a:pos x="570" y="331"/>
              </a:cxn>
              <a:cxn ang="0">
                <a:pos x="542" y="277"/>
              </a:cxn>
              <a:cxn ang="0">
                <a:pos x="485" y="225"/>
              </a:cxn>
              <a:cxn ang="0">
                <a:pos x="477" y="216"/>
              </a:cxn>
              <a:cxn ang="0">
                <a:pos x="476" y="215"/>
              </a:cxn>
              <a:cxn ang="0">
                <a:pos x="475" y="214"/>
              </a:cxn>
              <a:cxn ang="0">
                <a:pos x="475" y="213"/>
              </a:cxn>
              <a:cxn ang="0">
                <a:pos x="465" y="183"/>
              </a:cxn>
              <a:cxn ang="0">
                <a:pos x="465" y="151"/>
              </a:cxn>
              <a:cxn ang="0">
                <a:pos x="480" y="151"/>
              </a:cxn>
              <a:cxn ang="0">
                <a:pos x="519" y="116"/>
              </a:cxn>
              <a:cxn ang="0">
                <a:pos x="519" y="35"/>
              </a:cxn>
              <a:cxn ang="0">
                <a:pos x="480" y="0"/>
              </a:cxn>
              <a:cxn ang="0">
                <a:pos x="90" y="0"/>
              </a:cxn>
              <a:cxn ang="0">
                <a:pos x="51" y="35"/>
              </a:cxn>
              <a:cxn ang="0">
                <a:pos x="51" y="116"/>
              </a:cxn>
              <a:cxn ang="0">
                <a:pos x="90" y="151"/>
              </a:cxn>
              <a:cxn ang="0">
                <a:pos x="105" y="151"/>
              </a:cxn>
              <a:cxn ang="0">
                <a:pos x="105" y="183"/>
              </a:cxn>
              <a:cxn ang="0">
                <a:pos x="95" y="213"/>
              </a:cxn>
              <a:cxn ang="0">
                <a:pos x="95" y="214"/>
              </a:cxn>
              <a:cxn ang="0">
                <a:pos x="94" y="215"/>
              </a:cxn>
              <a:cxn ang="0">
                <a:pos x="93" y="216"/>
              </a:cxn>
              <a:cxn ang="0">
                <a:pos x="85" y="225"/>
              </a:cxn>
              <a:cxn ang="0">
                <a:pos x="28" y="277"/>
              </a:cxn>
              <a:cxn ang="0">
                <a:pos x="28" y="277"/>
              </a:cxn>
              <a:cxn ang="0">
                <a:pos x="0" y="331"/>
              </a:cxn>
              <a:cxn ang="0">
                <a:pos x="0" y="331"/>
              </a:cxn>
              <a:cxn ang="0">
                <a:pos x="0" y="718"/>
              </a:cxn>
              <a:cxn ang="0">
                <a:pos x="75" y="793"/>
              </a:cxn>
              <a:cxn ang="0">
                <a:pos x="283" y="793"/>
              </a:cxn>
              <a:cxn ang="0">
                <a:pos x="285" y="793"/>
              </a:cxn>
              <a:cxn ang="0">
                <a:pos x="285" y="793"/>
              </a:cxn>
              <a:cxn ang="0">
                <a:pos x="286" y="793"/>
              </a:cxn>
              <a:cxn ang="0">
                <a:pos x="495" y="793"/>
              </a:cxn>
              <a:cxn ang="0">
                <a:pos x="570" y="718"/>
              </a:cxn>
              <a:cxn ang="0">
                <a:pos x="570" y="331"/>
              </a:cxn>
              <a:cxn ang="0">
                <a:pos x="570" y="331"/>
              </a:cxn>
              <a:cxn ang="0">
                <a:pos x="491" y="630"/>
              </a:cxn>
              <a:cxn ang="0">
                <a:pos x="452" y="670"/>
              </a:cxn>
              <a:cxn ang="0">
                <a:pos x="118" y="670"/>
              </a:cxn>
              <a:cxn ang="0">
                <a:pos x="79" y="630"/>
              </a:cxn>
              <a:cxn ang="0">
                <a:pos x="79" y="453"/>
              </a:cxn>
              <a:cxn ang="0">
                <a:pos x="118" y="414"/>
              </a:cxn>
              <a:cxn ang="0">
                <a:pos x="452" y="414"/>
              </a:cxn>
              <a:cxn ang="0">
                <a:pos x="491" y="453"/>
              </a:cxn>
              <a:cxn ang="0">
                <a:pos x="491" y="630"/>
              </a:cxn>
              <a:cxn ang="0">
                <a:pos x="491" y="630"/>
              </a:cxn>
              <a:cxn ang="0">
                <a:pos x="491" y="630"/>
              </a:cxn>
            </a:cxnLst>
            <a:rect l="0" t="0" r="r" b="b"/>
            <a:pathLst>
              <a:path w="570" h="793">
                <a:moveTo>
                  <a:pt x="570" y="331"/>
                </a:moveTo>
                <a:cubicBezTo>
                  <a:pt x="569" y="309"/>
                  <a:pt x="558" y="289"/>
                  <a:pt x="542" y="277"/>
                </a:cubicBezTo>
                <a:cubicBezTo>
                  <a:pt x="523" y="260"/>
                  <a:pt x="504" y="245"/>
                  <a:pt x="485" y="225"/>
                </a:cubicBezTo>
                <a:cubicBezTo>
                  <a:pt x="482" y="221"/>
                  <a:pt x="479" y="218"/>
                  <a:pt x="477" y="216"/>
                </a:cubicBezTo>
                <a:cubicBezTo>
                  <a:pt x="477" y="215"/>
                  <a:pt x="476" y="215"/>
                  <a:pt x="476" y="215"/>
                </a:cubicBezTo>
                <a:cubicBezTo>
                  <a:pt x="476" y="214"/>
                  <a:pt x="476" y="214"/>
                  <a:pt x="475" y="214"/>
                </a:cubicBezTo>
                <a:cubicBezTo>
                  <a:pt x="475" y="213"/>
                  <a:pt x="475" y="213"/>
                  <a:pt x="475" y="213"/>
                </a:cubicBezTo>
                <a:cubicBezTo>
                  <a:pt x="466" y="201"/>
                  <a:pt x="465" y="194"/>
                  <a:pt x="465" y="183"/>
                </a:cubicBezTo>
                <a:cubicBezTo>
                  <a:pt x="465" y="151"/>
                  <a:pt x="465" y="151"/>
                  <a:pt x="465" y="151"/>
                </a:cubicBezTo>
                <a:cubicBezTo>
                  <a:pt x="480" y="151"/>
                  <a:pt x="480" y="151"/>
                  <a:pt x="480" y="151"/>
                </a:cubicBezTo>
                <a:cubicBezTo>
                  <a:pt x="502" y="151"/>
                  <a:pt x="519" y="136"/>
                  <a:pt x="519" y="116"/>
                </a:cubicBezTo>
                <a:cubicBezTo>
                  <a:pt x="519" y="35"/>
                  <a:pt x="519" y="35"/>
                  <a:pt x="519" y="35"/>
                </a:cubicBezTo>
                <a:cubicBezTo>
                  <a:pt x="519" y="16"/>
                  <a:pt x="502" y="0"/>
                  <a:pt x="480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68" y="0"/>
                  <a:pt x="51" y="16"/>
                  <a:pt x="51" y="35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51" y="136"/>
                  <a:pt x="68" y="151"/>
                  <a:pt x="90" y="151"/>
                </a:cubicBezTo>
                <a:cubicBezTo>
                  <a:pt x="105" y="151"/>
                  <a:pt x="105" y="151"/>
                  <a:pt x="105" y="151"/>
                </a:cubicBezTo>
                <a:cubicBezTo>
                  <a:pt x="105" y="183"/>
                  <a:pt x="105" y="183"/>
                  <a:pt x="105" y="183"/>
                </a:cubicBezTo>
                <a:cubicBezTo>
                  <a:pt x="105" y="194"/>
                  <a:pt x="104" y="201"/>
                  <a:pt x="95" y="213"/>
                </a:cubicBezTo>
                <a:cubicBezTo>
                  <a:pt x="95" y="213"/>
                  <a:pt x="95" y="213"/>
                  <a:pt x="95" y="214"/>
                </a:cubicBezTo>
                <a:cubicBezTo>
                  <a:pt x="94" y="214"/>
                  <a:pt x="94" y="214"/>
                  <a:pt x="94" y="215"/>
                </a:cubicBezTo>
                <a:cubicBezTo>
                  <a:pt x="93" y="215"/>
                  <a:pt x="93" y="215"/>
                  <a:pt x="93" y="216"/>
                </a:cubicBezTo>
                <a:cubicBezTo>
                  <a:pt x="91" y="218"/>
                  <a:pt x="88" y="221"/>
                  <a:pt x="85" y="225"/>
                </a:cubicBezTo>
                <a:cubicBezTo>
                  <a:pt x="66" y="245"/>
                  <a:pt x="46" y="260"/>
                  <a:pt x="28" y="277"/>
                </a:cubicBezTo>
                <a:cubicBezTo>
                  <a:pt x="28" y="277"/>
                  <a:pt x="28" y="277"/>
                  <a:pt x="28" y="277"/>
                </a:cubicBezTo>
                <a:cubicBezTo>
                  <a:pt x="12" y="289"/>
                  <a:pt x="1" y="309"/>
                  <a:pt x="0" y="331"/>
                </a:cubicBezTo>
                <a:cubicBezTo>
                  <a:pt x="0" y="331"/>
                  <a:pt x="0" y="331"/>
                  <a:pt x="0" y="331"/>
                </a:cubicBezTo>
                <a:cubicBezTo>
                  <a:pt x="0" y="718"/>
                  <a:pt x="0" y="718"/>
                  <a:pt x="0" y="718"/>
                </a:cubicBezTo>
                <a:cubicBezTo>
                  <a:pt x="0" y="756"/>
                  <a:pt x="28" y="793"/>
                  <a:pt x="75" y="793"/>
                </a:cubicBezTo>
                <a:cubicBezTo>
                  <a:pt x="283" y="793"/>
                  <a:pt x="283" y="793"/>
                  <a:pt x="283" y="793"/>
                </a:cubicBezTo>
                <a:cubicBezTo>
                  <a:pt x="283" y="793"/>
                  <a:pt x="284" y="793"/>
                  <a:pt x="285" y="793"/>
                </a:cubicBezTo>
                <a:cubicBezTo>
                  <a:pt x="285" y="793"/>
                  <a:pt x="285" y="793"/>
                  <a:pt x="285" y="793"/>
                </a:cubicBezTo>
                <a:cubicBezTo>
                  <a:pt x="286" y="793"/>
                  <a:pt x="286" y="793"/>
                  <a:pt x="286" y="793"/>
                </a:cubicBezTo>
                <a:cubicBezTo>
                  <a:pt x="495" y="793"/>
                  <a:pt x="495" y="793"/>
                  <a:pt x="495" y="793"/>
                </a:cubicBezTo>
                <a:cubicBezTo>
                  <a:pt x="542" y="793"/>
                  <a:pt x="570" y="756"/>
                  <a:pt x="570" y="718"/>
                </a:cubicBezTo>
                <a:cubicBezTo>
                  <a:pt x="570" y="331"/>
                  <a:pt x="570" y="331"/>
                  <a:pt x="570" y="331"/>
                </a:cubicBezTo>
                <a:cubicBezTo>
                  <a:pt x="570" y="331"/>
                  <a:pt x="570" y="331"/>
                  <a:pt x="570" y="331"/>
                </a:cubicBezTo>
                <a:close/>
                <a:moveTo>
                  <a:pt x="491" y="630"/>
                </a:moveTo>
                <a:cubicBezTo>
                  <a:pt x="491" y="652"/>
                  <a:pt x="473" y="670"/>
                  <a:pt x="452" y="670"/>
                </a:cubicBezTo>
                <a:cubicBezTo>
                  <a:pt x="118" y="670"/>
                  <a:pt x="118" y="670"/>
                  <a:pt x="118" y="670"/>
                </a:cubicBezTo>
                <a:cubicBezTo>
                  <a:pt x="96" y="670"/>
                  <a:pt x="79" y="652"/>
                  <a:pt x="79" y="630"/>
                </a:cubicBezTo>
                <a:cubicBezTo>
                  <a:pt x="79" y="453"/>
                  <a:pt x="79" y="453"/>
                  <a:pt x="79" y="453"/>
                </a:cubicBezTo>
                <a:cubicBezTo>
                  <a:pt x="79" y="431"/>
                  <a:pt x="96" y="414"/>
                  <a:pt x="118" y="414"/>
                </a:cubicBezTo>
                <a:cubicBezTo>
                  <a:pt x="452" y="414"/>
                  <a:pt x="452" y="414"/>
                  <a:pt x="452" y="414"/>
                </a:cubicBezTo>
                <a:cubicBezTo>
                  <a:pt x="473" y="414"/>
                  <a:pt x="491" y="431"/>
                  <a:pt x="491" y="453"/>
                </a:cubicBezTo>
                <a:lnTo>
                  <a:pt x="491" y="630"/>
                </a:lnTo>
                <a:close/>
                <a:moveTo>
                  <a:pt x="491" y="630"/>
                </a:moveTo>
                <a:cubicBezTo>
                  <a:pt x="491" y="630"/>
                  <a:pt x="491" y="630"/>
                  <a:pt x="491" y="630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7FDB4B10-66B6-FF41-A510-01CBFC9C0875}"/>
              </a:ext>
            </a:extLst>
          </p:cNvPr>
          <p:cNvSpPr>
            <a:spLocks noEditPoints="1"/>
          </p:cNvSpPr>
          <p:nvPr/>
        </p:nvSpPr>
        <p:spPr bwMode="auto">
          <a:xfrm>
            <a:off x="7771510" y="4244197"/>
            <a:ext cx="963940" cy="900133"/>
          </a:xfrm>
          <a:custGeom>
            <a:avLst/>
            <a:gdLst/>
            <a:ahLst/>
            <a:cxnLst>
              <a:cxn ang="0">
                <a:pos x="136" y="124"/>
              </a:cxn>
              <a:cxn ang="0">
                <a:pos x="139" y="116"/>
              </a:cxn>
              <a:cxn ang="0">
                <a:pos x="55" y="24"/>
              </a:cxn>
              <a:cxn ang="0">
                <a:pos x="44" y="28"/>
              </a:cxn>
              <a:cxn ang="0">
                <a:pos x="37" y="19"/>
              </a:cxn>
              <a:cxn ang="0">
                <a:pos x="25" y="8"/>
              </a:cxn>
              <a:cxn ang="0">
                <a:pos x="3" y="44"/>
              </a:cxn>
              <a:cxn ang="0">
                <a:pos x="20" y="39"/>
              </a:cxn>
              <a:cxn ang="0">
                <a:pos x="24" y="49"/>
              </a:cxn>
              <a:cxn ang="0">
                <a:pos x="108" y="133"/>
              </a:cxn>
              <a:cxn ang="0">
                <a:pos x="133" y="128"/>
              </a:cxn>
              <a:cxn ang="0">
                <a:pos x="176" y="163"/>
              </a:cxn>
              <a:cxn ang="0">
                <a:pos x="133" y="116"/>
              </a:cxn>
              <a:cxn ang="0">
                <a:pos x="112" y="127"/>
              </a:cxn>
              <a:cxn ang="0">
                <a:pos x="34" y="50"/>
              </a:cxn>
              <a:cxn ang="0">
                <a:pos x="19" y="29"/>
              </a:cxn>
              <a:cxn ang="0">
                <a:pos x="8" y="39"/>
              </a:cxn>
              <a:cxn ang="0">
                <a:pos x="30" y="12"/>
              </a:cxn>
              <a:cxn ang="0">
                <a:pos x="32" y="14"/>
              </a:cxn>
              <a:cxn ang="0">
                <a:pos x="40" y="34"/>
              </a:cxn>
              <a:cxn ang="0">
                <a:pos x="51" y="30"/>
              </a:cxn>
              <a:cxn ang="0">
                <a:pos x="63" y="41"/>
              </a:cxn>
              <a:cxn ang="0">
                <a:pos x="50" y="59"/>
              </a:cxn>
              <a:cxn ang="0">
                <a:pos x="66" y="44"/>
              </a:cxn>
              <a:cxn ang="0">
                <a:pos x="70" y="47"/>
              </a:cxn>
              <a:cxn ang="0">
                <a:pos x="60" y="58"/>
              </a:cxn>
              <a:cxn ang="0">
                <a:pos x="63" y="61"/>
              </a:cxn>
              <a:cxn ang="0">
                <a:pos x="73" y="50"/>
              </a:cxn>
              <a:cxn ang="0">
                <a:pos x="76" y="53"/>
              </a:cxn>
              <a:cxn ang="0">
                <a:pos x="64" y="71"/>
              </a:cxn>
              <a:cxn ang="0">
                <a:pos x="80" y="56"/>
              </a:cxn>
              <a:cxn ang="0">
                <a:pos x="83" y="59"/>
              </a:cxn>
              <a:cxn ang="0">
                <a:pos x="79" y="64"/>
              </a:cxn>
              <a:cxn ang="0">
                <a:pos x="68" y="76"/>
              </a:cxn>
              <a:cxn ang="0">
                <a:pos x="106" y="115"/>
              </a:cxn>
              <a:cxn ang="0">
                <a:pos x="107" y="117"/>
              </a:cxn>
              <a:cxn ang="0">
                <a:pos x="115" y="123"/>
              </a:cxn>
              <a:cxn ang="0">
                <a:pos x="130" y="107"/>
              </a:cxn>
              <a:cxn ang="0">
                <a:pos x="122" y="100"/>
              </a:cxn>
              <a:cxn ang="0">
                <a:pos x="84" y="65"/>
              </a:cxn>
              <a:cxn ang="0">
                <a:pos x="87" y="62"/>
              </a:cxn>
              <a:cxn ang="0">
                <a:pos x="133" y="116"/>
              </a:cxn>
              <a:cxn ang="0">
                <a:pos x="116" y="118"/>
              </a:cxn>
              <a:cxn ang="0">
                <a:pos x="114" y="118"/>
              </a:cxn>
              <a:cxn ang="0">
                <a:pos x="77" y="82"/>
              </a:cxn>
              <a:cxn ang="0">
                <a:pos x="116" y="116"/>
              </a:cxn>
              <a:cxn ang="0">
                <a:pos x="116" y="116"/>
              </a:cxn>
            </a:cxnLst>
            <a:rect l="0" t="0" r="r" b="b"/>
            <a:pathLst>
              <a:path w="176" h="164">
                <a:moveTo>
                  <a:pt x="175" y="160"/>
                </a:moveTo>
                <a:cubicBezTo>
                  <a:pt x="136" y="124"/>
                  <a:pt x="136" y="124"/>
                  <a:pt x="136" y="124"/>
                </a:cubicBezTo>
                <a:cubicBezTo>
                  <a:pt x="138" y="122"/>
                  <a:pt x="139" y="119"/>
                  <a:pt x="139" y="117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41" y="101"/>
                  <a:pt x="140" y="100"/>
                  <a:pt x="138" y="99"/>
                </a:cubicBezTo>
                <a:cubicBezTo>
                  <a:pt x="55" y="24"/>
                  <a:pt x="55" y="24"/>
                  <a:pt x="55" y="24"/>
                </a:cubicBezTo>
                <a:cubicBezTo>
                  <a:pt x="53" y="22"/>
                  <a:pt x="49" y="22"/>
                  <a:pt x="47" y="24"/>
                </a:cubicBezTo>
                <a:cubicBezTo>
                  <a:pt x="44" y="28"/>
                  <a:pt x="44" y="28"/>
                  <a:pt x="44" y="28"/>
                </a:cubicBezTo>
                <a:cubicBezTo>
                  <a:pt x="36" y="21"/>
                  <a:pt x="36" y="21"/>
                  <a:pt x="36" y="21"/>
                </a:cubicBezTo>
                <a:cubicBezTo>
                  <a:pt x="37" y="19"/>
                  <a:pt x="37" y="19"/>
                  <a:pt x="37" y="19"/>
                </a:cubicBezTo>
                <a:cubicBezTo>
                  <a:pt x="43" y="13"/>
                  <a:pt x="44" y="7"/>
                  <a:pt x="40" y="4"/>
                </a:cubicBezTo>
                <a:cubicBezTo>
                  <a:pt x="36" y="0"/>
                  <a:pt x="30" y="2"/>
                  <a:pt x="25" y="8"/>
                </a:cubicBezTo>
                <a:cubicBezTo>
                  <a:pt x="6" y="29"/>
                  <a:pt x="6" y="29"/>
                  <a:pt x="6" y="29"/>
                </a:cubicBezTo>
                <a:cubicBezTo>
                  <a:pt x="1" y="35"/>
                  <a:pt x="0" y="41"/>
                  <a:pt x="3" y="44"/>
                </a:cubicBezTo>
                <a:cubicBezTo>
                  <a:pt x="7" y="48"/>
                  <a:pt x="13" y="46"/>
                  <a:pt x="18" y="40"/>
                </a:cubicBezTo>
                <a:cubicBezTo>
                  <a:pt x="20" y="39"/>
                  <a:pt x="20" y="39"/>
                  <a:pt x="20" y="39"/>
                </a:cubicBezTo>
                <a:cubicBezTo>
                  <a:pt x="27" y="46"/>
                  <a:pt x="27" y="46"/>
                  <a:pt x="27" y="46"/>
                </a:cubicBezTo>
                <a:cubicBezTo>
                  <a:pt x="24" y="49"/>
                  <a:pt x="24" y="49"/>
                  <a:pt x="24" y="49"/>
                </a:cubicBezTo>
                <a:cubicBezTo>
                  <a:pt x="22" y="51"/>
                  <a:pt x="22" y="55"/>
                  <a:pt x="25" y="57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12" y="136"/>
                  <a:pt x="126" y="132"/>
                  <a:pt x="126" y="132"/>
                </a:cubicBezTo>
                <a:cubicBezTo>
                  <a:pt x="128" y="131"/>
                  <a:pt x="131" y="130"/>
                  <a:pt x="133" y="128"/>
                </a:cubicBezTo>
                <a:cubicBezTo>
                  <a:pt x="172" y="163"/>
                  <a:pt x="172" y="163"/>
                  <a:pt x="172" y="163"/>
                </a:cubicBezTo>
                <a:cubicBezTo>
                  <a:pt x="173" y="164"/>
                  <a:pt x="175" y="164"/>
                  <a:pt x="176" y="163"/>
                </a:cubicBezTo>
                <a:cubicBezTo>
                  <a:pt x="176" y="162"/>
                  <a:pt x="176" y="161"/>
                  <a:pt x="175" y="160"/>
                </a:cubicBezTo>
                <a:close/>
                <a:moveTo>
                  <a:pt x="133" y="116"/>
                </a:moveTo>
                <a:cubicBezTo>
                  <a:pt x="132" y="119"/>
                  <a:pt x="127" y="124"/>
                  <a:pt x="124" y="125"/>
                </a:cubicBezTo>
                <a:cubicBezTo>
                  <a:pt x="120" y="126"/>
                  <a:pt x="114" y="127"/>
                  <a:pt x="112" y="127"/>
                </a:cubicBezTo>
                <a:cubicBezTo>
                  <a:pt x="30" y="53"/>
                  <a:pt x="30" y="53"/>
                  <a:pt x="30" y="53"/>
                </a:cubicBezTo>
                <a:cubicBezTo>
                  <a:pt x="34" y="50"/>
                  <a:pt x="34" y="50"/>
                  <a:pt x="34" y="50"/>
                </a:cubicBezTo>
                <a:cubicBezTo>
                  <a:pt x="36" y="47"/>
                  <a:pt x="36" y="43"/>
                  <a:pt x="33" y="41"/>
                </a:cubicBezTo>
                <a:cubicBezTo>
                  <a:pt x="19" y="29"/>
                  <a:pt x="19" y="29"/>
                  <a:pt x="19" y="29"/>
                </a:cubicBezTo>
                <a:cubicBezTo>
                  <a:pt x="13" y="36"/>
                  <a:pt x="13" y="36"/>
                  <a:pt x="13" y="36"/>
                </a:cubicBezTo>
                <a:cubicBezTo>
                  <a:pt x="11" y="38"/>
                  <a:pt x="9" y="39"/>
                  <a:pt x="8" y="39"/>
                </a:cubicBezTo>
                <a:cubicBezTo>
                  <a:pt x="8" y="38"/>
                  <a:pt x="9" y="36"/>
                  <a:pt x="11" y="34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0"/>
                  <a:pt x="34" y="9"/>
                  <a:pt x="35" y="9"/>
                </a:cubicBezTo>
                <a:cubicBezTo>
                  <a:pt x="35" y="10"/>
                  <a:pt x="34" y="12"/>
                  <a:pt x="32" y="14"/>
                </a:cubicBezTo>
                <a:cubicBezTo>
                  <a:pt x="26" y="21"/>
                  <a:pt x="26" y="21"/>
                  <a:pt x="26" y="21"/>
                </a:cubicBezTo>
                <a:cubicBezTo>
                  <a:pt x="40" y="34"/>
                  <a:pt x="40" y="34"/>
                  <a:pt x="40" y="34"/>
                </a:cubicBezTo>
                <a:cubicBezTo>
                  <a:pt x="42" y="36"/>
                  <a:pt x="46" y="36"/>
                  <a:pt x="48" y="33"/>
                </a:cubicBezTo>
                <a:cubicBezTo>
                  <a:pt x="51" y="30"/>
                  <a:pt x="51" y="30"/>
                  <a:pt x="51" y="30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1"/>
                  <a:pt x="63" y="41"/>
                  <a:pt x="63" y="41"/>
                </a:cubicBezTo>
                <a:cubicBezTo>
                  <a:pt x="50" y="55"/>
                  <a:pt x="50" y="55"/>
                  <a:pt x="50" y="55"/>
                </a:cubicBezTo>
                <a:cubicBezTo>
                  <a:pt x="49" y="56"/>
                  <a:pt x="49" y="58"/>
                  <a:pt x="50" y="59"/>
                </a:cubicBezTo>
                <a:cubicBezTo>
                  <a:pt x="51" y="59"/>
                  <a:pt x="52" y="59"/>
                  <a:pt x="53" y="58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4"/>
                  <a:pt x="66" y="44"/>
                  <a:pt x="67" y="44"/>
                </a:cubicBezTo>
                <a:cubicBezTo>
                  <a:pt x="70" y="47"/>
                  <a:pt x="70" y="47"/>
                  <a:pt x="70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9"/>
                  <a:pt x="59" y="60"/>
                  <a:pt x="60" y="61"/>
                </a:cubicBezTo>
                <a:cubicBezTo>
                  <a:pt x="61" y="62"/>
                  <a:pt x="62" y="62"/>
                  <a:pt x="63" y="61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3" y="50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6" y="53"/>
                  <a:pt x="76" y="53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8"/>
                  <a:pt x="63" y="70"/>
                  <a:pt x="64" y="71"/>
                </a:cubicBezTo>
                <a:cubicBezTo>
                  <a:pt x="65" y="72"/>
                  <a:pt x="66" y="72"/>
                  <a:pt x="67" y="71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3" y="59"/>
                  <a:pt x="83" y="59"/>
                  <a:pt x="83" y="59"/>
                </a:cubicBezTo>
                <a:cubicBezTo>
                  <a:pt x="83" y="59"/>
                  <a:pt x="83" y="59"/>
                  <a:pt x="83" y="59"/>
                </a:cubicBezTo>
                <a:cubicBezTo>
                  <a:pt x="79" y="64"/>
                  <a:pt x="79" y="64"/>
                  <a:pt x="79" y="64"/>
                </a:cubicBezTo>
                <a:cubicBezTo>
                  <a:pt x="79" y="64"/>
                  <a:pt x="79" y="64"/>
                  <a:pt x="78" y="64"/>
                </a:cubicBezTo>
                <a:cubicBezTo>
                  <a:pt x="68" y="76"/>
                  <a:pt x="68" y="76"/>
                  <a:pt x="68" y="76"/>
                </a:cubicBezTo>
                <a:cubicBezTo>
                  <a:pt x="67" y="77"/>
                  <a:pt x="66" y="79"/>
                  <a:pt x="68" y="80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15" y="123"/>
                  <a:pt x="115" y="123"/>
                  <a:pt x="115" y="123"/>
                </a:cubicBezTo>
                <a:cubicBezTo>
                  <a:pt x="115" y="123"/>
                  <a:pt x="121" y="123"/>
                  <a:pt x="125" y="119"/>
                </a:cubicBezTo>
                <a:cubicBezTo>
                  <a:pt x="130" y="114"/>
                  <a:pt x="130" y="107"/>
                  <a:pt x="130" y="107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1" y="99"/>
                  <a:pt x="121" y="99"/>
                  <a:pt x="121" y="99"/>
                </a:cubicBezTo>
                <a:cubicBezTo>
                  <a:pt x="84" y="65"/>
                  <a:pt x="84" y="65"/>
                  <a:pt x="84" y="65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133" y="104"/>
                  <a:pt x="133" y="104"/>
                  <a:pt x="133" y="104"/>
                </a:cubicBezTo>
                <a:cubicBezTo>
                  <a:pt x="134" y="108"/>
                  <a:pt x="134" y="110"/>
                  <a:pt x="133" y="116"/>
                </a:cubicBezTo>
                <a:close/>
                <a:moveTo>
                  <a:pt x="116" y="116"/>
                </a:moveTo>
                <a:cubicBezTo>
                  <a:pt x="117" y="117"/>
                  <a:pt x="117" y="118"/>
                  <a:pt x="116" y="118"/>
                </a:cubicBezTo>
                <a:cubicBezTo>
                  <a:pt x="116" y="119"/>
                  <a:pt x="116" y="119"/>
                  <a:pt x="115" y="119"/>
                </a:cubicBezTo>
                <a:cubicBezTo>
                  <a:pt x="115" y="119"/>
                  <a:pt x="114" y="119"/>
                  <a:pt x="114" y="118"/>
                </a:cubicBezTo>
                <a:cubicBezTo>
                  <a:pt x="77" y="84"/>
                  <a:pt x="77" y="84"/>
                  <a:pt x="77" y="84"/>
                </a:cubicBezTo>
                <a:cubicBezTo>
                  <a:pt x="77" y="84"/>
                  <a:pt x="77" y="82"/>
                  <a:pt x="77" y="82"/>
                </a:cubicBezTo>
                <a:cubicBezTo>
                  <a:pt x="78" y="81"/>
                  <a:pt x="79" y="81"/>
                  <a:pt x="79" y="82"/>
                </a:cubicBezTo>
                <a:lnTo>
                  <a:pt x="116" y="116"/>
                </a:lnTo>
                <a:close/>
                <a:moveTo>
                  <a:pt x="116" y="116"/>
                </a:moveTo>
                <a:cubicBezTo>
                  <a:pt x="116" y="116"/>
                  <a:pt x="116" y="116"/>
                  <a:pt x="116" y="116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160">
            <a:extLst>
              <a:ext uri="{FF2B5EF4-FFF2-40B4-BE49-F238E27FC236}">
                <a16:creationId xmlns:a16="http://schemas.microsoft.com/office/drawing/2014/main" id="{9DCB86AB-C1D5-6542-87AC-A5081AE1CBFE}"/>
              </a:ext>
            </a:extLst>
          </p:cNvPr>
          <p:cNvSpPr txBox="1"/>
          <p:nvPr/>
        </p:nvSpPr>
        <p:spPr>
          <a:xfrm>
            <a:off x="746618" y="5209531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3777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TextBox 161">
            <a:extLst>
              <a:ext uri="{FF2B5EF4-FFF2-40B4-BE49-F238E27FC236}">
                <a16:creationId xmlns:a16="http://schemas.microsoft.com/office/drawing/2014/main" id="{4567CA41-A7BB-4C45-8FC4-09C4639A5357}"/>
              </a:ext>
            </a:extLst>
          </p:cNvPr>
          <p:cNvSpPr txBox="1"/>
          <p:nvPr/>
        </p:nvSpPr>
        <p:spPr>
          <a:xfrm>
            <a:off x="2890462" y="5209531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Box 164">
            <a:extLst>
              <a:ext uri="{FF2B5EF4-FFF2-40B4-BE49-F238E27FC236}">
                <a16:creationId xmlns:a16="http://schemas.microsoft.com/office/drawing/2014/main" id="{9B075B93-1AD6-BB47-9B79-A94CAD939188}"/>
              </a:ext>
            </a:extLst>
          </p:cNvPr>
          <p:cNvSpPr txBox="1"/>
          <p:nvPr/>
        </p:nvSpPr>
        <p:spPr>
          <a:xfrm>
            <a:off x="5034306" y="5209531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TextBox 165">
            <a:extLst>
              <a:ext uri="{FF2B5EF4-FFF2-40B4-BE49-F238E27FC236}">
                <a16:creationId xmlns:a16="http://schemas.microsoft.com/office/drawing/2014/main" id="{DF39E20A-0D49-414F-9F2C-F6AE50E66942}"/>
              </a:ext>
            </a:extLst>
          </p:cNvPr>
          <p:cNvSpPr txBox="1"/>
          <p:nvPr/>
        </p:nvSpPr>
        <p:spPr>
          <a:xfrm>
            <a:off x="7178150" y="5209531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D2413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TextBox 47">
            <a:extLst>
              <a:ext uri="{FF2B5EF4-FFF2-40B4-BE49-F238E27FC236}">
                <a16:creationId xmlns:a16="http://schemas.microsoft.com/office/drawing/2014/main" id="{72D8466A-8D4E-CF4E-9785-3048349B386B}"/>
              </a:ext>
            </a:extLst>
          </p:cNvPr>
          <p:cNvSpPr txBox="1"/>
          <p:nvPr/>
        </p:nvSpPr>
        <p:spPr>
          <a:xfrm>
            <a:off x="9321994" y="5230575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6868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6868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0" name="Group 49">
            <a:extLst>
              <a:ext uri="{FF2B5EF4-FFF2-40B4-BE49-F238E27FC236}">
                <a16:creationId xmlns:a16="http://schemas.microsoft.com/office/drawing/2014/main" id="{A0E592D1-7007-1E45-82E4-C0072FC39525}"/>
              </a:ext>
            </a:extLst>
          </p:cNvPr>
          <p:cNvGrpSpPr/>
          <p:nvPr/>
        </p:nvGrpSpPr>
        <p:grpSpPr>
          <a:xfrm>
            <a:off x="9996488" y="4376237"/>
            <a:ext cx="801669" cy="793003"/>
            <a:chOff x="1504950" y="3868738"/>
            <a:chExt cx="293688" cy="290513"/>
          </a:xfrm>
          <a:solidFill>
            <a:schemeClr val="accent6"/>
          </a:solidFill>
        </p:grpSpPr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F0BB1863-DA79-4F42-BFB3-6B1279DC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50" y="3868738"/>
              <a:ext cx="138113" cy="13493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37"/>
                </a:cxn>
                <a:cxn ang="0">
                  <a:pos x="17" y="46"/>
                </a:cxn>
                <a:cxn ang="0">
                  <a:pos x="47" y="17"/>
                </a:cxn>
                <a:cxn ang="0">
                  <a:pos x="38" y="8"/>
                </a:cxn>
                <a:cxn ang="0">
                  <a:pos x="9" y="8"/>
                </a:cxn>
              </a:cxnLst>
              <a:rect l="0" t="0" r="r" b="b"/>
              <a:pathLst>
                <a:path w="47" h="46">
                  <a:moveTo>
                    <a:pt x="9" y="8"/>
                  </a:moveTo>
                  <a:cubicBezTo>
                    <a:pt x="1" y="16"/>
                    <a:pt x="0" y="29"/>
                    <a:pt x="9" y="3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0" y="0"/>
                    <a:pt x="17" y="0"/>
                    <a:pt x="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C4BB0589-9E0B-8A46-8C51-47294370B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5" y="4021138"/>
              <a:ext cx="131763" cy="13811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0" y="29"/>
                </a:cxn>
                <a:cxn ang="0">
                  <a:pos x="10" y="38"/>
                </a:cxn>
                <a:cxn ang="0">
                  <a:pos x="39" y="39"/>
                </a:cxn>
                <a:cxn ang="0">
                  <a:pos x="45" y="24"/>
                </a:cxn>
                <a:cxn ang="0">
                  <a:pos x="39" y="9"/>
                </a:cxn>
                <a:cxn ang="0">
                  <a:pos x="30" y="0"/>
                </a:cxn>
              </a:cxnLst>
              <a:rect l="0" t="0" r="r" b="b"/>
              <a:pathLst>
                <a:path w="45" h="47">
                  <a:moveTo>
                    <a:pt x="30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8" y="47"/>
                    <a:pt x="31" y="47"/>
                    <a:pt x="39" y="39"/>
                  </a:cubicBezTo>
                  <a:cubicBezTo>
                    <a:pt x="43" y="35"/>
                    <a:pt x="45" y="29"/>
                    <a:pt x="45" y="24"/>
                  </a:cubicBezTo>
                  <a:cubicBezTo>
                    <a:pt x="45" y="19"/>
                    <a:pt x="43" y="13"/>
                    <a:pt x="39" y="9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A8F16EBB-248F-7C4E-8077-C1B4BC88CC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4950" y="3868738"/>
              <a:ext cx="293688" cy="279400"/>
            </a:xfrm>
            <a:custGeom>
              <a:avLst/>
              <a:gdLst/>
              <a:ahLst/>
              <a:cxnLst>
                <a:cxn ang="0">
                  <a:pos x="9" y="60"/>
                </a:cxn>
                <a:cxn ang="0">
                  <a:pos x="23" y="95"/>
                </a:cxn>
                <a:cxn ang="0">
                  <a:pos x="91" y="37"/>
                </a:cxn>
                <a:cxn ang="0">
                  <a:pos x="62" y="8"/>
                </a:cxn>
                <a:cxn ang="0">
                  <a:pos x="68" y="20"/>
                </a:cxn>
                <a:cxn ang="0">
                  <a:pos x="62" y="20"/>
                </a:cxn>
                <a:cxn ang="0">
                  <a:pos x="14" y="85"/>
                </a:cxn>
                <a:cxn ang="0">
                  <a:pos x="14" y="80"/>
                </a:cxn>
                <a:cxn ang="0">
                  <a:pos x="14" y="85"/>
                </a:cxn>
                <a:cxn ang="0">
                  <a:pos x="15" y="74"/>
                </a:cxn>
                <a:cxn ang="0">
                  <a:pos x="20" y="75"/>
                </a:cxn>
                <a:cxn ang="0">
                  <a:pos x="19" y="68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21" y="82"/>
                </a:cxn>
                <a:cxn ang="0">
                  <a:pos x="27" y="82"/>
                </a:cxn>
                <a:cxn ang="0">
                  <a:pos x="26" y="75"/>
                </a:cxn>
                <a:cxn ang="0">
                  <a:pos x="26" y="70"/>
                </a:cxn>
                <a:cxn ang="0">
                  <a:pos x="26" y="75"/>
                </a:cxn>
                <a:cxn ang="0">
                  <a:pos x="30" y="80"/>
                </a:cxn>
                <a:cxn ang="0">
                  <a:pos x="35" y="80"/>
                </a:cxn>
                <a:cxn ang="0">
                  <a:pos x="65" y="53"/>
                </a:cxn>
                <a:cxn ang="0">
                  <a:pos x="36" y="62"/>
                </a:cxn>
                <a:cxn ang="0">
                  <a:pos x="36" y="43"/>
                </a:cxn>
                <a:cxn ang="0">
                  <a:pos x="64" y="34"/>
                </a:cxn>
                <a:cxn ang="0">
                  <a:pos x="65" y="53"/>
                </a:cxn>
                <a:cxn ang="0">
                  <a:pos x="69" y="27"/>
                </a:cxn>
                <a:cxn ang="0">
                  <a:pos x="74" y="27"/>
                </a:cxn>
                <a:cxn ang="0">
                  <a:pos x="72" y="19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76" y="34"/>
                </a:cxn>
                <a:cxn ang="0">
                  <a:pos x="81" y="34"/>
                </a:cxn>
                <a:cxn ang="0">
                  <a:pos x="81" y="28"/>
                </a:cxn>
                <a:cxn ang="0">
                  <a:pos x="81" y="23"/>
                </a:cxn>
                <a:cxn ang="0">
                  <a:pos x="81" y="28"/>
                </a:cxn>
                <a:cxn ang="0">
                  <a:pos x="80" y="16"/>
                </a:cxn>
                <a:cxn ang="0">
                  <a:pos x="86" y="16"/>
                </a:cxn>
              </a:cxnLst>
              <a:rect l="0" t="0" r="r" b="b"/>
              <a:pathLst>
                <a:path w="100" h="95">
                  <a:moveTo>
                    <a:pt x="62" y="8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1" y="68"/>
                    <a:pt x="0" y="81"/>
                    <a:pt x="9" y="89"/>
                  </a:cubicBezTo>
                  <a:cubicBezTo>
                    <a:pt x="13" y="93"/>
                    <a:pt x="18" y="95"/>
                    <a:pt x="23" y="95"/>
                  </a:cubicBezTo>
                  <a:cubicBezTo>
                    <a:pt x="29" y="95"/>
                    <a:pt x="34" y="93"/>
                    <a:pt x="38" y="90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100" y="29"/>
                    <a:pt x="100" y="16"/>
                    <a:pt x="92" y="8"/>
                  </a:cubicBezTo>
                  <a:cubicBezTo>
                    <a:pt x="84" y="0"/>
                    <a:pt x="70" y="0"/>
                    <a:pt x="62" y="8"/>
                  </a:cubicBezTo>
                  <a:moveTo>
                    <a:pt x="65" y="17"/>
                  </a:moveTo>
                  <a:cubicBezTo>
                    <a:pt x="66" y="17"/>
                    <a:pt x="68" y="18"/>
                    <a:pt x="68" y="20"/>
                  </a:cubicBezTo>
                  <a:cubicBezTo>
                    <a:pt x="68" y="21"/>
                    <a:pt x="66" y="22"/>
                    <a:pt x="65" y="22"/>
                  </a:cubicBezTo>
                  <a:cubicBezTo>
                    <a:pt x="64" y="22"/>
                    <a:pt x="62" y="21"/>
                    <a:pt x="62" y="20"/>
                  </a:cubicBezTo>
                  <a:cubicBezTo>
                    <a:pt x="62" y="18"/>
                    <a:pt x="64" y="17"/>
                    <a:pt x="65" y="17"/>
                  </a:cubicBezTo>
                  <a:moveTo>
                    <a:pt x="14" y="85"/>
                  </a:moveTo>
                  <a:cubicBezTo>
                    <a:pt x="12" y="85"/>
                    <a:pt x="11" y="84"/>
                    <a:pt x="11" y="82"/>
                  </a:cubicBezTo>
                  <a:cubicBezTo>
                    <a:pt x="12" y="81"/>
                    <a:pt x="13" y="80"/>
                    <a:pt x="14" y="80"/>
                  </a:cubicBezTo>
                  <a:cubicBezTo>
                    <a:pt x="16" y="80"/>
                    <a:pt x="17" y="81"/>
                    <a:pt x="17" y="83"/>
                  </a:cubicBezTo>
                  <a:cubicBezTo>
                    <a:pt x="17" y="84"/>
                    <a:pt x="15" y="85"/>
                    <a:pt x="14" y="85"/>
                  </a:cubicBezTo>
                  <a:moveTo>
                    <a:pt x="17" y="77"/>
                  </a:moveTo>
                  <a:cubicBezTo>
                    <a:pt x="16" y="77"/>
                    <a:pt x="15" y="76"/>
                    <a:pt x="15" y="74"/>
                  </a:cubicBezTo>
                  <a:cubicBezTo>
                    <a:pt x="15" y="73"/>
                    <a:pt x="16" y="72"/>
                    <a:pt x="18" y="72"/>
                  </a:cubicBezTo>
                  <a:cubicBezTo>
                    <a:pt x="19" y="72"/>
                    <a:pt x="20" y="73"/>
                    <a:pt x="20" y="75"/>
                  </a:cubicBezTo>
                  <a:cubicBezTo>
                    <a:pt x="20" y="76"/>
                    <a:pt x="19" y="77"/>
                    <a:pt x="17" y="77"/>
                  </a:cubicBezTo>
                  <a:moveTo>
                    <a:pt x="19" y="68"/>
                  </a:moveTo>
                  <a:cubicBezTo>
                    <a:pt x="18" y="68"/>
                    <a:pt x="16" y="66"/>
                    <a:pt x="17" y="65"/>
                  </a:cubicBezTo>
                  <a:cubicBezTo>
                    <a:pt x="17" y="63"/>
                    <a:pt x="18" y="62"/>
                    <a:pt x="19" y="63"/>
                  </a:cubicBezTo>
                  <a:cubicBezTo>
                    <a:pt x="21" y="63"/>
                    <a:pt x="22" y="64"/>
                    <a:pt x="22" y="65"/>
                  </a:cubicBezTo>
                  <a:cubicBezTo>
                    <a:pt x="22" y="67"/>
                    <a:pt x="20" y="68"/>
                    <a:pt x="19" y="68"/>
                  </a:cubicBezTo>
                  <a:moveTo>
                    <a:pt x="24" y="85"/>
                  </a:moveTo>
                  <a:cubicBezTo>
                    <a:pt x="22" y="84"/>
                    <a:pt x="21" y="83"/>
                    <a:pt x="21" y="82"/>
                  </a:cubicBezTo>
                  <a:cubicBezTo>
                    <a:pt x="22" y="80"/>
                    <a:pt x="23" y="79"/>
                    <a:pt x="24" y="79"/>
                  </a:cubicBezTo>
                  <a:cubicBezTo>
                    <a:pt x="26" y="79"/>
                    <a:pt x="27" y="81"/>
                    <a:pt x="27" y="82"/>
                  </a:cubicBezTo>
                  <a:cubicBezTo>
                    <a:pt x="27" y="84"/>
                    <a:pt x="25" y="85"/>
                    <a:pt x="24" y="85"/>
                  </a:cubicBezTo>
                  <a:moveTo>
                    <a:pt x="26" y="75"/>
                  </a:moveTo>
                  <a:cubicBezTo>
                    <a:pt x="24" y="75"/>
                    <a:pt x="23" y="74"/>
                    <a:pt x="23" y="72"/>
                  </a:cubicBezTo>
                  <a:cubicBezTo>
                    <a:pt x="23" y="71"/>
                    <a:pt x="25" y="70"/>
                    <a:pt x="26" y="70"/>
                  </a:cubicBezTo>
                  <a:cubicBezTo>
                    <a:pt x="28" y="70"/>
                    <a:pt x="29" y="71"/>
                    <a:pt x="28" y="73"/>
                  </a:cubicBezTo>
                  <a:cubicBezTo>
                    <a:pt x="28" y="74"/>
                    <a:pt x="27" y="75"/>
                    <a:pt x="26" y="75"/>
                  </a:cubicBezTo>
                  <a:moveTo>
                    <a:pt x="32" y="83"/>
                  </a:moveTo>
                  <a:cubicBezTo>
                    <a:pt x="31" y="83"/>
                    <a:pt x="30" y="81"/>
                    <a:pt x="30" y="80"/>
                  </a:cubicBezTo>
                  <a:cubicBezTo>
                    <a:pt x="30" y="78"/>
                    <a:pt x="31" y="77"/>
                    <a:pt x="32" y="78"/>
                  </a:cubicBezTo>
                  <a:cubicBezTo>
                    <a:pt x="34" y="78"/>
                    <a:pt x="35" y="79"/>
                    <a:pt x="35" y="80"/>
                  </a:cubicBezTo>
                  <a:cubicBezTo>
                    <a:pt x="35" y="82"/>
                    <a:pt x="33" y="83"/>
                    <a:pt x="32" y="83"/>
                  </a:cubicBezTo>
                  <a:moveTo>
                    <a:pt x="65" y="53"/>
                  </a:moveTo>
                  <a:cubicBezTo>
                    <a:pt x="54" y="63"/>
                    <a:pt x="54" y="63"/>
                    <a:pt x="54" y="63"/>
                  </a:cubicBezTo>
                  <a:cubicBezTo>
                    <a:pt x="49" y="68"/>
                    <a:pt x="41" y="67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1" y="56"/>
                    <a:pt x="31" y="48"/>
                    <a:pt x="36" y="43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52" y="28"/>
                    <a:pt x="60" y="28"/>
                    <a:pt x="64" y="34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0" y="40"/>
                    <a:pt x="70" y="48"/>
                    <a:pt x="65" y="53"/>
                  </a:cubicBezTo>
                  <a:moveTo>
                    <a:pt x="72" y="29"/>
                  </a:moveTo>
                  <a:cubicBezTo>
                    <a:pt x="70" y="29"/>
                    <a:pt x="69" y="28"/>
                    <a:pt x="69" y="27"/>
                  </a:cubicBezTo>
                  <a:cubicBezTo>
                    <a:pt x="69" y="25"/>
                    <a:pt x="70" y="24"/>
                    <a:pt x="72" y="24"/>
                  </a:cubicBezTo>
                  <a:cubicBezTo>
                    <a:pt x="73" y="24"/>
                    <a:pt x="74" y="25"/>
                    <a:pt x="74" y="27"/>
                  </a:cubicBezTo>
                  <a:cubicBezTo>
                    <a:pt x="74" y="28"/>
                    <a:pt x="73" y="29"/>
                    <a:pt x="72" y="29"/>
                  </a:cubicBezTo>
                  <a:moveTo>
                    <a:pt x="72" y="19"/>
                  </a:moveTo>
                  <a:cubicBezTo>
                    <a:pt x="72" y="17"/>
                    <a:pt x="73" y="16"/>
                    <a:pt x="74" y="16"/>
                  </a:cubicBezTo>
                  <a:cubicBezTo>
                    <a:pt x="76" y="16"/>
                    <a:pt x="77" y="17"/>
                    <a:pt x="77" y="19"/>
                  </a:cubicBezTo>
                  <a:cubicBezTo>
                    <a:pt x="77" y="20"/>
                    <a:pt x="76" y="21"/>
                    <a:pt x="74" y="21"/>
                  </a:cubicBezTo>
                  <a:cubicBezTo>
                    <a:pt x="73" y="21"/>
                    <a:pt x="72" y="20"/>
                    <a:pt x="72" y="19"/>
                  </a:cubicBezTo>
                  <a:moveTo>
                    <a:pt x="79" y="36"/>
                  </a:moveTo>
                  <a:cubicBezTo>
                    <a:pt x="77" y="36"/>
                    <a:pt x="76" y="35"/>
                    <a:pt x="76" y="34"/>
                  </a:cubicBezTo>
                  <a:cubicBezTo>
                    <a:pt x="76" y="32"/>
                    <a:pt x="77" y="31"/>
                    <a:pt x="79" y="31"/>
                  </a:cubicBezTo>
                  <a:cubicBezTo>
                    <a:pt x="80" y="31"/>
                    <a:pt x="81" y="32"/>
                    <a:pt x="81" y="34"/>
                  </a:cubicBezTo>
                  <a:cubicBezTo>
                    <a:pt x="81" y="35"/>
                    <a:pt x="80" y="36"/>
                    <a:pt x="79" y="36"/>
                  </a:cubicBezTo>
                  <a:moveTo>
                    <a:pt x="81" y="28"/>
                  </a:moveTo>
                  <a:cubicBezTo>
                    <a:pt x="80" y="28"/>
                    <a:pt x="79" y="27"/>
                    <a:pt x="79" y="26"/>
                  </a:cubicBezTo>
                  <a:cubicBezTo>
                    <a:pt x="79" y="24"/>
                    <a:pt x="80" y="23"/>
                    <a:pt x="81" y="23"/>
                  </a:cubicBezTo>
                  <a:cubicBezTo>
                    <a:pt x="83" y="23"/>
                    <a:pt x="84" y="24"/>
                    <a:pt x="84" y="26"/>
                  </a:cubicBezTo>
                  <a:cubicBezTo>
                    <a:pt x="84" y="27"/>
                    <a:pt x="83" y="28"/>
                    <a:pt x="81" y="28"/>
                  </a:cubicBezTo>
                  <a:moveTo>
                    <a:pt x="83" y="19"/>
                  </a:moveTo>
                  <a:cubicBezTo>
                    <a:pt x="81" y="19"/>
                    <a:pt x="80" y="17"/>
                    <a:pt x="80" y="16"/>
                  </a:cubicBezTo>
                  <a:cubicBezTo>
                    <a:pt x="80" y="14"/>
                    <a:pt x="81" y="13"/>
                    <a:pt x="83" y="13"/>
                  </a:cubicBezTo>
                  <a:cubicBezTo>
                    <a:pt x="84" y="13"/>
                    <a:pt x="86" y="14"/>
                    <a:pt x="86" y="16"/>
                  </a:cubicBezTo>
                  <a:cubicBezTo>
                    <a:pt x="86" y="17"/>
                    <a:pt x="84" y="19"/>
                    <a:pt x="8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45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/>
      <p:bldP spid="21" grpId="0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75">
            <a:extLst>
              <a:ext uri="{FF2B5EF4-FFF2-40B4-BE49-F238E27FC236}">
                <a16:creationId xmlns:a16="http://schemas.microsoft.com/office/drawing/2014/main" id="{1154CB67-D3EC-5441-A1F1-D8D4AE2AEDF4}"/>
              </a:ext>
            </a:extLst>
          </p:cNvPr>
          <p:cNvGrpSpPr/>
          <p:nvPr/>
        </p:nvGrpSpPr>
        <p:grpSpPr>
          <a:xfrm flipH="1">
            <a:off x="922376" y="3168079"/>
            <a:ext cx="4153685" cy="2929588"/>
            <a:chOff x="6035675" y="862013"/>
            <a:chExt cx="479425" cy="338138"/>
          </a:xfrm>
        </p:grpSpPr>
        <p:sp>
          <p:nvSpPr>
            <p:cNvPr id="6" name="Freeform 95">
              <a:extLst>
                <a:ext uri="{FF2B5EF4-FFF2-40B4-BE49-F238E27FC236}">
                  <a16:creationId xmlns:a16="http://schemas.microsoft.com/office/drawing/2014/main" id="{6998AC14-0295-3F4F-84D8-5C52CEA374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" name="Freeform 96">
              <a:extLst>
                <a:ext uri="{FF2B5EF4-FFF2-40B4-BE49-F238E27FC236}">
                  <a16:creationId xmlns:a16="http://schemas.microsoft.com/office/drawing/2014/main" id="{503DAFDD-C50A-E142-850A-B45C3493EC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moveTo>
                    <a:pt x="31" y="0"/>
                  </a:moveTo>
                  <a:lnTo>
                    <a:pt x="31" y="0"/>
                  </a:ln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" name="Freeform 97">
              <a:extLst>
                <a:ext uri="{FF2B5EF4-FFF2-40B4-BE49-F238E27FC236}">
                  <a16:creationId xmlns:a16="http://schemas.microsoft.com/office/drawing/2014/main" id="{5E26B173-381E-B94B-A962-7487F5D07F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75363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4" y="29"/>
                </a:cxn>
                <a:cxn ang="0">
                  <a:pos x="0" y="14"/>
                </a:cxn>
                <a:cxn ang="0">
                  <a:pos x="14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2" y="29"/>
                    <a:pt x="14" y="29"/>
                  </a:cubicBezTo>
                  <a:cubicBezTo>
                    <a:pt x="6" y="29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9" name="Freeform 98">
              <a:extLst>
                <a:ext uri="{FF2B5EF4-FFF2-40B4-BE49-F238E27FC236}">
                  <a16:creationId xmlns:a16="http://schemas.microsoft.com/office/drawing/2014/main" id="{E1F9A60E-C0EF-F743-A5B7-682CF52CC7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0638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5" y="29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3" y="29"/>
                    <a:pt x="15" y="29"/>
                  </a:cubicBez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" name="Freeform 103">
              <a:extLst>
                <a:ext uri="{FF2B5EF4-FFF2-40B4-BE49-F238E27FC236}">
                  <a16:creationId xmlns:a16="http://schemas.microsoft.com/office/drawing/2014/main" id="{59F20B32-9B95-2D43-B6E9-DA0743103E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5675" y="862013"/>
              <a:ext cx="479425" cy="280988"/>
            </a:xfrm>
            <a:custGeom>
              <a:avLst/>
              <a:gdLst/>
              <a:ahLst/>
              <a:cxnLst>
                <a:cxn ang="0">
                  <a:pos x="153" y="8"/>
                </a:cxn>
                <a:cxn ang="0">
                  <a:pos x="78" y="8"/>
                </a:cxn>
                <a:cxn ang="0">
                  <a:pos x="67" y="0"/>
                </a:cxn>
                <a:cxn ang="0">
                  <a:pos x="57" y="8"/>
                </a:cxn>
                <a:cxn ang="0">
                  <a:pos x="52" y="8"/>
                </a:cxn>
                <a:cxn ang="0">
                  <a:pos x="46" y="17"/>
                </a:cxn>
                <a:cxn ang="0">
                  <a:pos x="46" y="26"/>
                </a:cxn>
                <a:cxn ang="0">
                  <a:pos x="40" y="26"/>
                </a:cxn>
                <a:cxn ang="0">
                  <a:pos x="25" y="36"/>
                </a:cxn>
                <a:cxn ang="0">
                  <a:pos x="8" y="56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7"/>
                </a:cxn>
                <a:cxn ang="0">
                  <a:pos x="12" y="97"/>
                </a:cxn>
                <a:cxn ang="0">
                  <a:pos x="29" y="85"/>
                </a:cxn>
                <a:cxn ang="0">
                  <a:pos x="45" y="97"/>
                </a:cxn>
                <a:cxn ang="0">
                  <a:pos x="114" y="97"/>
                </a:cxn>
                <a:cxn ang="0">
                  <a:pos x="131" y="85"/>
                </a:cxn>
                <a:cxn ang="0">
                  <a:pos x="148" y="97"/>
                </a:cxn>
                <a:cxn ang="0">
                  <a:pos x="157" y="97"/>
                </a:cxn>
                <a:cxn ang="0">
                  <a:pos x="166" y="84"/>
                </a:cxn>
                <a:cxn ang="0">
                  <a:pos x="166" y="21"/>
                </a:cxn>
                <a:cxn ang="0">
                  <a:pos x="153" y="8"/>
                </a:cxn>
                <a:cxn ang="0">
                  <a:pos x="47" y="53"/>
                </a:cxn>
                <a:cxn ang="0">
                  <a:pos x="40" y="60"/>
                </a:cxn>
                <a:cxn ang="0">
                  <a:pos x="26" y="60"/>
                </a:cxn>
                <a:cxn ang="0">
                  <a:pos x="24" y="55"/>
                </a:cxn>
                <a:cxn ang="0">
                  <a:pos x="34" y="44"/>
                </a:cxn>
                <a:cxn ang="0">
                  <a:pos x="43" y="40"/>
                </a:cxn>
                <a:cxn ang="0">
                  <a:pos x="47" y="46"/>
                </a:cxn>
                <a:cxn ang="0">
                  <a:pos x="47" y="53"/>
                </a:cxn>
                <a:cxn ang="0">
                  <a:pos x="139" y="56"/>
                </a:cxn>
                <a:cxn ang="0">
                  <a:pos x="117" y="78"/>
                </a:cxn>
                <a:cxn ang="0">
                  <a:pos x="94" y="56"/>
                </a:cxn>
                <a:cxn ang="0">
                  <a:pos x="88" y="44"/>
                </a:cxn>
                <a:cxn ang="0">
                  <a:pos x="104" y="28"/>
                </a:cxn>
                <a:cxn ang="0">
                  <a:pos x="116" y="33"/>
                </a:cxn>
                <a:cxn ang="0">
                  <a:pos x="128" y="28"/>
                </a:cxn>
                <a:cxn ang="0">
                  <a:pos x="144" y="44"/>
                </a:cxn>
                <a:cxn ang="0">
                  <a:pos x="139" y="56"/>
                </a:cxn>
                <a:cxn ang="0">
                  <a:pos x="139" y="56"/>
                </a:cxn>
                <a:cxn ang="0">
                  <a:pos x="139" y="56"/>
                </a:cxn>
              </a:cxnLst>
              <a:rect l="0" t="0" r="r" b="b"/>
              <a:pathLst>
                <a:path w="166" h="97">
                  <a:moveTo>
                    <a:pt x="153" y="8"/>
                  </a:moveTo>
                  <a:cubicBezTo>
                    <a:pt x="78" y="8"/>
                    <a:pt x="78" y="8"/>
                    <a:pt x="78" y="8"/>
                  </a:cubicBezTo>
                  <a:cubicBezTo>
                    <a:pt x="76" y="3"/>
                    <a:pt x="72" y="0"/>
                    <a:pt x="67" y="0"/>
                  </a:cubicBezTo>
                  <a:cubicBezTo>
                    <a:pt x="63" y="0"/>
                    <a:pt x="58" y="3"/>
                    <a:pt x="57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49" y="8"/>
                    <a:pt x="46" y="12"/>
                    <a:pt x="46" y="1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7" y="26"/>
                    <a:pt x="30" y="31"/>
                    <a:pt x="25" y="3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4" y="61"/>
                    <a:pt x="0" y="71"/>
                    <a:pt x="0" y="78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91"/>
                    <a:pt x="3" y="97"/>
                    <a:pt x="6" y="97"/>
                  </a:cubicBezTo>
                  <a:cubicBezTo>
                    <a:pt x="12" y="97"/>
                    <a:pt x="12" y="97"/>
                    <a:pt x="12" y="97"/>
                  </a:cubicBezTo>
                  <a:cubicBezTo>
                    <a:pt x="14" y="90"/>
                    <a:pt x="21" y="85"/>
                    <a:pt x="29" y="85"/>
                  </a:cubicBezTo>
                  <a:cubicBezTo>
                    <a:pt x="36" y="85"/>
                    <a:pt x="43" y="90"/>
                    <a:pt x="45" y="97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6" y="90"/>
                    <a:pt x="123" y="85"/>
                    <a:pt x="131" y="85"/>
                  </a:cubicBezTo>
                  <a:cubicBezTo>
                    <a:pt x="139" y="85"/>
                    <a:pt x="145" y="90"/>
                    <a:pt x="14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2" y="97"/>
                    <a:pt x="166" y="91"/>
                    <a:pt x="166" y="84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14"/>
                    <a:pt x="160" y="8"/>
                    <a:pt x="153" y="8"/>
                  </a:cubicBezTo>
                  <a:close/>
                  <a:moveTo>
                    <a:pt x="47" y="53"/>
                  </a:moveTo>
                  <a:cubicBezTo>
                    <a:pt x="47" y="57"/>
                    <a:pt x="44" y="60"/>
                    <a:pt x="40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2" y="60"/>
                    <a:pt x="22" y="57"/>
                    <a:pt x="24" y="5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6" y="42"/>
                    <a:pt x="40" y="40"/>
                    <a:pt x="43" y="40"/>
                  </a:cubicBezTo>
                  <a:cubicBezTo>
                    <a:pt x="45" y="40"/>
                    <a:pt x="47" y="43"/>
                    <a:pt x="47" y="46"/>
                  </a:cubicBezTo>
                  <a:lnTo>
                    <a:pt x="47" y="53"/>
                  </a:lnTo>
                  <a:close/>
                  <a:moveTo>
                    <a:pt x="139" y="56"/>
                  </a:moveTo>
                  <a:cubicBezTo>
                    <a:pt x="117" y="78"/>
                    <a:pt x="117" y="78"/>
                    <a:pt x="117" y="7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0" y="53"/>
                    <a:pt x="88" y="49"/>
                    <a:pt x="88" y="44"/>
                  </a:cubicBezTo>
                  <a:cubicBezTo>
                    <a:pt x="88" y="35"/>
                    <a:pt x="95" y="28"/>
                    <a:pt x="104" y="28"/>
                  </a:cubicBezTo>
                  <a:cubicBezTo>
                    <a:pt x="109" y="28"/>
                    <a:pt x="113" y="30"/>
                    <a:pt x="116" y="33"/>
                  </a:cubicBezTo>
                  <a:cubicBezTo>
                    <a:pt x="119" y="30"/>
                    <a:pt x="123" y="28"/>
                    <a:pt x="128" y="28"/>
                  </a:cubicBezTo>
                  <a:cubicBezTo>
                    <a:pt x="137" y="28"/>
                    <a:pt x="144" y="35"/>
                    <a:pt x="144" y="44"/>
                  </a:cubicBezTo>
                  <a:cubicBezTo>
                    <a:pt x="144" y="49"/>
                    <a:pt x="142" y="53"/>
                    <a:pt x="139" y="56"/>
                  </a:cubicBezTo>
                  <a:close/>
                  <a:moveTo>
                    <a:pt x="139" y="56"/>
                  </a:moveTo>
                  <a:cubicBezTo>
                    <a:pt x="139" y="56"/>
                    <a:pt x="139" y="56"/>
                    <a:pt x="139" y="56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1" name="Group 206">
            <a:extLst>
              <a:ext uri="{FF2B5EF4-FFF2-40B4-BE49-F238E27FC236}">
                <a16:creationId xmlns:a16="http://schemas.microsoft.com/office/drawing/2014/main" id="{64ACCAA1-B30D-2A49-AB08-E6CAC8DD7DA9}"/>
              </a:ext>
            </a:extLst>
          </p:cNvPr>
          <p:cNvGrpSpPr/>
          <p:nvPr/>
        </p:nvGrpSpPr>
        <p:grpSpPr>
          <a:xfrm>
            <a:off x="3241493" y="1929157"/>
            <a:ext cx="678416" cy="884408"/>
            <a:chOff x="5135563" y="1020763"/>
            <a:chExt cx="873125" cy="1138237"/>
          </a:xfrm>
          <a:solidFill>
            <a:schemeClr val="accent3"/>
          </a:solidFill>
        </p:grpSpPr>
        <p:sp>
          <p:nvSpPr>
            <p:cNvPr id="12" name="Freeform 64">
              <a:extLst>
                <a:ext uri="{FF2B5EF4-FFF2-40B4-BE49-F238E27FC236}">
                  <a16:creationId xmlns:a16="http://schemas.microsoft.com/office/drawing/2014/main" id="{4F7D481E-C602-3B42-8882-A62BA22815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3" y="1439863"/>
              <a:ext cx="534988" cy="557213"/>
            </a:xfrm>
            <a:custGeom>
              <a:avLst/>
              <a:gdLst/>
              <a:ahLst/>
              <a:cxnLst>
                <a:cxn ang="0">
                  <a:pos x="167" y="164"/>
                </a:cxn>
                <a:cxn ang="0">
                  <a:pos x="145" y="138"/>
                </a:cxn>
                <a:cxn ang="0">
                  <a:pos x="145" y="138"/>
                </a:cxn>
                <a:cxn ang="0">
                  <a:pos x="140" y="125"/>
                </a:cxn>
                <a:cxn ang="0">
                  <a:pos x="145" y="118"/>
                </a:cxn>
                <a:cxn ang="0">
                  <a:pos x="185" y="3"/>
                </a:cxn>
                <a:cxn ang="0">
                  <a:pos x="176" y="0"/>
                </a:cxn>
                <a:cxn ang="0">
                  <a:pos x="157" y="19"/>
                </a:cxn>
                <a:cxn ang="0">
                  <a:pos x="138" y="0"/>
                </a:cxn>
                <a:cxn ang="0">
                  <a:pos x="138" y="0"/>
                </a:cxn>
                <a:cxn ang="0">
                  <a:pos x="88" y="26"/>
                </a:cxn>
                <a:cxn ang="0">
                  <a:pos x="59" y="50"/>
                </a:cxn>
                <a:cxn ang="0">
                  <a:pos x="4" y="142"/>
                </a:cxn>
                <a:cxn ang="0">
                  <a:pos x="7" y="176"/>
                </a:cxn>
                <a:cxn ang="0">
                  <a:pos x="75" y="192"/>
                </a:cxn>
                <a:cxn ang="0">
                  <a:pos x="140" y="192"/>
                </a:cxn>
                <a:cxn ang="0">
                  <a:pos x="167" y="164"/>
                </a:cxn>
                <a:cxn ang="0">
                  <a:pos x="107" y="183"/>
                </a:cxn>
                <a:cxn ang="0">
                  <a:pos x="85" y="184"/>
                </a:cxn>
                <a:cxn ang="0">
                  <a:pos x="77" y="184"/>
                </a:cxn>
                <a:cxn ang="0">
                  <a:pos x="75" y="184"/>
                </a:cxn>
                <a:cxn ang="0">
                  <a:pos x="75" y="184"/>
                </a:cxn>
                <a:cxn ang="0">
                  <a:pos x="13" y="171"/>
                </a:cxn>
                <a:cxn ang="0">
                  <a:pos x="12" y="144"/>
                </a:cxn>
                <a:cxn ang="0">
                  <a:pos x="65" y="55"/>
                </a:cxn>
                <a:cxn ang="0">
                  <a:pos x="93" y="32"/>
                </a:cxn>
                <a:cxn ang="0">
                  <a:pos x="94" y="31"/>
                </a:cxn>
                <a:cxn ang="0">
                  <a:pos x="137" y="140"/>
                </a:cxn>
                <a:cxn ang="0">
                  <a:pos x="143" y="146"/>
                </a:cxn>
                <a:cxn ang="0">
                  <a:pos x="159" y="164"/>
                </a:cxn>
                <a:cxn ang="0">
                  <a:pos x="140" y="183"/>
                </a:cxn>
                <a:cxn ang="0">
                  <a:pos x="107" y="183"/>
                </a:cxn>
                <a:cxn ang="0">
                  <a:pos x="107" y="183"/>
                </a:cxn>
                <a:cxn ang="0">
                  <a:pos x="107" y="183"/>
                </a:cxn>
              </a:cxnLst>
              <a:rect l="0" t="0" r="r" b="b"/>
              <a:pathLst>
                <a:path w="185" h="192">
                  <a:moveTo>
                    <a:pt x="167" y="164"/>
                  </a:moveTo>
                  <a:cubicBezTo>
                    <a:pt x="167" y="151"/>
                    <a:pt x="158" y="140"/>
                    <a:pt x="145" y="138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5" y="118"/>
                    <a:pt x="145" y="118"/>
                    <a:pt x="145" y="118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2" y="2"/>
                    <a:pt x="179" y="1"/>
                    <a:pt x="176" y="0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16" y="6"/>
                    <a:pt x="88" y="26"/>
                    <a:pt x="88" y="26"/>
                  </a:cubicBezTo>
                  <a:cubicBezTo>
                    <a:pt x="78" y="33"/>
                    <a:pt x="68" y="41"/>
                    <a:pt x="59" y="50"/>
                  </a:cubicBezTo>
                  <a:cubicBezTo>
                    <a:pt x="34" y="75"/>
                    <a:pt x="16" y="104"/>
                    <a:pt x="4" y="142"/>
                  </a:cubicBezTo>
                  <a:cubicBezTo>
                    <a:pt x="1" y="152"/>
                    <a:pt x="0" y="167"/>
                    <a:pt x="7" y="176"/>
                  </a:cubicBezTo>
                  <a:cubicBezTo>
                    <a:pt x="15" y="186"/>
                    <a:pt x="20" y="192"/>
                    <a:pt x="75" y="192"/>
                  </a:cubicBezTo>
                  <a:cubicBezTo>
                    <a:pt x="75" y="192"/>
                    <a:pt x="140" y="192"/>
                    <a:pt x="140" y="192"/>
                  </a:cubicBezTo>
                  <a:cubicBezTo>
                    <a:pt x="155" y="191"/>
                    <a:pt x="167" y="179"/>
                    <a:pt x="167" y="164"/>
                  </a:cubicBezTo>
                  <a:close/>
                  <a:moveTo>
                    <a:pt x="107" y="183"/>
                  </a:moveTo>
                  <a:cubicBezTo>
                    <a:pt x="99" y="183"/>
                    <a:pt x="91" y="184"/>
                    <a:pt x="85" y="184"/>
                  </a:cubicBezTo>
                  <a:cubicBezTo>
                    <a:pt x="82" y="184"/>
                    <a:pt x="79" y="184"/>
                    <a:pt x="77" y="184"/>
                  </a:cubicBezTo>
                  <a:cubicBezTo>
                    <a:pt x="77" y="184"/>
                    <a:pt x="76" y="184"/>
                    <a:pt x="75" y="184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24" y="184"/>
                    <a:pt x="20" y="179"/>
                    <a:pt x="13" y="171"/>
                  </a:cubicBezTo>
                  <a:cubicBezTo>
                    <a:pt x="9" y="165"/>
                    <a:pt x="9" y="153"/>
                    <a:pt x="12" y="144"/>
                  </a:cubicBezTo>
                  <a:cubicBezTo>
                    <a:pt x="23" y="109"/>
                    <a:pt x="40" y="81"/>
                    <a:pt x="65" y="55"/>
                  </a:cubicBezTo>
                  <a:cubicBezTo>
                    <a:pt x="73" y="48"/>
                    <a:pt x="82" y="40"/>
                    <a:pt x="93" y="32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3"/>
                    <a:pt x="140" y="145"/>
                    <a:pt x="143" y="146"/>
                  </a:cubicBezTo>
                  <a:cubicBezTo>
                    <a:pt x="153" y="147"/>
                    <a:pt x="159" y="155"/>
                    <a:pt x="159" y="164"/>
                  </a:cubicBezTo>
                  <a:cubicBezTo>
                    <a:pt x="159" y="175"/>
                    <a:pt x="151" y="183"/>
                    <a:pt x="140" y="183"/>
                  </a:cubicBezTo>
                  <a:cubicBezTo>
                    <a:pt x="140" y="183"/>
                    <a:pt x="124" y="183"/>
                    <a:pt x="107" y="183"/>
                  </a:cubicBezTo>
                  <a:close/>
                  <a:moveTo>
                    <a:pt x="107" y="183"/>
                  </a:moveTo>
                  <a:cubicBezTo>
                    <a:pt x="107" y="183"/>
                    <a:pt x="107" y="183"/>
                    <a:pt x="107" y="18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Freeform 65">
              <a:extLst>
                <a:ext uri="{FF2B5EF4-FFF2-40B4-BE49-F238E27FC236}">
                  <a16:creationId xmlns:a16="http://schemas.microsoft.com/office/drawing/2014/main" id="{DD606EBA-C2B8-6C4F-B029-E6A17BD24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0988" y="1457325"/>
              <a:ext cx="647700" cy="701675"/>
            </a:xfrm>
            <a:custGeom>
              <a:avLst/>
              <a:gdLst/>
              <a:ahLst/>
              <a:cxnLst>
                <a:cxn ang="0">
                  <a:pos x="177" y="54"/>
                </a:cxn>
                <a:cxn ang="0">
                  <a:pos x="115" y="0"/>
                </a:cxn>
                <a:cxn ang="0">
                  <a:pos x="93" y="141"/>
                </a:cxn>
                <a:cxn ang="0">
                  <a:pos x="96" y="158"/>
                </a:cxn>
                <a:cxn ang="0">
                  <a:pos x="62" y="193"/>
                </a:cxn>
                <a:cxn ang="0">
                  <a:pos x="0" y="193"/>
                </a:cxn>
                <a:cxn ang="0">
                  <a:pos x="0" y="230"/>
                </a:cxn>
                <a:cxn ang="0">
                  <a:pos x="1" y="242"/>
                </a:cxn>
                <a:cxn ang="0">
                  <a:pos x="156" y="242"/>
                </a:cxn>
                <a:cxn ang="0">
                  <a:pos x="157" y="230"/>
                </a:cxn>
                <a:cxn ang="0">
                  <a:pos x="157" y="134"/>
                </a:cxn>
                <a:cxn ang="0">
                  <a:pos x="170" y="236"/>
                </a:cxn>
                <a:cxn ang="0">
                  <a:pos x="170" y="242"/>
                </a:cxn>
                <a:cxn ang="0">
                  <a:pos x="224" y="242"/>
                </a:cxn>
                <a:cxn ang="0">
                  <a:pos x="224" y="236"/>
                </a:cxn>
                <a:cxn ang="0">
                  <a:pos x="177" y="54"/>
                </a:cxn>
                <a:cxn ang="0">
                  <a:pos x="177" y="54"/>
                </a:cxn>
                <a:cxn ang="0">
                  <a:pos x="177" y="54"/>
                </a:cxn>
              </a:cxnLst>
              <a:rect l="0" t="0" r="r" b="b"/>
              <a:pathLst>
                <a:path w="224" h="242">
                  <a:moveTo>
                    <a:pt x="177" y="54"/>
                  </a:moveTo>
                  <a:cubicBezTo>
                    <a:pt x="164" y="37"/>
                    <a:pt x="144" y="15"/>
                    <a:pt x="115" y="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3" y="141"/>
                    <a:pt x="96" y="152"/>
                    <a:pt x="96" y="158"/>
                  </a:cubicBezTo>
                  <a:cubicBezTo>
                    <a:pt x="96" y="177"/>
                    <a:pt x="81" y="193"/>
                    <a:pt x="6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34"/>
                    <a:pt x="0" y="238"/>
                    <a:pt x="1" y="242"/>
                  </a:cubicBezTo>
                  <a:cubicBezTo>
                    <a:pt x="156" y="242"/>
                    <a:pt x="156" y="242"/>
                    <a:pt x="156" y="242"/>
                  </a:cubicBezTo>
                  <a:cubicBezTo>
                    <a:pt x="157" y="238"/>
                    <a:pt x="157" y="234"/>
                    <a:pt x="157" y="230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64" y="157"/>
                    <a:pt x="170" y="190"/>
                    <a:pt x="170" y="236"/>
                  </a:cubicBezTo>
                  <a:cubicBezTo>
                    <a:pt x="170" y="238"/>
                    <a:pt x="170" y="240"/>
                    <a:pt x="170" y="242"/>
                  </a:cubicBezTo>
                  <a:cubicBezTo>
                    <a:pt x="224" y="242"/>
                    <a:pt x="224" y="242"/>
                    <a:pt x="224" y="242"/>
                  </a:cubicBezTo>
                  <a:cubicBezTo>
                    <a:pt x="224" y="240"/>
                    <a:pt x="224" y="238"/>
                    <a:pt x="224" y="236"/>
                  </a:cubicBezTo>
                  <a:cubicBezTo>
                    <a:pt x="224" y="131"/>
                    <a:pt x="197" y="79"/>
                    <a:pt x="177" y="54"/>
                  </a:cubicBezTo>
                  <a:close/>
                  <a:moveTo>
                    <a:pt x="177" y="54"/>
                  </a:moveTo>
                  <a:cubicBezTo>
                    <a:pt x="177" y="54"/>
                    <a:pt x="177" y="54"/>
                    <a:pt x="177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4" name="Freeform 66">
              <a:extLst>
                <a:ext uri="{FF2B5EF4-FFF2-40B4-BE49-F238E27FC236}">
                  <a16:creationId xmlns:a16="http://schemas.microsoft.com/office/drawing/2014/main" id="{2D8AD1FF-9DC4-0A4C-88F4-BE15AFFF9B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1625" y="1020763"/>
              <a:ext cx="414338" cy="414338"/>
            </a:xfrm>
            <a:custGeom>
              <a:avLst/>
              <a:gdLst/>
              <a:ahLst/>
              <a:cxnLst>
                <a:cxn ang="0">
                  <a:pos x="143" y="71"/>
                </a:cxn>
                <a:cxn ang="0">
                  <a:pos x="72" y="143"/>
                </a:cxn>
                <a:cxn ang="0">
                  <a:pos x="0" y="71"/>
                </a:cxn>
                <a:cxn ang="0">
                  <a:pos x="72" y="0"/>
                </a:cxn>
                <a:cxn ang="0">
                  <a:pos x="143" y="71"/>
                </a:cxn>
                <a:cxn ang="0">
                  <a:pos x="143" y="71"/>
                </a:cxn>
                <a:cxn ang="0">
                  <a:pos x="143" y="7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1"/>
                  </a:cubicBezTo>
                  <a:close/>
                  <a:moveTo>
                    <a:pt x="143" y="71"/>
                  </a:moveTo>
                  <a:cubicBezTo>
                    <a:pt x="143" y="71"/>
                    <a:pt x="143" y="71"/>
                    <a:pt x="143" y="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5" name="Group 216">
            <a:extLst>
              <a:ext uri="{FF2B5EF4-FFF2-40B4-BE49-F238E27FC236}">
                <a16:creationId xmlns:a16="http://schemas.microsoft.com/office/drawing/2014/main" id="{C4271005-3107-1A45-8659-86AEDF107FDD}"/>
              </a:ext>
            </a:extLst>
          </p:cNvPr>
          <p:cNvGrpSpPr/>
          <p:nvPr/>
        </p:nvGrpSpPr>
        <p:grpSpPr>
          <a:xfrm>
            <a:off x="4237084" y="1934017"/>
            <a:ext cx="706776" cy="874692"/>
            <a:chOff x="1685925" y="982663"/>
            <a:chExt cx="735013" cy="909638"/>
          </a:xfrm>
          <a:solidFill>
            <a:schemeClr val="accent4"/>
          </a:solidFill>
        </p:grpSpPr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C69AED2F-0373-7F4A-BCAF-5BF08D968E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417638"/>
              <a:ext cx="277813" cy="234950"/>
            </a:xfrm>
            <a:custGeom>
              <a:avLst/>
              <a:gdLst/>
              <a:ahLst/>
              <a:cxnLst>
                <a:cxn ang="0">
                  <a:pos x="10" y="33"/>
                </a:cxn>
                <a:cxn ang="0">
                  <a:pos x="11" y="33"/>
                </a:cxn>
                <a:cxn ang="0">
                  <a:pos x="11" y="57"/>
                </a:cxn>
                <a:cxn ang="0">
                  <a:pos x="32" y="57"/>
                </a:cxn>
                <a:cxn ang="0">
                  <a:pos x="94" y="81"/>
                </a:cxn>
                <a:cxn ang="0">
                  <a:pos x="94" y="74"/>
                </a:cxn>
                <a:cxn ang="0">
                  <a:pos x="49" y="57"/>
                </a:cxn>
                <a:cxn ang="0">
                  <a:pos x="94" y="57"/>
                </a:cxn>
                <a:cxn ang="0">
                  <a:pos x="94" y="50"/>
                </a:cxn>
                <a:cxn ang="0">
                  <a:pos x="18" y="50"/>
                </a:cxn>
                <a:cxn ang="0">
                  <a:pos x="18" y="33"/>
                </a:cxn>
                <a:cxn ang="0">
                  <a:pos x="96" y="33"/>
                </a:cxn>
                <a:cxn ang="0">
                  <a:pos x="96" y="18"/>
                </a:cxn>
                <a:cxn ang="0">
                  <a:pos x="89" y="19"/>
                </a:cxn>
                <a:cxn ang="0">
                  <a:pos x="87" y="19"/>
                </a:cxn>
                <a:cxn ang="0">
                  <a:pos x="67" y="2"/>
                </a:cxn>
                <a:cxn ang="0">
                  <a:pos x="67" y="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2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</a:cxnLst>
              <a:rect l="0" t="0" r="r" b="b"/>
              <a:pathLst>
                <a:path w="96" h="81">
                  <a:moveTo>
                    <a:pt x="10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74"/>
                    <a:pt x="94" y="74"/>
                    <a:pt x="94" y="74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18" y="50"/>
                    <a:pt x="18" y="50"/>
                    <a:pt x="18" y="5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4" y="19"/>
                    <a:pt x="90" y="19"/>
                    <a:pt x="89" y="19"/>
                  </a:cubicBezTo>
                  <a:cubicBezTo>
                    <a:pt x="88" y="19"/>
                    <a:pt x="87" y="19"/>
                    <a:pt x="87" y="19"/>
                  </a:cubicBezTo>
                  <a:cubicBezTo>
                    <a:pt x="70" y="19"/>
                    <a:pt x="68" y="12"/>
                    <a:pt x="67" y="2"/>
                  </a:cubicBezTo>
                  <a:cubicBezTo>
                    <a:pt x="67" y="1"/>
                    <a:pt x="67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5" y="33"/>
                    <a:pt x="10" y="33"/>
                  </a:cubicBezTo>
                  <a:close/>
                  <a:moveTo>
                    <a:pt x="10" y="33"/>
                  </a:moveTo>
                  <a:cubicBezTo>
                    <a:pt x="10" y="33"/>
                    <a:pt x="10" y="33"/>
                    <a:pt x="10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62E068BE-674C-B64A-AA54-DB006026D7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0588" y="1417638"/>
              <a:ext cx="260350" cy="228600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27" y="0"/>
                </a:cxn>
                <a:cxn ang="0">
                  <a:pos x="27" y="1"/>
                </a:cxn>
                <a:cxn ang="0">
                  <a:pos x="7" y="18"/>
                </a:cxn>
                <a:cxn ang="0">
                  <a:pos x="0" y="17"/>
                </a:cxn>
                <a:cxn ang="0">
                  <a:pos x="0" y="33"/>
                </a:cxn>
                <a:cxn ang="0">
                  <a:pos x="72" y="33"/>
                </a:cxn>
                <a:cxn ang="0">
                  <a:pos x="72" y="50"/>
                </a:cxn>
                <a:cxn ang="0">
                  <a:pos x="1" y="50"/>
                </a:cxn>
                <a:cxn ang="0">
                  <a:pos x="1" y="57"/>
                </a:cxn>
                <a:cxn ang="0">
                  <a:pos x="41" y="57"/>
                </a:cxn>
                <a:cxn ang="0">
                  <a:pos x="1" y="72"/>
                </a:cxn>
                <a:cxn ang="0">
                  <a:pos x="1" y="79"/>
                </a:cxn>
                <a:cxn ang="0">
                  <a:pos x="58" y="57"/>
                </a:cxn>
                <a:cxn ang="0">
                  <a:pos x="79" y="57"/>
                </a:cxn>
                <a:cxn ang="0">
                  <a:pos x="79" y="33"/>
                </a:cxn>
                <a:cxn ang="0">
                  <a:pos x="80" y="33"/>
                </a:cxn>
                <a:cxn ang="0">
                  <a:pos x="90" y="23"/>
                </a:cxn>
                <a:cxn ang="0">
                  <a:pos x="90" y="10"/>
                </a:cxn>
                <a:cxn ang="0">
                  <a:pos x="80" y="0"/>
                </a:cxn>
                <a:cxn ang="0">
                  <a:pos x="80" y="0"/>
                </a:cxn>
                <a:cxn ang="0">
                  <a:pos x="80" y="0"/>
                </a:cxn>
              </a:cxnLst>
              <a:rect l="0" t="0" r="r" b="b"/>
              <a:pathLst>
                <a:path w="90" h="79">
                  <a:moveTo>
                    <a:pt x="8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1"/>
                  </a:cubicBezTo>
                  <a:cubicBezTo>
                    <a:pt x="26" y="11"/>
                    <a:pt x="22" y="20"/>
                    <a:pt x="7" y="18"/>
                  </a:cubicBezTo>
                  <a:cubicBezTo>
                    <a:pt x="5" y="18"/>
                    <a:pt x="1" y="18"/>
                    <a:pt x="0" y="17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5" y="33"/>
                    <a:pt x="90" y="28"/>
                    <a:pt x="90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4"/>
                    <a:pt x="85" y="0"/>
                    <a:pt x="80" y="0"/>
                  </a:cubicBezTo>
                  <a:close/>
                  <a:moveTo>
                    <a:pt x="80" y="0"/>
                  </a:move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DF3BA915-7E31-A249-83C2-4E475544EF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706563"/>
              <a:ext cx="722313" cy="185738"/>
            </a:xfrm>
            <a:custGeom>
              <a:avLst/>
              <a:gdLst/>
              <a:ahLst/>
              <a:cxnLst>
                <a:cxn ang="0">
                  <a:pos x="245" y="44"/>
                </a:cxn>
                <a:cxn ang="0">
                  <a:pos x="245" y="40"/>
                </a:cxn>
                <a:cxn ang="0">
                  <a:pos x="250" y="40"/>
                </a:cxn>
                <a:cxn ang="0">
                  <a:pos x="250" y="33"/>
                </a:cxn>
                <a:cxn ang="0">
                  <a:pos x="244" y="33"/>
                </a:cxn>
                <a:cxn ang="0">
                  <a:pos x="163" y="1"/>
                </a:cxn>
                <a:cxn ang="0">
                  <a:pos x="159" y="7"/>
                </a:cxn>
                <a:cxn ang="0">
                  <a:pos x="227" y="33"/>
                </a:cxn>
                <a:cxn ang="0">
                  <a:pos x="27" y="33"/>
                </a:cxn>
                <a:cxn ang="0">
                  <a:pos x="99" y="5"/>
                </a:cxn>
                <a:cxn ang="0">
                  <a:pos x="96" y="0"/>
                </a:cxn>
                <a:cxn ang="0">
                  <a:pos x="10" y="33"/>
                </a:cxn>
                <a:cxn ang="0">
                  <a:pos x="4" y="33"/>
                </a:cxn>
                <a:cxn ang="0">
                  <a:pos x="4" y="40"/>
                </a:cxn>
                <a:cxn ang="0">
                  <a:pos x="6" y="40"/>
                </a:cxn>
                <a:cxn ang="0">
                  <a:pos x="6" y="44"/>
                </a:cxn>
                <a:cxn ang="0">
                  <a:pos x="0" y="53"/>
                </a:cxn>
                <a:cxn ang="0">
                  <a:pos x="11" y="64"/>
                </a:cxn>
                <a:cxn ang="0">
                  <a:pos x="22" y="53"/>
                </a:cxn>
                <a:cxn ang="0">
                  <a:pos x="16" y="44"/>
                </a:cxn>
                <a:cxn ang="0">
                  <a:pos x="16" y="40"/>
                </a:cxn>
                <a:cxn ang="0">
                  <a:pos x="234" y="40"/>
                </a:cxn>
                <a:cxn ang="0">
                  <a:pos x="234" y="44"/>
                </a:cxn>
                <a:cxn ang="0">
                  <a:pos x="229" y="53"/>
                </a:cxn>
                <a:cxn ang="0">
                  <a:pos x="240" y="64"/>
                </a:cxn>
                <a:cxn ang="0">
                  <a:pos x="250" y="53"/>
                </a:cxn>
                <a:cxn ang="0">
                  <a:pos x="245" y="44"/>
                </a:cxn>
                <a:cxn ang="0">
                  <a:pos x="245" y="44"/>
                </a:cxn>
                <a:cxn ang="0">
                  <a:pos x="245" y="44"/>
                </a:cxn>
              </a:cxnLst>
              <a:rect l="0" t="0" r="r" b="b"/>
              <a:pathLst>
                <a:path w="250" h="64">
                  <a:moveTo>
                    <a:pt x="245" y="44"/>
                  </a:moveTo>
                  <a:cubicBezTo>
                    <a:pt x="245" y="40"/>
                    <a:pt x="245" y="40"/>
                    <a:pt x="245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3"/>
                    <a:pt x="250" y="33"/>
                    <a:pt x="250" y="33"/>
                  </a:cubicBezTo>
                  <a:cubicBezTo>
                    <a:pt x="244" y="33"/>
                    <a:pt x="244" y="33"/>
                    <a:pt x="244" y="33"/>
                  </a:cubicBezTo>
                  <a:cubicBezTo>
                    <a:pt x="163" y="1"/>
                    <a:pt x="163" y="1"/>
                    <a:pt x="163" y="1"/>
                  </a:cubicBezTo>
                  <a:cubicBezTo>
                    <a:pt x="162" y="3"/>
                    <a:pt x="160" y="5"/>
                    <a:pt x="159" y="7"/>
                  </a:cubicBezTo>
                  <a:cubicBezTo>
                    <a:pt x="227" y="33"/>
                    <a:pt x="227" y="33"/>
                    <a:pt x="2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3"/>
                    <a:pt x="96" y="2"/>
                    <a:pt x="96" y="0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2" y="46"/>
                    <a:pt x="0" y="49"/>
                    <a:pt x="0" y="53"/>
                  </a:cubicBezTo>
                  <a:cubicBezTo>
                    <a:pt x="0" y="59"/>
                    <a:pt x="5" y="64"/>
                    <a:pt x="11" y="64"/>
                  </a:cubicBezTo>
                  <a:cubicBezTo>
                    <a:pt x="17" y="64"/>
                    <a:pt x="22" y="59"/>
                    <a:pt x="22" y="53"/>
                  </a:cubicBezTo>
                  <a:cubicBezTo>
                    <a:pt x="22" y="49"/>
                    <a:pt x="19" y="46"/>
                    <a:pt x="16" y="44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234" y="40"/>
                    <a:pt x="234" y="40"/>
                    <a:pt x="234" y="40"/>
                  </a:cubicBezTo>
                  <a:cubicBezTo>
                    <a:pt x="234" y="44"/>
                    <a:pt x="234" y="44"/>
                    <a:pt x="234" y="44"/>
                  </a:cubicBezTo>
                  <a:cubicBezTo>
                    <a:pt x="231" y="46"/>
                    <a:pt x="229" y="49"/>
                    <a:pt x="229" y="53"/>
                  </a:cubicBezTo>
                  <a:cubicBezTo>
                    <a:pt x="229" y="59"/>
                    <a:pt x="233" y="64"/>
                    <a:pt x="240" y="64"/>
                  </a:cubicBezTo>
                  <a:cubicBezTo>
                    <a:pt x="246" y="64"/>
                    <a:pt x="250" y="59"/>
                    <a:pt x="250" y="53"/>
                  </a:cubicBezTo>
                  <a:cubicBezTo>
                    <a:pt x="250" y="49"/>
                    <a:pt x="248" y="46"/>
                    <a:pt x="245" y="44"/>
                  </a:cubicBezTo>
                  <a:close/>
                  <a:moveTo>
                    <a:pt x="245" y="44"/>
                  </a:moveTo>
                  <a:cubicBezTo>
                    <a:pt x="245" y="44"/>
                    <a:pt x="245" y="44"/>
                    <a:pt x="24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" name="Freeform 23">
              <a:extLst>
                <a:ext uri="{FF2B5EF4-FFF2-40B4-BE49-F238E27FC236}">
                  <a16:creationId xmlns:a16="http://schemas.microsoft.com/office/drawing/2014/main" id="{104D50EC-0E18-BA43-A482-B146A902A2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63" y="1420813"/>
              <a:ext cx="80963" cy="3063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4" y="106"/>
                </a:cxn>
                <a:cxn ang="0">
                  <a:pos x="28" y="92"/>
                </a:cxn>
                <a:cxn ang="0">
                  <a:pos x="28" y="1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8" h="106"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4" y="106"/>
                  </a:cubicBezTo>
                  <a:cubicBezTo>
                    <a:pt x="21" y="106"/>
                    <a:pt x="28" y="100"/>
                    <a:pt x="28" y="9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6"/>
                    <a:pt x="21" y="0"/>
                    <a:pt x="14" y="0"/>
                  </a:cubicBez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" name="Freeform 24">
              <a:extLst>
                <a:ext uri="{FF2B5EF4-FFF2-40B4-BE49-F238E27FC236}">
                  <a16:creationId xmlns:a16="http://schemas.microsoft.com/office/drawing/2014/main" id="{27DF0B70-6C83-A44E-A516-E27FB7DC3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8025" y="1420813"/>
              <a:ext cx="77788" cy="30638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3" y="106"/>
                </a:cxn>
                <a:cxn ang="0">
                  <a:pos x="27" y="92"/>
                </a:cxn>
                <a:cxn ang="0">
                  <a:pos x="27" y="14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7" h="106"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3" y="106"/>
                  </a:cubicBezTo>
                  <a:cubicBezTo>
                    <a:pt x="21" y="106"/>
                    <a:pt x="27" y="100"/>
                    <a:pt x="27" y="9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F99BBB5E-6598-5F48-8B8D-6A9199F93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675" y="982663"/>
              <a:ext cx="174625" cy="174625"/>
            </a:xfrm>
            <a:custGeom>
              <a:avLst/>
              <a:gdLst/>
              <a:ahLst/>
              <a:cxnLst>
                <a:cxn ang="0">
                  <a:pos x="60" y="30"/>
                </a:cxn>
                <a:cxn ang="0">
                  <a:pos x="30" y="60"/>
                </a:cxn>
                <a:cxn ang="0">
                  <a:pos x="0" y="30"/>
                </a:cxn>
                <a:cxn ang="0">
                  <a:pos x="30" y="0"/>
                </a:cxn>
                <a:cxn ang="0">
                  <a:pos x="60" y="30"/>
                </a:cxn>
                <a:cxn ang="0">
                  <a:pos x="60" y="30"/>
                </a:cxn>
                <a:cxn ang="0">
                  <a:pos x="60" y="30"/>
                </a:cxn>
              </a:cxnLst>
              <a:rect l="0" t="0" r="r" b="b"/>
              <a:pathLst>
                <a:path w="60" h="60">
                  <a:moveTo>
                    <a:pt x="60" y="30"/>
                  </a:moveTo>
                  <a:cubicBezTo>
                    <a:pt x="60" y="46"/>
                    <a:pt x="47" y="60"/>
                    <a:pt x="30" y="60"/>
                  </a:cubicBez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lose/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0EC7649C-DA2B-644B-81F1-F88A1C3619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3250" y="1162050"/>
              <a:ext cx="365125" cy="298450"/>
            </a:xfrm>
            <a:custGeom>
              <a:avLst/>
              <a:gdLst/>
              <a:ahLst/>
              <a:cxnLst>
                <a:cxn ang="0">
                  <a:pos x="19" y="103"/>
                </a:cxn>
                <a:cxn ang="0">
                  <a:pos x="20" y="102"/>
                </a:cxn>
                <a:cxn ang="0">
                  <a:pos x="31" y="90"/>
                </a:cxn>
                <a:cxn ang="0">
                  <a:pos x="33" y="51"/>
                </a:cxn>
                <a:cxn ang="0">
                  <a:pos x="33" y="92"/>
                </a:cxn>
                <a:cxn ang="0">
                  <a:pos x="34" y="94"/>
                </a:cxn>
                <a:cxn ang="0">
                  <a:pos x="50" y="84"/>
                </a:cxn>
                <a:cxn ang="0">
                  <a:pos x="62" y="89"/>
                </a:cxn>
                <a:cxn ang="0">
                  <a:pos x="64" y="92"/>
                </a:cxn>
                <a:cxn ang="0">
                  <a:pos x="79" y="84"/>
                </a:cxn>
                <a:cxn ang="0">
                  <a:pos x="95" y="93"/>
                </a:cxn>
                <a:cxn ang="0">
                  <a:pos x="95" y="92"/>
                </a:cxn>
                <a:cxn ang="0">
                  <a:pos x="95" y="50"/>
                </a:cxn>
                <a:cxn ang="0">
                  <a:pos x="98" y="89"/>
                </a:cxn>
                <a:cxn ang="0">
                  <a:pos x="108" y="101"/>
                </a:cxn>
                <a:cxn ang="0">
                  <a:pos x="109" y="101"/>
                </a:cxn>
                <a:cxn ang="0">
                  <a:pos x="121" y="91"/>
                </a:cxn>
                <a:cxn ang="0">
                  <a:pos x="71" y="0"/>
                </a:cxn>
                <a:cxn ang="0">
                  <a:pos x="64" y="8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8" y="92"/>
                </a:cxn>
                <a:cxn ang="0">
                  <a:pos x="19" y="103"/>
                </a:cxn>
                <a:cxn ang="0">
                  <a:pos x="19" y="103"/>
                </a:cxn>
                <a:cxn ang="0">
                  <a:pos x="19" y="103"/>
                </a:cxn>
              </a:cxnLst>
              <a:rect l="0" t="0" r="r" b="b"/>
              <a:pathLst>
                <a:path w="126" h="103">
                  <a:moveTo>
                    <a:pt x="19" y="103"/>
                  </a:moveTo>
                  <a:cubicBezTo>
                    <a:pt x="20" y="103"/>
                    <a:pt x="20" y="102"/>
                    <a:pt x="20" y="102"/>
                  </a:cubicBezTo>
                  <a:cubicBezTo>
                    <a:pt x="27" y="102"/>
                    <a:pt x="31" y="96"/>
                    <a:pt x="31" y="90"/>
                  </a:cubicBezTo>
                  <a:cubicBezTo>
                    <a:pt x="29" y="72"/>
                    <a:pt x="30" y="60"/>
                    <a:pt x="33" y="51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3" y="93"/>
                    <a:pt x="34" y="94"/>
                    <a:pt x="34" y="94"/>
                  </a:cubicBezTo>
                  <a:cubicBezTo>
                    <a:pt x="36" y="88"/>
                    <a:pt x="43" y="84"/>
                    <a:pt x="50" y="84"/>
                  </a:cubicBezTo>
                  <a:cubicBezTo>
                    <a:pt x="55" y="84"/>
                    <a:pt x="59" y="86"/>
                    <a:pt x="62" y="89"/>
                  </a:cubicBezTo>
                  <a:cubicBezTo>
                    <a:pt x="63" y="90"/>
                    <a:pt x="64" y="91"/>
                    <a:pt x="64" y="92"/>
                  </a:cubicBezTo>
                  <a:cubicBezTo>
                    <a:pt x="68" y="87"/>
                    <a:pt x="73" y="84"/>
                    <a:pt x="79" y="84"/>
                  </a:cubicBezTo>
                  <a:cubicBezTo>
                    <a:pt x="86" y="84"/>
                    <a:pt x="91" y="88"/>
                    <a:pt x="95" y="93"/>
                  </a:cubicBezTo>
                  <a:cubicBezTo>
                    <a:pt x="95" y="93"/>
                    <a:pt x="95" y="92"/>
                    <a:pt x="95" y="92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8" y="59"/>
                    <a:pt x="99" y="71"/>
                    <a:pt x="98" y="89"/>
                  </a:cubicBezTo>
                  <a:cubicBezTo>
                    <a:pt x="97" y="95"/>
                    <a:pt x="102" y="101"/>
                    <a:pt x="108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5" y="101"/>
                    <a:pt x="120" y="97"/>
                    <a:pt x="121" y="91"/>
                  </a:cubicBezTo>
                  <a:cubicBezTo>
                    <a:pt x="126" y="39"/>
                    <a:pt x="101" y="7"/>
                    <a:pt x="71" y="0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7" y="3"/>
                    <a:pt x="0" y="20"/>
                    <a:pt x="8" y="92"/>
                  </a:cubicBezTo>
                  <a:cubicBezTo>
                    <a:pt x="8" y="98"/>
                    <a:pt x="13" y="103"/>
                    <a:pt x="19" y="103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3" name="Group 224">
            <a:extLst>
              <a:ext uri="{FF2B5EF4-FFF2-40B4-BE49-F238E27FC236}">
                <a16:creationId xmlns:a16="http://schemas.microsoft.com/office/drawing/2014/main" id="{187CD989-A729-2645-ACFC-1E1B8B71EF4F}"/>
              </a:ext>
            </a:extLst>
          </p:cNvPr>
          <p:cNvGrpSpPr/>
          <p:nvPr/>
        </p:nvGrpSpPr>
        <p:grpSpPr>
          <a:xfrm>
            <a:off x="901098" y="1884335"/>
            <a:ext cx="953476" cy="974055"/>
            <a:chOff x="-9525" y="3198813"/>
            <a:chExt cx="882650" cy="901700"/>
          </a:xfrm>
          <a:solidFill>
            <a:schemeClr val="accent1"/>
          </a:solidFill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624E7EAC-61B9-3341-B043-327C1B80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238" y="3581400"/>
              <a:ext cx="254000" cy="109538"/>
            </a:xfrm>
            <a:custGeom>
              <a:avLst/>
              <a:gdLst/>
              <a:ahLst/>
              <a:cxnLst>
                <a:cxn ang="0">
                  <a:pos x="73" y="13"/>
                </a:cxn>
                <a:cxn ang="0">
                  <a:pos x="20" y="4"/>
                </a:cxn>
                <a:cxn ang="0">
                  <a:pos x="4" y="4"/>
                </a:cxn>
                <a:cxn ang="0">
                  <a:pos x="4" y="20"/>
                </a:cxn>
                <a:cxn ang="0">
                  <a:pos x="55" y="38"/>
                </a:cxn>
                <a:cxn ang="0">
                  <a:pos x="78" y="36"/>
                </a:cxn>
                <a:cxn ang="0">
                  <a:pos x="86" y="22"/>
                </a:cxn>
                <a:cxn ang="0">
                  <a:pos x="73" y="13"/>
                </a:cxn>
                <a:cxn ang="0">
                  <a:pos x="73" y="13"/>
                </a:cxn>
                <a:cxn ang="0">
                  <a:pos x="73" y="13"/>
                </a:cxn>
              </a:cxnLst>
              <a:rect l="0" t="0" r="r" b="b"/>
              <a:pathLst>
                <a:path w="88" h="38">
                  <a:moveTo>
                    <a:pt x="73" y="13"/>
                  </a:moveTo>
                  <a:cubicBezTo>
                    <a:pt x="38" y="21"/>
                    <a:pt x="21" y="5"/>
                    <a:pt x="20" y="4"/>
                  </a:cubicBezTo>
                  <a:cubicBezTo>
                    <a:pt x="16" y="0"/>
                    <a:pt x="9" y="0"/>
                    <a:pt x="4" y="4"/>
                  </a:cubicBezTo>
                  <a:cubicBezTo>
                    <a:pt x="0" y="8"/>
                    <a:pt x="0" y="15"/>
                    <a:pt x="4" y="20"/>
                  </a:cubicBezTo>
                  <a:cubicBezTo>
                    <a:pt x="5" y="21"/>
                    <a:pt x="22" y="38"/>
                    <a:pt x="55" y="38"/>
                  </a:cubicBezTo>
                  <a:cubicBezTo>
                    <a:pt x="62" y="38"/>
                    <a:pt x="70" y="37"/>
                    <a:pt x="78" y="36"/>
                  </a:cubicBezTo>
                  <a:cubicBezTo>
                    <a:pt x="84" y="34"/>
                    <a:pt x="88" y="28"/>
                    <a:pt x="86" y="22"/>
                  </a:cubicBezTo>
                  <a:cubicBezTo>
                    <a:pt x="85" y="16"/>
                    <a:pt x="79" y="12"/>
                    <a:pt x="73" y="13"/>
                  </a:cubicBezTo>
                  <a:close/>
                  <a:moveTo>
                    <a:pt x="73" y="13"/>
                  </a:moveTo>
                  <a:cubicBezTo>
                    <a:pt x="73" y="13"/>
                    <a:pt x="73" y="13"/>
                    <a:pt x="73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9F8E1653-10F7-E74A-B760-2FE2854766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900" y="3462338"/>
              <a:ext cx="147638" cy="144463"/>
            </a:xfrm>
            <a:custGeom>
              <a:avLst/>
              <a:gdLst/>
              <a:ahLst/>
              <a:cxnLst>
                <a:cxn ang="0">
                  <a:pos x="51" y="25"/>
                </a:cxn>
                <a:cxn ang="0">
                  <a:pos x="25" y="50"/>
                </a:cxn>
                <a:cxn ang="0">
                  <a:pos x="0" y="25"/>
                </a:cxn>
                <a:cxn ang="0">
                  <a:pos x="25" y="0"/>
                </a:cxn>
                <a:cxn ang="0">
                  <a:pos x="51" y="25"/>
                </a:cxn>
                <a:cxn ang="0">
                  <a:pos x="51" y="25"/>
                </a:cxn>
                <a:cxn ang="0">
                  <a:pos x="51" y="25"/>
                </a:cxn>
              </a:cxnLst>
              <a:rect l="0" t="0" r="r" b="b"/>
              <a:pathLst>
                <a:path w="51" h="50">
                  <a:moveTo>
                    <a:pt x="51" y="25"/>
                  </a:moveTo>
                  <a:cubicBezTo>
                    <a:pt x="51" y="39"/>
                    <a:pt x="40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0" y="0"/>
                    <a:pt x="51" y="11"/>
                    <a:pt x="51" y="25"/>
                  </a:cubicBezTo>
                  <a:close/>
                  <a:moveTo>
                    <a:pt x="51" y="25"/>
                  </a:moveTo>
                  <a:cubicBezTo>
                    <a:pt x="51" y="25"/>
                    <a:pt x="51" y="25"/>
                    <a:pt x="51" y="2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5978C159-1B86-FB49-B9DB-1A8B1CD8E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525" y="3549650"/>
              <a:ext cx="882650" cy="550863"/>
            </a:xfrm>
            <a:custGeom>
              <a:avLst/>
              <a:gdLst/>
              <a:ahLst/>
              <a:cxnLst>
                <a:cxn ang="0">
                  <a:pos x="295" y="99"/>
                </a:cxn>
                <a:cxn ang="0">
                  <a:pos x="247" y="80"/>
                </a:cxn>
                <a:cxn ang="0">
                  <a:pos x="242" y="79"/>
                </a:cxn>
                <a:cxn ang="0">
                  <a:pos x="230" y="79"/>
                </a:cxn>
                <a:cxn ang="0">
                  <a:pos x="230" y="76"/>
                </a:cxn>
                <a:cxn ang="0">
                  <a:pos x="229" y="73"/>
                </a:cxn>
                <a:cxn ang="0">
                  <a:pos x="274" y="85"/>
                </a:cxn>
                <a:cxn ang="0">
                  <a:pos x="277" y="85"/>
                </a:cxn>
                <a:cxn ang="0">
                  <a:pos x="290" y="75"/>
                </a:cxn>
                <a:cxn ang="0">
                  <a:pos x="281" y="59"/>
                </a:cxn>
                <a:cxn ang="0">
                  <a:pos x="222" y="43"/>
                </a:cxn>
                <a:cxn ang="0">
                  <a:pos x="218" y="42"/>
                </a:cxn>
                <a:cxn ang="0">
                  <a:pos x="178" y="42"/>
                </a:cxn>
                <a:cxn ang="0">
                  <a:pos x="167" y="51"/>
                </a:cxn>
                <a:cxn ang="0">
                  <a:pos x="147" y="54"/>
                </a:cxn>
                <a:cxn ang="0">
                  <a:pos x="91" y="35"/>
                </a:cxn>
                <a:cxn ang="0">
                  <a:pos x="85" y="25"/>
                </a:cxn>
                <a:cxn ang="0">
                  <a:pos x="88" y="14"/>
                </a:cxn>
                <a:cxn ang="0">
                  <a:pos x="100" y="8"/>
                </a:cxn>
                <a:cxn ang="0">
                  <a:pos x="110" y="11"/>
                </a:cxn>
                <a:cxn ang="0">
                  <a:pos x="133" y="21"/>
                </a:cxn>
                <a:cxn ang="0">
                  <a:pos x="108" y="5"/>
                </a:cxn>
                <a:cxn ang="0">
                  <a:pos x="82" y="10"/>
                </a:cxn>
                <a:cxn ang="0">
                  <a:pos x="79" y="14"/>
                </a:cxn>
                <a:cxn ang="0">
                  <a:pos x="76" y="19"/>
                </a:cxn>
                <a:cxn ang="0">
                  <a:pos x="76" y="19"/>
                </a:cxn>
                <a:cxn ang="0">
                  <a:pos x="83" y="45"/>
                </a:cxn>
                <a:cxn ang="0">
                  <a:pos x="130" y="75"/>
                </a:cxn>
                <a:cxn ang="0">
                  <a:pos x="132" y="76"/>
                </a:cxn>
                <a:cxn ang="0">
                  <a:pos x="132" y="76"/>
                </a:cxn>
                <a:cxn ang="0">
                  <a:pos x="132" y="79"/>
                </a:cxn>
                <a:cxn ang="0">
                  <a:pos x="118" y="79"/>
                </a:cxn>
                <a:cxn ang="0">
                  <a:pos x="55" y="35"/>
                </a:cxn>
                <a:cxn ang="0">
                  <a:pos x="56" y="34"/>
                </a:cxn>
                <a:cxn ang="0">
                  <a:pos x="54" y="23"/>
                </a:cxn>
                <a:cxn ang="0">
                  <a:pos x="32" y="10"/>
                </a:cxn>
                <a:cxn ang="0">
                  <a:pos x="22" y="12"/>
                </a:cxn>
                <a:cxn ang="0">
                  <a:pos x="4" y="17"/>
                </a:cxn>
                <a:cxn ang="0">
                  <a:pos x="8" y="36"/>
                </a:cxn>
                <a:cxn ang="0">
                  <a:pos x="106" y="104"/>
                </a:cxn>
                <a:cxn ang="0">
                  <a:pos x="114" y="107"/>
                </a:cxn>
                <a:cxn ang="0">
                  <a:pos x="132" y="107"/>
                </a:cxn>
                <a:cxn ang="0">
                  <a:pos x="140" y="112"/>
                </a:cxn>
                <a:cxn ang="0">
                  <a:pos x="157" y="112"/>
                </a:cxn>
                <a:cxn ang="0">
                  <a:pos x="157" y="177"/>
                </a:cxn>
                <a:cxn ang="0">
                  <a:pos x="149" y="177"/>
                </a:cxn>
                <a:cxn ang="0">
                  <a:pos x="142" y="184"/>
                </a:cxn>
                <a:cxn ang="0">
                  <a:pos x="149" y="190"/>
                </a:cxn>
                <a:cxn ang="0">
                  <a:pos x="214" y="190"/>
                </a:cxn>
                <a:cxn ang="0">
                  <a:pos x="220" y="184"/>
                </a:cxn>
                <a:cxn ang="0">
                  <a:pos x="214" y="177"/>
                </a:cxn>
                <a:cxn ang="0">
                  <a:pos x="204" y="177"/>
                </a:cxn>
                <a:cxn ang="0">
                  <a:pos x="204" y="112"/>
                </a:cxn>
                <a:cxn ang="0">
                  <a:pos x="221" y="112"/>
                </a:cxn>
                <a:cxn ang="0">
                  <a:pos x="229" y="107"/>
                </a:cxn>
                <a:cxn ang="0">
                  <a:pos x="239" y="107"/>
                </a:cxn>
                <a:cxn ang="0">
                  <a:pos x="284" y="125"/>
                </a:cxn>
                <a:cxn ang="0">
                  <a:pos x="289" y="126"/>
                </a:cxn>
                <a:cxn ang="0">
                  <a:pos x="302" y="117"/>
                </a:cxn>
                <a:cxn ang="0">
                  <a:pos x="295" y="99"/>
                </a:cxn>
                <a:cxn ang="0">
                  <a:pos x="295" y="99"/>
                </a:cxn>
                <a:cxn ang="0">
                  <a:pos x="295" y="99"/>
                </a:cxn>
              </a:cxnLst>
              <a:rect l="0" t="0" r="r" b="b"/>
              <a:pathLst>
                <a:path w="305" h="190">
                  <a:moveTo>
                    <a:pt x="295" y="99"/>
                  </a:moveTo>
                  <a:cubicBezTo>
                    <a:pt x="247" y="80"/>
                    <a:pt x="247" y="80"/>
                    <a:pt x="247" y="80"/>
                  </a:cubicBezTo>
                  <a:cubicBezTo>
                    <a:pt x="245" y="79"/>
                    <a:pt x="244" y="79"/>
                    <a:pt x="242" y="79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5"/>
                    <a:pt x="229" y="74"/>
                    <a:pt x="229" y="73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5" y="85"/>
                    <a:pt x="276" y="85"/>
                    <a:pt x="277" y="85"/>
                  </a:cubicBezTo>
                  <a:cubicBezTo>
                    <a:pt x="283" y="85"/>
                    <a:pt x="289" y="81"/>
                    <a:pt x="290" y="75"/>
                  </a:cubicBezTo>
                  <a:cubicBezTo>
                    <a:pt x="292" y="68"/>
                    <a:pt x="288" y="61"/>
                    <a:pt x="281" y="59"/>
                  </a:cubicBezTo>
                  <a:cubicBezTo>
                    <a:pt x="222" y="43"/>
                    <a:pt x="222" y="43"/>
                    <a:pt x="222" y="43"/>
                  </a:cubicBezTo>
                  <a:cubicBezTo>
                    <a:pt x="220" y="42"/>
                    <a:pt x="219" y="42"/>
                    <a:pt x="218" y="42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6" y="47"/>
                    <a:pt x="172" y="50"/>
                    <a:pt x="167" y="51"/>
                  </a:cubicBezTo>
                  <a:cubicBezTo>
                    <a:pt x="160" y="53"/>
                    <a:pt x="153" y="54"/>
                    <a:pt x="147" y="54"/>
                  </a:cubicBezTo>
                  <a:cubicBezTo>
                    <a:pt x="114" y="54"/>
                    <a:pt x="92" y="36"/>
                    <a:pt x="91" y="35"/>
                  </a:cubicBezTo>
                  <a:cubicBezTo>
                    <a:pt x="87" y="33"/>
                    <a:pt x="85" y="29"/>
                    <a:pt x="85" y="25"/>
                  </a:cubicBezTo>
                  <a:cubicBezTo>
                    <a:pt x="85" y="21"/>
                    <a:pt x="86" y="17"/>
                    <a:pt x="88" y="14"/>
                  </a:cubicBezTo>
                  <a:cubicBezTo>
                    <a:pt x="91" y="10"/>
                    <a:pt x="96" y="8"/>
                    <a:pt x="100" y="8"/>
                  </a:cubicBezTo>
                  <a:cubicBezTo>
                    <a:pt x="104" y="8"/>
                    <a:pt x="107" y="9"/>
                    <a:pt x="110" y="11"/>
                  </a:cubicBezTo>
                  <a:cubicBezTo>
                    <a:pt x="110" y="12"/>
                    <a:pt x="119" y="18"/>
                    <a:pt x="133" y="21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99" y="0"/>
                    <a:pt x="89" y="4"/>
                    <a:pt x="82" y="10"/>
                  </a:cubicBezTo>
                  <a:cubicBezTo>
                    <a:pt x="82" y="10"/>
                    <a:pt x="80" y="11"/>
                    <a:pt x="79" y="14"/>
                  </a:cubicBezTo>
                  <a:cubicBezTo>
                    <a:pt x="77" y="16"/>
                    <a:pt x="76" y="19"/>
                    <a:pt x="76" y="19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3" y="27"/>
                    <a:pt x="74" y="39"/>
                    <a:pt x="83" y="45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1" y="75"/>
                    <a:pt x="131" y="76"/>
                    <a:pt x="132" y="76"/>
                  </a:cubicBezTo>
                  <a:cubicBezTo>
                    <a:pt x="132" y="76"/>
                    <a:pt x="132" y="76"/>
                    <a:pt x="132" y="76"/>
                  </a:cubicBezTo>
                  <a:cubicBezTo>
                    <a:pt x="132" y="79"/>
                    <a:pt x="132" y="79"/>
                    <a:pt x="132" y="7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6" y="35"/>
                    <a:pt x="56" y="35"/>
                    <a:pt x="56" y="34"/>
                  </a:cubicBezTo>
                  <a:cubicBezTo>
                    <a:pt x="59" y="31"/>
                    <a:pt x="58" y="26"/>
                    <a:pt x="54" y="23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9" y="8"/>
                    <a:pt x="24" y="9"/>
                    <a:pt x="22" y="12"/>
                  </a:cubicBezTo>
                  <a:cubicBezTo>
                    <a:pt x="16" y="9"/>
                    <a:pt x="8" y="11"/>
                    <a:pt x="4" y="17"/>
                  </a:cubicBezTo>
                  <a:cubicBezTo>
                    <a:pt x="0" y="23"/>
                    <a:pt x="2" y="32"/>
                    <a:pt x="8" y="36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8" y="106"/>
                    <a:pt x="111" y="107"/>
                    <a:pt x="114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10"/>
                    <a:pt x="136" y="112"/>
                    <a:pt x="140" y="112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49" y="177"/>
                    <a:pt x="149" y="177"/>
                    <a:pt x="149" y="177"/>
                  </a:cubicBezTo>
                  <a:cubicBezTo>
                    <a:pt x="145" y="177"/>
                    <a:pt x="142" y="180"/>
                    <a:pt x="142" y="184"/>
                  </a:cubicBezTo>
                  <a:cubicBezTo>
                    <a:pt x="142" y="187"/>
                    <a:pt x="145" y="190"/>
                    <a:pt x="149" y="190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17" y="190"/>
                    <a:pt x="220" y="187"/>
                    <a:pt x="220" y="184"/>
                  </a:cubicBezTo>
                  <a:cubicBezTo>
                    <a:pt x="220" y="180"/>
                    <a:pt x="217" y="177"/>
                    <a:pt x="214" y="177"/>
                  </a:cubicBezTo>
                  <a:cubicBezTo>
                    <a:pt x="204" y="177"/>
                    <a:pt x="204" y="177"/>
                    <a:pt x="204" y="177"/>
                  </a:cubicBezTo>
                  <a:cubicBezTo>
                    <a:pt x="204" y="112"/>
                    <a:pt x="204" y="112"/>
                    <a:pt x="204" y="112"/>
                  </a:cubicBezTo>
                  <a:cubicBezTo>
                    <a:pt x="221" y="112"/>
                    <a:pt x="221" y="112"/>
                    <a:pt x="221" y="112"/>
                  </a:cubicBezTo>
                  <a:cubicBezTo>
                    <a:pt x="225" y="112"/>
                    <a:pt x="228" y="110"/>
                    <a:pt x="229" y="107"/>
                  </a:cubicBezTo>
                  <a:cubicBezTo>
                    <a:pt x="239" y="107"/>
                    <a:pt x="239" y="107"/>
                    <a:pt x="239" y="107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6" y="126"/>
                    <a:pt x="288" y="126"/>
                    <a:pt x="289" y="126"/>
                  </a:cubicBezTo>
                  <a:cubicBezTo>
                    <a:pt x="295" y="126"/>
                    <a:pt x="300" y="123"/>
                    <a:pt x="302" y="117"/>
                  </a:cubicBezTo>
                  <a:cubicBezTo>
                    <a:pt x="305" y="110"/>
                    <a:pt x="302" y="102"/>
                    <a:pt x="295" y="99"/>
                  </a:cubicBezTo>
                  <a:close/>
                  <a:moveTo>
                    <a:pt x="295" y="99"/>
                  </a:moveTo>
                  <a:cubicBezTo>
                    <a:pt x="295" y="99"/>
                    <a:pt x="295" y="99"/>
                    <a:pt x="295" y="9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BA9F5BDF-DDD1-9740-B700-F01CC004B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275" y="3370263"/>
              <a:ext cx="415925" cy="295275"/>
            </a:xfrm>
            <a:custGeom>
              <a:avLst/>
              <a:gdLst/>
              <a:ahLst/>
              <a:cxnLst>
                <a:cxn ang="0">
                  <a:pos x="11" y="62"/>
                </a:cxn>
                <a:cxn ang="0">
                  <a:pos x="59" y="47"/>
                </a:cxn>
                <a:cxn ang="0">
                  <a:pos x="59" y="65"/>
                </a:cxn>
                <a:cxn ang="0">
                  <a:pos x="55" y="83"/>
                </a:cxn>
                <a:cxn ang="0">
                  <a:pos x="57" y="82"/>
                </a:cxn>
                <a:cxn ang="0">
                  <a:pos x="60" y="82"/>
                </a:cxn>
                <a:cxn ang="0">
                  <a:pos x="75" y="94"/>
                </a:cxn>
                <a:cxn ang="0">
                  <a:pos x="75" y="100"/>
                </a:cxn>
                <a:cxn ang="0">
                  <a:pos x="114" y="100"/>
                </a:cxn>
                <a:cxn ang="0">
                  <a:pos x="118" y="101"/>
                </a:cxn>
                <a:cxn ang="0">
                  <a:pos x="124" y="102"/>
                </a:cxn>
                <a:cxn ang="0">
                  <a:pos x="116" y="65"/>
                </a:cxn>
                <a:cxn ang="0">
                  <a:pos x="116" y="44"/>
                </a:cxn>
                <a:cxn ang="0">
                  <a:pos x="122" y="84"/>
                </a:cxn>
                <a:cxn ang="0">
                  <a:pos x="133" y="95"/>
                </a:cxn>
                <a:cxn ang="0">
                  <a:pos x="133" y="95"/>
                </a:cxn>
                <a:cxn ang="0">
                  <a:pos x="144" y="84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7" y="7"/>
                </a:cxn>
                <a:cxn ang="0">
                  <a:pos x="80" y="0"/>
                </a:cxn>
                <a:cxn ang="0">
                  <a:pos x="69" y="5"/>
                </a:cxn>
                <a:cxn ang="0">
                  <a:pos x="53" y="21"/>
                </a:cxn>
                <a:cxn ang="0">
                  <a:pos x="11" y="41"/>
                </a:cxn>
                <a:cxn ang="0">
                  <a:pos x="0" y="51"/>
                </a:cxn>
                <a:cxn ang="0">
                  <a:pos x="11" y="62"/>
                </a:cxn>
                <a:cxn ang="0">
                  <a:pos x="11" y="62"/>
                </a:cxn>
                <a:cxn ang="0">
                  <a:pos x="11" y="62"/>
                </a:cxn>
              </a:cxnLst>
              <a:rect l="0" t="0" r="r" b="b"/>
              <a:pathLst>
                <a:path w="144" h="102">
                  <a:moveTo>
                    <a:pt x="11" y="62"/>
                  </a:moveTo>
                  <a:cubicBezTo>
                    <a:pt x="36" y="62"/>
                    <a:pt x="50" y="55"/>
                    <a:pt x="59" y="47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8" y="68"/>
                    <a:pt x="57" y="75"/>
                    <a:pt x="55" y="83"/>
                  </a:cubicBezTo>
                  <a:cubicBezTo>
                    <a:pt x="55" y="83"/>
                    <a:pt x="56" y="82"/>
                    <a:pt x="57" y="82"/>
                  </a:cubicBezTo>
                  <a:cubicBezTo>
                    <a:pt x="58" y="82"/>
                    <a:pt x="59" y="82"/>
                    <a:pt x="60" y="82"/>
                  </a:cubicBezTo>
                  <a:cubicBezTo>
                    <a:pt x="67" y="82"/>
                    <a:pt x="74" y="87"/>
                    <a:pt x="75" y="94"/>
                  </a:cubicBezTo>
                  <a:cubicBezTo>
                    <a:pt x="76" y="96"/>
                    <a:pt x="76" y="98"/>
                    <a:pt x="75" y="100"/>
                  </a:cubicBezTo>
                  <a:cubicBezTo>
                    <a:pt x="114" y="100"/>
                    <a:pt x="114" y="100"/>
                    <a:pt x="114" y="100"/>
                  </a:cubicBezTo>
                  <a:cubicBezTo>
                    <a:pt x="115" y="100"/>
                    <a:pt x="117" y="100"/>
                    <a:pt x="118" y="101"/>
                  </a:cubicBezTo>
                  <a:cubicBezTo>
                    <a:pt x="124" y="102"/>
                    <a:pt x="124" y="102"/>
                    <a:pt x="124" y="102"/>
                  </a:cubicBezTo>
                  <a:cubicBezTo>
                    <a:pt x="121" y="86"/>
                    <a:pt x="117" y="71"/>
                    <a:pt x="116" y="6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20" y="53"/>
                    <a:pt x="122" y="65"/>
                    <a:pt x="122" y="84"/>
                  </a:cubicBezTo>
                  <a:cubicBezTo>
                    <a:pt x="122" y="90"/>
                    <a:pt x="127" y="95"/>
                    <a:pt x="133" y="95"/>
                  </a:cubicBezTo>
                  <a:cubicBezTo>
                    <a:pt x="133" y="95"/>
                    <a:pt x="133" y="95"/>
                    <a:pt x="133" y="95"/>
                  </a:cubicBezTo>
                  <a:cubicBezTo>
                    <a:pt x="139" y="95"/>
                    <a:pt x="144" y="90"/>
                    <a:pt x="144" y="84"/>
                  </a:cubicBezTo>
                  <a:cubicBezTo>
                    <a:pt x="144" y="33"/>
                    <a:pt x="119" y="9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6" y="1"/>
                    <a:pt x="73" y="3"/>
                    <a:pt x="69" y="5"/>
                  </a:cubicBezTo>
                  <a:cubicBezTo>
                    <a:pt x="69" y="5"/>
                    <a:pt x="60" y="12"/>
                    <a:pt x="53" y="21"/>
                  </a:cubicBezTo>
                  <a:cubicBezTo>
                    <a:pt x="46" y="32"/>
                    <a:pt x="39" y="41"/>
                    <a:pt x="11" y="41"/>
                  </a:cubicBezTo>
                  <a:cubicBezTo>
                    <a:pt x="5" y="41"/>
                    <a:pt x="0" y="45"/>
                    <a:pt x="0" y="51"/>
                  </a:cubicBezTo>
                  <a:cubicBezTo>
                    <a:pt x="0" y="57"/>
                    <a:pt x="5" y="62"/>
                    <a:pt x="11" y="62"/>
                  </a:cubicBezTo>
                  <a:close/>
                  <a:moveTo>
                    <a:pt x="11" y="62"/>
                  </a:moveTo>
                  <a:cubicBezTo>
                    <a:pt x="11" y="62"/>
                    <a:pt x="11" y="62"/>
                    <a:pt x="11" y="6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624522E8-8730-AF4D-AA93-84BDA456CE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4663" y="3198813"/>
              <a:ext cx="149225" cy="165100"/>
            </a:xfrm>
            <a:custGeom>
              <a:avLst/>
              <a:gdLst/>
              <a:ahLst/>
              <a:cxnLst>
                <a:cxn ang="0">
                  <a:pos x="26" y="57"/>
                </a:cxn>
                <a:cxn ang="0">
                  <a:pos x="52" y="31"/>
                </a:cxn>
                <a:cxn ang="0">
                  <a:pos x="46" y="15"/>
                </a:cxn>
                <a:cxn ang="0">
                  <a:pos x="38" y="15"/>
                </a:cxn>
                <a:cxn ang="0">
                  <a:pos x="38" y="11"/>
                </a:cxn>
                <a:cxn ang="0">
                  <a:pos x="42" y="11"/>
                </a:cxn>
                <a:cxn ang="0">
                  <a:pos x="37" y="7"/>
                </a:cxn>
                <a:cxn ang="0">
                  <a:pos x="26" y="0"/>
                </a:cxn>
                <a:cxn ang="0">
                  <a:pos x="14" y="7"/>
                </a:cxn>
                <a:cxn ang="0">
                  <a:pos x="9" y="11"/>
                </a:cxn>
                <a:cxn ang="0">
                  <a:pos x="14" y="11"/>
                </a:cxn>
                <a:cxn ang="0">
                  <a:pos x="14" y="15"/>
                </a:cxn>
                <a:cxn ang="0">
                  <a:pos x="5" y="15"/>
                </a:cxn>
                <a:cxn ang="0">
                  <a:pos x="0" y="31"/>
                </a:cxn>
                <a:cxn ang="0">
                  <a:pos x="26" y="57"/>
                </a:cxn>
                <a:cxn ang="0">
                  <a:pos x="26" y="5"/>
                </a:cxn>
                <a:cxn ang="0">
                  <a:pos x="33" y="12"/>
                </a:cxn>
                <a:cxn ang="0">
                  <a:pos x="26" y="20"/>
                </a:cxn>
                <a:cxn ang="0">
                  <a:pos x="19" y="12"/>
                </a:cxn>
                <a:cxn ang="0">
                  <a:pos x="26" y="5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52" h="57">
                  <a:moveTo>
                    <a:pt x="26" y="57"/>
                  </a:moveTo>
                  <a:cubicBezTo>
                    <a:pt x="40" y="57"/>
                    <a:pt x="52" y="45"/>
                    <a:pt x="52" y="31"/>
                  </a:cubicBezTo>
                  <a:cubicBezTo>
                    <a:pt x="52" y="25"/>
                    <a:pt x="50" y="19"/>
                    <a:pt x="46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9"/>
                    <a:pt x="39" y="8"/>
                    <a:pt x="37" y="7"/>
                  </a:cubicBezTo>
                  <a:cubicBezTo>
                    <a:pt x="35" y="3"/>
                    <a:pt x="31" y="0"/>
                    <a:pt x="26" y="0"/>
                  </a:cubicBezTo>
                  <a:cubicBezTo>
                    <a:pt x="21" y="0"/>
                    <a:pt x="16" y="3"/>
                    <a:pt x="14" y="7"/>
                  </a:cubicBezTo>
                  <a:cubicBezTo>
                    <a:pt x="12" y="8"/>
                    <a:pt x="11" y="9"/>
                    <a:pt x="9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9"/>
                    <a:pt x="0" y="25"/>
                    <a:pt x="0" y="31"/>
                  </a:cubicBezTo>
                  <a:cubicBezTo>
                    <a:pt x="0" y="45"/>
                    <a:pt x="11" y="57"/>
                    <a:pt x="26" y="57"/>
                  </a:cubicBezTo>
                  <a:close/>
                  <a:moveTo>
                    <a:pt x="26" y="5"/>
                  </a:moveTo>
                  <a:cubicBezTo>
                    <a:pt x="30" y="5"/>
                    <a:pt x="33" y="9"/>
                    <a:pt x="33" y="12"/>
                  </a:cubicBezTo>
                  <a:cubicBezTo>
                    <a:pt x="33" y="16"/>
                    <a:pt x="30" y="20"/>
                    <a:pt x="26" y="20"/>
                  </a:cubicBezTo>
                  <a:cubicBezTo>
                    <a:pt x="22" y="20"/>
                    <a:pt x="19" y="16"/>
                    <a:pt x="19" y="12"/>
                  </a:cubicBezTo>
                  <a:cubicBezTo>
                    <a:pt x="19" y="9"/>
                    <a:pt x="22" y="5"/>
                    <a:pt x="26" y="5"/>
                  </a:cubicBezTo>
                  <a:close/>
                  <a:moveTo>
                    <a:pt x="26" y="5"/>
                  </a:moveTo>
                  <a:cubicBezTo>
                    <a:pt x="26" y="5"/>
                    <a:pt x="26" y="5"/>
                    <a:pt x="26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" name="Group 231">
            <a:extLst>
              <a:ext uri="{FF2B5EF4-FFF2-40B4-BE49-F238E27FC236}">
                <a16:creationId xmlns:a16="http://schemas.microsoft.com/office/drawing/2014/main" id="{B9E6A07A-A008-0149-A67A-D526CAC2871D}"/>
              </a:ext>
            </a:extLst>
          </p:cNvPr>
          <p:cNvGrpSpPr/>
          <p:nvPr/>
        </p:nvGrpSpPr>
        <p:grpSpPr>
          <a:xfrm>
            <a:off x="2171748" y="1908066"/>
            <a:ext cx="752571" cy="926593"/>
            <a:chOff x="6259513" y="2459038"/>
            <a:chExt cx="782637" cy="963612"/>
          </a:xfrm>
          <a:solidFill>
            <a:schemeClr val="accent2"/>
          </a:solidFill>
        </p:grpSpPr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0C29C170-5891-8744-A7F8-713CCFCC68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3825" y="2678113"/>
              <a:ext cx="568325" cy="744537"/>
            </a:xfrm>
            <a:custGeom>
              <a:avLst/>
              <a:gdLst/>
              <a:ahLst/>
              <a:cxnLst>
                <a:cxn ang="0">
                  <a:pos x="99" y="114"/>
                </a:cxn>
                <a:cxn ang="0">
                  <a:pos x="76" y="60"/>
                </a:cxn>
                <a:cxn ang="0">
                  <a:pos x="64" y="55"/>
                </a:cxn>
                <a:cxn ang="0">
                  <a:pos x="60" y="55"/>
                </a:cxn>
                <a:cxn ang="0">
                  <a:pos x="64" y="40"/>
                </a:cxn>
                <a:cxn ang="0">
                  <a:pos x="34" y="7"/>
                </a:cxn>
                <a:cxn ang="0">
                  <a:pos x="32" y="5"/>
                </a:cxn>
                <a:cxn ang="0">
                  <a:pos x="26" y="2"/>
                </a:cxn>
                <a:cxn ang="0">
                  <a:pos x="7" y="13"/>
                </a:cxn>
                <a:cxn ang="0">
                  <a:pos x="1" y="59"/>
                </a:cxn>
                <a:cxn ang="0">
                  <a:pos x="1" y="61"/>
                </a:cxn>
                <a:cxn ang="0">
                  <a:pos x="10" y="75"/>
                </a:cxn>
                <a:cxn ang="0">
                  <a:pos x="61" y="75"/>
                </a:cxn>
                <a:cxn ang="0">
                  <a:pos x="81" y="123"/>
                </a:cxn>
                <a:cxn ang="0">
                  <a:pos x="99" y="114"/>
                </a:cxn>
                <a:cxn ang="0">
                  <a:pos x="33" y="55"/>
                </a:cxn>
                <a:cxn ang="0">
                  <a:pos x="35" y="36"/>
                </a:cxn>
                <a:cxn ang="0">
                  <a:pos x="51" y="53"/>
                </a:cxn>
                <a:cxn ang="0">
                  <a:pos x="54" y="55"/>
                </a:cxn>
                <a:cxn ang="0">
                  <a:pos x="33" y="55"/>
                </a:cxn>
                <a:cxn ang="0">
                  <a:pos x="33" y="55"/>
                </a:cxn>
                <a:cxn ang="0">
                  <a:pos x="33" y="55"/>
                </a:cxn>
              </a:cxnLst>
              <a:rect l="0" t="0" r="r" b="b"/>
              <a:pathLst>
                <a:path w="103" h="136">
                  <a:moveTo>
                    <a:pt x="99" y="114"/>
                  </a:moveTo>
                  <a:cubicBezTo>
                    <a:pt x="92" y="96"/>
                    <a:pt x="85" y="77"/>
                    <a:pt x="76" y="60"/>
                  </a:cubicBezTo>
                  <a:cubicBezTo>
                    <a:pt x="73" y="55"/>
                    <a:pt x="68" y="54"/>
                    <a:pt x="64" y="55"/>
                  </a:cubicBezTo>
                  <a:cubicBezTo>
                    <a:pt x="63" y="55"/>
                    <a:pt x="62" y="55"/>
                    <a:pt x="60" y="55"/>
                  </a:cubicBezTo>
                  <a:cubicBezTo>
                    <a:pt x="66" y="53"/>
                    <a:pt x="70" y="45"/>
                    <a:pt x="64" y="40"/>
                  </a:cubicBezTo>
                  <a:cubicBezTo>
                    <a:pt x="53" y="30"/>
                    <a:pt x="43" y="19"/>
                    <a:pt x="34" y="7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1" y="4"/>
                    <a:pt x="29" y="3"/>
                    <a:pt x="26" y="2"/>
                  </a:cubicBezTo>
                  <a:cubicBezTo>
                    <a:pt x="19" y="0"/>
                    <a:pt x="8" y="5"/>
                    <a:pt x="7" y="13"/>
                  </a:cubicBezTo>
                  <a:cubicBezTo>
                    <a:pt x="4" y="28"/>
                    <a:pt x="2" y="44"/>
                    <a:pt x="1" y="59"/>
                  </a:cubicBezTo>
                  <a:cubicBezTo>
                    <a:pt x="1" y="60"/>
                    <a:pt x="1" y="61"/>
                    <a:pt x="1" y="61"/>
                  </a:cubicBezTo>
                  <a:cubicBezTo>
                    <a:pt x="0" y="67"/>
                    <a:pt x="3" y="75"/>
                    <a:pt x="10" y="75"/>
                  </a:cubicBezTo>
                  <a:cubicBezTo>
                    <a:pt x="27" y="77"/>
                    <a:pt x="44" y="76"/>
                    <a:pt x="61" y="75"/>
                  </a:cubicBezTo>
                  <a:cubicBezTo>
                    <a:pt x="68" y="91"/>
                    <a:pt x="75" y="107"/>
                    <a:pt x="81" y="123"/>
                  </a:cubicBezTo>
                  <a:cubicBezTo>
                    <a:pt x="85" y="136"/>
                    <a:pt x="103" y="126"/>
                    <a:pt x="99" y="114"/>
                  </a:cubicBezTo>
                  <a:close/>
                  <a:moveTo>
                    <a:pt x="33" y="55"/>
                  </a:moveTo>
                  <a:cubicBezTo>
                    <a:pt x="33" y="49"/>
                    <a:pt x="34" y="42"/>
                    <a:pt x="35" y="36"/>
                  </a:cubicBezTo>
                  <a:cubicBezTo>
                    <a:pt x="40" y="42"/>
                    <a:pt x="46" y="48"/>
                    <a:pt x="51" y="53"/>
                  </a:cubicBezTo>
                  <a:cubicBezTo>
                    <a:pt x="52" y="54"/>
                    <a:pt x="53" y="55"/>
                    <a:pt x="54" y="55"/>
                  </a:cubicBezTo>
                  <a:cubicBezTo>
                    <a:pt x="47" y="55"/>
                    <a:pt x="40" y="55"/>
                    <a:pt x="33" y="55"/>
                  </a:cubicBezTo>
                  <a:close/>
                  <a:moveTo>
                    <a:pt x="33" y="55"/>
                  </a:moveTo>
                  <a:cubicBezTo>
                    <a:pt x="33" y="55"/>
                    <a:pt x="33" y="55"/>
                    <a:pt x="33" y="5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81B38EF9-AF4C-164E-BF02-EB8C7E663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4625" y="2459038"/>
              <a:ext cx="196850" cy="196850"/>
            </a:xfrm>
            <a:custGeom>
              <a:avLst/>
              <a:gdLst/>
              <a:ahLst/>
              <a:cxnLst>
                <a:cxn ang="0">
                  <a:pos x="36" y="18"/>
                </a:cxn>
                <a:cxn ang="0">
                  <a:pos x="18" y="36"/>
                </a:cxn>
                <a:cxn ang="0">
                  <a:pos x="0" y="18"/>
                </a:cxn>
                <a:cxn ang="0">
                  <a:pos x="18" y="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8"/>
                </a:cxn>
              </a:cxnLst>
              <a:rect l="0" t="0" r="r" b="b"/>
              <a:pathLst>
                <a:path w="36" h="36">
                  <a:moveTo>
                    <a:pt x="36" y="18"/>
                  </a:moveTo>
                  <a:cubicBezTo>
                    <a:pt x="36" y="28"/>
                    <a:pt x="2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lose/>
                  <a:moveTo>
                    <a:pt x="36" y="18"/>
                  </a:moveTo>
                  <a:cubicBezTo>
                    <a:pt x="36" y="18"/>
                    <a:pt x="36" y="18"/>
                    <a:pt x="36" y="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DFAAAEB-A8ED-1041-A681-EEFB529979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9513" y="2738438"/>
              <a:ext cx="622300" cy="684212"/>
            </a:xfrm>
            <a:custGeom>
              <a:avLst/>
              <a:gdLst/>
              <a:ahLst/>
              <a:cxnLst>
                <a:cxn ang="0">
                  <a:pos x="111" y="96"/>
                </a:cxn>
                <a:cxn ang="0">
                  <a:pos x="106" y="97"/>
                </a:cxn>
                <a:cxn ang="0">
                  <a:pos x="68" y="118"/>
                </a:cxn>
                <a:cxn ang="0">
                  <a:pos x="24" y="74"/>
                </a:cxn>
                <a:cxn ang="0">
                  <a:pos x="37" y="43"/>
                </a:cxn>
                <a:cxn ang="0">
                  <a:pos x="37" y="38"/>
                </a:cxn>
                <a:cxn ang="0">
                  <a:pos x="33" y="37"/>
                </a:cxn>
                <a:cxn ang="0">
                  <a:pos x="32" y="14"/>
                </a:cxn>
                <a:cxn ang="0">
                  <a:pos x="30" y="11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25" y="17"/>
                </a:cxn>
                <a:cxn ang="0">
                  <a:pos x="26" y="44"/>
                </a:cxn>
                <a:cxn ang="0">
                  <a:pos x="17" y="74"/>
                </a:cxn>
                <a:cxn ang="0">
                  <a:pos x="68" y="125"/>
                </a:cxn>
                <a:cxn ang="0">
                  <a:pos x="112" y="101"/>
                </a:cxn>
                <a:cxn ang="0">
                  <a:pos x="111" y="96"/>
                </a:cxn>
                <a:cxn ang="0">
                  <a:pos x="111" y="96"/>
                </a:cxn>
                <a:cxn ang="0">
                  <a:pos x="111" y="96"/>
                </a:cxn>
              </a:cxnLst>
              <a:rect l="0" t="0" r="r" b="b"/>
              <a:pathLst>
                <a:path w="113" h="125">
                  <a:moveTo>
                    <a:pt x="111" y="96"/>
                  </a:moveTo>
                  <a:cubicBezTo>
                    <a:pt x="109" y="95"/>
                    <a:pt x="107" y="96"/>
                    <a:pt x="106" y="97"/>
                  </a:cubicBezTo>
                  <a:cubicBezTo>
                    <a:pt x="97" y="110"/>
                    <a:pt x="83" y="118"/>
                    <a:pt x="68" y="118"/>
                  </a:cubicBezTo>
                  <a:cubicBezTo>
                    <a:pt x="44" y="118"/>
                    <a:pt x="24" y="98"/>
                    <a:pt x="24" y="74"/>
                  </a:cubicBezTo>
                  <a:cubicBezTo>
                    <a:pt x="24" y="62"/>
                    <a:pt x="29" y="51"/>
                    <a:pt x="37" y="43"/>
                  </a:cubicBezTo>
                  <a:cubicBezTo>
                    <a:pt x="39" y="41"/>
                    <a:pt x="39" y="39"/>
                    <a:pt x="37" y="38"/>
                  </a:cubicBezTo>
                  <a:cubicBezTo>
                    <a:pt x="36" y="37"/>
                    <a:pt x="35" y="36"/>
                    <a:pt x="33" y="37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3"/>
                    <a:pt x="31" y="12"/>
                    <a:pt x="30" y="1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1" y="1"/>
                    <a:pt x="0" y="3"/>
                  </a:cubicBezTo>
                  <a:cubicBezTo>
                    <a:pt x="0" y="5"/>
                    <a:pt x="0" y="7"/>
                    <a:pt x="2" y="8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0" y="53"/>
                    <a:pt x="17" y="63"/>
                    <a:pt x="17" y="74"/>
                  </a:cubicBezTo>
                  <a:cubicBezTo>
                    <a:pt x="17" y="102"/>
                    <a:pt x="40" y="125"/>
                    <a:pt x="68" y="125"/>
                  </a:cubicBezTo>
                  <a:cubicBezTo>
                    <a:pt x="86" y="125"/>
                    <a:pt x="102" y="116"/>
                    <a:pt x="112" y="101"/>
                  </a:cubicBezTo>
                  <a:cubicBezTo>
                    <a:pt x="113" y="99"/>
                    <a:pt x="112" y="97"/>
                    <a:pt x="111" y="96"/>
                  </a:cubicBezTo>
                  <a:close/>
                  <a:moveTo>
                    <a:pt x="111" y="96"/>
                  </a:moveTo>
                  <a:cubicBezTo>
                    <a:pt x="111" y="96"/>
                    <a:pt x="111" y="96"/>
                    <a:pt x="111" y="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3" name="Group 232">
            <a:extLst>
              <a:ext uri="{FF2B5EF4-FFF2-40B4-BE49-F238E27FC236}">
                <a16:creationId xmlns:a16="http://schemas.microsoft.com/office/drawing/2014/main" id="{7BEA9213-F5FD-AA42-82CB-EB1732B60763}"/>
              </a:ext>
            </a:extLst>
          </p:cNvPr>
          <p:cNvGrpSpPr/>
          <p:nvPr/>
        </p:nvGrpSpPr>
        <p:grpSpPr>
          <a:xfrm>
            <a:off x="7014416" y="2055895"/>
            <a:ext cx="4304619" cy="822661"/>
            <a:chOff x="1315499" y="1147654"/>
            <a:chExt cx="3228464" cy="616996"/>
          </a:xfrm>
        </p:grpSpPr>
        <p:sp>
          <p:nvSpPr>
            <p:cNvPr id="34" name="Text Placeholder 3">
              <a:extLst>
                <a:ext uri="{FF2B5EF4-FFF2-40B4-BE49-F238E27FC236}">
                  <a16:creationId xmlns:a16="http://schemas.microsoft.com/office/drawing/2014/main" id="{8AA2B451-C40C-9942-A95C-C8BC13E0D76C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147654"/>
              <a:ext cx="384721" cy="230833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Text Placeholder 3">
              <a:extLst>
                <a:ext uri="{FF2B5EF4-FFF2-40B4-BE49-F238E27FC236}">
                  <a16:creationId xmlns:a16="http://schemas.microsoft.com/office/drawing/2014/main" id="{FCB6C302-B8B7-E840-822E-65FD91F2E554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395318"/>
              <a:ext cx="3228464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5767699-75F4-8E4F-BE71-B62C0CD23140}"/>
              </a:ext>
            </a:extLst>
          </p:cNvPr>
          <p:cNvSpPr txBox="1">
            <a:spLocks/>
          </p:cNvSpPr>
          <p:nvPr/>
        </p:nvSpPr>
        <p:spPr>
          <a:xfrm>
            <a:off x="5406321" y="1961079"/>
            <a:ext cx="1505219" cy="90287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5867" dirty="0">
                <a:solidFill>
                  <a:srgbClr val="377790"/>
                </a:solidFill>
                <a:latin typeface="Arial"/>
              </a:rPr>
              <a:t>50%</a:t>
            </a:r>
          </a:p>
        </p:txBody>
      </p:sp>
      <p:grpSp>
        <p:nvGrpSpPr>
          <p:cNvPr id="37" name="Group 248">
            <a:extLst>
              <a:ext uri="{FF2B5EF4-FFF2-40B4-BE49-F238E27FC236}">
                <a16:creationId xmlns:a16="http://schemas.microsoft.com/office/drawing/2014/main" id="{7873161A-AF86-5346-8D5E-A706D18541B2}"/>
              </a:ext>
            </a:extLst>
          </p:cNvPr>
          <p:cNvGrpSpPr/>
          <p:nvPr/>
        </p:nvGrpSpPr>
        <p:grpSpPr>
          <a:xfrm>
            <a:off x="7014416" y="3137525"/>
            <a:ext cx="4304619" cy="851689"/>
            <a:chOff x="1315499" y="1147654"/>
            <a:chExt cx="3228464" cy="638767"/>
          </a:xfrm>
        </p:grpSpPr>
        <p:sp>
          <p:nvSpPr>
            <p:cNvPr id="38" name="Text Placeholder 3">
              <a:extLst>
                <a:ext uri="{FF2B5EF4-FFF2-40B4-BE49-F238E27FC236}">
                  <a16:creationId xmlns:a16="http://schemas.microsoft.com/office/drawing/2014/main" id="{DF950B99-5B5D-0C42-8D6E-D27C9AB146C2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147654"/>
              <a:ext cx="384721" cy="230833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Text Placeholder 3">
              <a:extLst>
                <a:ext uri="{FF2B5EF4-FFF2-40B4-BE49-F238E27FC236}">
                  <a16:creationId xmlns:a16="http://schemas.microsoft.com/office/drawing/2014/main" id="{B8059AF8-0780-9543-8411-CA79ACFCC368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417089"/>
              <a:ext cx="3228464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5A769251-14F0-8047-815A-3F75E65C06F1}"/>
              </a:ext>
            </a:extLst>
          </p:cNvPr>
          <p:cNvSpPr txBox="1">
            <a:spLocks/>
          </p:cNvSpPr>
          <p:nvPr/>
        </p:nvSpPr>
        <p:spPr>
          <a:xfrm>
            <a:off x="5406321" y="3042710"/>
            <a:ext cx="1505219" cy="90287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5867" dirty="0">
                <a:solidFill>
                  <a:srgbClr val="189A80"/>
                </a:solidFill>
                <a:latin typeface="Arial"/>
              </a:rPr>
              <a:t>60%</a:t>
            </a:r>
          </a:p>
        </p:txBody>
      </p:sp>
      <p:grpSp>
        <p:nvGrpSpPr>
          <p:cNvPr id="41" name="Group 252">
            <a:extLst>
              <a:ext uri="{FF2B5EF4-FFF2-40B4-BE49-F238E27FC236}">
                <a16:creationId xmlns:a16="http://schemas.microsoft.com/office/drawing/2014/main" id="{D395F07F-513B-E644-9B33-A514CF38655D}"/>
              </a:ext>
            </a:extLst>
          </p:cNvPr>
          <p:cNvGrpSpPr/>
          <p:nvPr/>
        </p:nvGrpSpPr>
        <p:grpSpPr>
          <a:xfrm>
            <a:off x="7014416" y="4219156"/>
            <a:ext cx="4304619" cy="851689"/>
            <a:chOff x="1315499" y="1147654"/>
            <a:chExt cx="3228464" cy="638767"/>
          </a:xfrm>
        </p:grpSpPr>
        <p:sp>
          <p:nvSpPr>
            <p:cNvPr id="42" name="Text Placeholder 3">
              <a:extLst>
                <a:ext uri="{FF2B5EF4-FFF2-40B4-BE49-F238E27FC236}">
                  <a16:creationId xmlns:a16="http://schemas.microsoft.com/office/drawing/2014/main" id="{609E7456-64A8-064C-840A-A2AC0594AA92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147654"/>
              <a:ext cx="384721" cy="230833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endParaRPr 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Text Placeholder 3">
              <a:extLst>
                <a:ext uri="{FF2B5EF4-FFF2-40B4-BE49-F238E27FC236}">
                  <a16:creationId xmlns:a16="http://schemas.microsoft.com/office/drawing/2014/main" id="{0B45BA02-19D6-674F-B9D4-A8448408B32A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417089"/>
              <a:ext cx="3228464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5FDE31E-6300-0E42-8929-DD32A4AEF827}"/>
              </a:ext>
            </a:extLst>
          </p:cNvPr>
          <p:cNvSpPr txBox="1">
            <a:spLocks/>
          </p:cNvSpPr>
          <p:nvPr/>
        </p:nvSpPr>
        <p:spPr>
          <a:xfrm>
            <a:off x="5406321" y="4124340"/>
            <a:ext cx="1505219" cy="90287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5867" dirty="0">
                <a:solidFill>
                  <a:srgbClr val="F09C2A"/>
                </a:solidFill>
                <a:latin typeface="Arial"/>
              </a:rPr>
              <a:t>80%</a:t>
            </a:r>
          </a:p>
        </p:txBody>
      </p:sp>
      <p:grpSp>
        <p:nvGrpSpPr>
          <p:cNvPr id="45" name="Group 256">
            <a:extLst>
              <a:ext uri="{FF2B5EF4-FFF2-40B4-BE49-F238E27FC236}">
                <a16:creationId xmlns:a16="http://schemas.microsoft.com/office/drawing/2014/main" id="{A8086B27-C4CF-9F48-991E-4F49271B36A8}"/>
              </a:ext>
            </a:extLst>
          </p:cNvPr>
          <p:cNvGrpSpPr/>
          <p:nvPr/>
        </p:nvGrpSpPr>
        <p:grpSpPr>
          <a:xfrm>
            <a:off x="7014416" y="5300788"/>
            <a:ext cx="4304619" cy="851689"/>
            <a:chOff x="1315499" y="1147654"/>
            <a:chExt cx="3228464" cy="638767"/>
          </a:xfrm>
        </p:grpSpPr>
        <p:sp>
          <p:nvSpPr>
            <p:cNvPr id="46" name="Text Placeholder 3">
              <a:extLst>
                <a:ext uri="{FF2B5EF4-FFF2-40B4-BE49-F238E27FC236}">
                  <a16:creationId xmlns:a16="http://schemas.microsoft.com/office/drawing/2014/main" id="{2342B109-F1B1-EE43-AEB2-5553F468E0A7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147654"/>
              <a:ext cx="384721" cy="230833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endParaRPr 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Text Placeholder 3">
              <a:extLst>
                <a:ext uri="{FF2B5EF4-FFF2-40B4-BE49-F238E27FC236}">
                  <a16:creationId xmlns:a16="http://schemas.microsoft.com/office/drawing/2014/main" id="{C65400E9-2DF0-B445-A54B-0E4E26BABAE2}"/>
                </a:ext>
              </a:extLst>
            </p:cNvPr>
            <p:cNvSpPr txBox="1">
              <a:spLocks/>
            </p:cNvSpPr>
            <p:nvPr/>
          </p:nvSpPr>
          <p:spPr>
            <a:xfrm>
              <a:off x="1315499" y="1417089"/>
              <a:ext cx="3228464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49302319-F8C1-0F43-8C86-8DDF8AEF5115}"/>
              </a:ext>
            </a:extLst>
          </p:cNvPr>
          <p:cNvSpPr txBox="1">
            <a:spLocks/>
          </p:cNvSpPr>
          <p:nvPr/>
        </p:nvSpPr>
        <p:spPr>
          <a:xfrm>
            <a:off x="5406321" y="5205972"/>
            <a:ext cx="1505219" cy="90287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5867" dirty="0">
                <a:solidFill>
                  <a:srgbClr val="D24132"/>
                </a:solidFill>
                <a:latin typeface="Arial"/>
              </a:rPr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231870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0" grpId="0"/>
      <p:bldP spid="44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2">
            <a:extLst>
              <a:ext uri="{FF2B5EF4-FFF2-40B4-BE49-F238E27FC236}">
                <a16:creationId xmlns:a16="http://schemas.microsoft.com/office/drawing/2014/main" id="{245E23C1-7812-3745-B576-B847836157F3}"/>
              </a:ext>
            </a:extLst>
          </p:cNvPr>
          <p:cNvSpPr/>
          <p:nvPr/>
        </p:nvSpPr>
        <p:spPr>
          <a:xfrm>
            <a:off x="651013" y="1919543"/>
            <a:ext cx="3346979" cy="4445268"/>
          </a:xfrm>
          <a:prstGeom prst="roundRect">
            <a:avLst>
              <a:gd name="adj" fmla="val 5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" name="Group 58">
            <a:extLst>
              <a:ext uri="{FF2B5EF4-FFF2-40B4-BE49-F238E27FC236}">
                <a16:creationId xmlns:a16="http://schemas.microsoft.com/office/drawing/2014/main" id="{6D90D62B-224F-AE4A-A696-1DE7EB964A4A}"/>
              </a:ext>
            </a:extLst>
          </p:cNvPr>
          <p:cNvGrpSpPr/>
          <p:nvPr/>
        </p:nvGrpSpPr>
        <p:grpSpPr>
          <a:xfrm>
            <a:off x="827906" y="4631408"/>
            <a:ext cx="2993196" cy="1634081"/>
            <a:chOff x="7174424" y="1352592"/>
            <a:chExt cx="2244897" cy="1225561"/>
          </a:xfrm>
        </p:grpSpPr>
        <p:sp>
          <p:nvSpPr>
            <p:cNvPr id="4" name="TextBox 54">
              <a:extLst>
                <a:ext uri="{FF2B5EF4-FFF2-40B4-BE49-F238E27FC236}">
                  <a16:creationId xmlns:a16="http://schemas.microsoft.com/office/drawing/2014/main" id="{701C4A42-4CFD-1942-9ECC-3172645C2305}"/>
                </a:ext>
              </a:extLst>
            </p:cNvPr>
            <p:cNvSpPr txBox="1"/>
            <p:nvPr/>
          </p:nvSpPr>
          <p:spPr>
            <a:xfrm>
              <a:off x="7174424" y="1654823"/>
              <a:ext cx="2244897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山不在高，有仙则名。水不在深，有龙则灵。斯是陋室，惟吾德馨。苔痕上阶绿，草色入帘青。谈笑有鸿儒，往来无白丁。</a:t>
              </a:r>
            </a:p>
          </p:txBody>
        </p:sp>
        <p:sp>
          <p:nvSpPr>
            <p:cNvPr id="5" name="Rectangle 55">
              <a:extLst>
                <a:ext uri="{FF2B5EF4-FFF2-40B4-BE49-F238E27FC236}">
                  <a16:creationId xmlns:a16="http://schemas.microsoft.com/office/drawing/2014/main" id="{9C68F5F9-D712-ED49-8F52-39D910CAE761}"/>
                </a:ext>
              </a:extLst>
            </p:cNvPr>
            <p:cNvSpPr/>
            <p:nvPr/>
          </p:nvSpPr>
          <p:spPr>
            <a:xfrm>
              <a:off x="8111311" y="1352592"/>
              <a:ext cx="577081" cy="230833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defTabSz="1375467"/>
              <a:r>
                <a:rPr lang="zh-CN" altLang="en-US" sz="20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9" name="Group 47">
            <a:extLst>
              <a:ext uri="{FF2B5EF4-FFF2-40B4-BE49-F238E27FC236}">
                <a16:creationId xmlns:a16="http://schemas.microsoft.com/office/drawing/2014/main" id="{FB1AC0F6-5B26-5D46-B0B4-CDB3C4FAECC8}"/>
              </a:ext>
            </a:extLst>
          </p:cNvPr>
          <p:cNvGrpSpPr/>
          <p:nvPr/>
        </p:nvGrpSpPr>
        <p:grpSpPr>
          <a:xfrm>
            <a:off x="1451455" y="2280946"/>
            <a:ext cx="1746097" cy="2044589"/>
            <a:chOff x="1116013" y="1550988"/>
            <a:chExt cx="1606550" cy="1881187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925ADC9-8848-154F-8444-4BE272367B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0713" y="1714500"/>
              <a:ext cx="176213" cy="233362"/>
            </a:xfrm>
            <a:custGeom>
              <a:avLst/>
              <a:gdLst/>
              <a:ahLst/>
              <a:cxnLst>
                <a:cxn ang="0">
                  <a:pos x="4" y="35"/>
                </a:cxn>
                <a:cxn ang="0">
                  <a:pos x="14" y="33"/>
                </a:cxn>
                <a:cxn ang="0">
                  <a:pos x="15" y="27"/>
                </a:cxn>
                <a:cxn ang="0">
                  <a:pos x="28" y="0"/>
                </a:cxn>
                <a:cxn ang="0">
                  <a:pos x="7" y="22"/>
                </a:cxn>
                <a:cxn ang="0">
                  <a:pos x="2" y="25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4" y="35"/>
                </a:cxn>
              </a:cxnLst>
              <a:rect l="0" t="0" r="r" b="b"/>
              <a:pathLst>
                <a:path w="28" h="37">
                  <a:moveTo>
                    <a:pt x="4" y="35"/>
                  </a:moveTo>
                  <a:cubicBezTo>
                    <a:pt x="7" y="37"/>
                    <a:pt x="11" y="36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5" y="22"/>
                    <a:pt x="3" y="23"/>
                    <a:pt x="2" y="25"/>
                  </a:cubicBezTo>
                  <a:cubicBezTo>
                    <a:pt x="0" y="28"/>
                    <a:pt x="0" y="33"/>
                    <a:pt x="4" y="35"/>
                  </a:cubicBezTo>
                  <a:close/>
                  <a:moveTo>
                    <a:pt x="4" y="35"/>
                  </a:moveTo>
                  <a:cubicBezTo>
                    <a:pt x="4" y="35"/>
                    <a:pt x="4" y="35"/>
                    <a:pt x="4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A59D497-DA92-1F4F-B622-E693090933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013" y="1550988"/>
              <a:ext cx="1606550" cy="1881187"/>
            </a:xfrm>
            <a:custGeom>
              <a:avLst/>
              <a:gdLst/>
              <a:ahLst/>
              <a:cxnLst>
                <a:cxn ang="0">
                  <a:pos x="69" y="210"/>
                </a:cxn>
                <a:cxn ang="0">
                  <a:pos x="208" y="210"/>
                </a:cxn>
                <a:cxn ang="0">
                  <a:pos x="255" y="163"/>
                </a:cxn>
                <a:cxn ang="0">
                  <a:pos x="208" y="115"/>
                </a:cxn>
                <a:cxn ang="0">
                  <a:pos x="195" y="115"/>
                </a:cxn>
                <a:cxn ang="0">
                  <a:pos x="195" y="69"/>
                </a:cxn>
                <a:cxn ang="0">
                  <a:pos x="183" y="54"/>
                </a:cxn>
                <a:cxn ang="0">
                  <a:pos x="183" y="53"/>
                </a:cxn>
                <a:cxn ang="0">
                  <a:pos x="131" y="0"/>
                </a:cxn>
                <a:cxn ang="0">
                  <a:pos x="78" y="53"/>
                </a:cxn>
                <a:cxn ang="0">
                  <a:pos x="16" y="53"/>
                </a:cxn>
                <a:cxn ang="0">
                  <a:pos x="0" y="69"/>
                </a:cxn>
                <a:cxn ang="0">
                  <a:pos x="0" y="152"/>
                </a:cxn>
                <a:cxn ang="0">
                  <a:pos x="16" y="168"/>
                </a:cxn>
                <a:cxn ang="0">
                  <a:pos x="179" y="168"/>
                </a:cxn>
                <a:cxn ang="0">
                  <a:pos x="195" y="152"/>
                </a:cxn>
                <a:cxn ang="0">
                  <a:pos x="195" y="137"/>
                </a:cxn>
                <a:cxn ang="0">
                  <a:pos x="208" y="137"/>
                </a:cxn>
                <a:cxn ang="0">
                  <a:pos x="233" y="163"/>
                </a:cxn>
                <a:cxn ang="0">
                  <a:pos x="208" y="188"/>
                </a:cxn>
                <a:cxn ang="0">
                  <a:pos x="69" y="188"/>
                </a:cxn>
                <a:cxn ang="0">
                  <a:pos x="21" y="236"/>
                </a:cxn>
                <a:cxn ang="0">
                  <a:pos x="69" y="283"/>
                </a:cxn>
                <a:cxn ang="0">
                  <a:pos x="148" y="283"/>
                </a:cxn>
                <a:cxn ang="0">
                  <a:pos x="172" y="299"/>
                </a:cxn>
                <a:cxn ang="0">
                  <a:pos x="191" y="299"/>
                </a:cxn>
                <a:cxn ang="0">
                  <a:pos x="219" y="271"/>
                </a:cxn>
                <a:cxn ang="0">
                  <a:pos x="191" y="244"/>
                </a:cxn>
                <a:cxn ang="0">
                  <a:pos x="172" y="244"/>
                </a:cxn>
                <a:cxn ang="0">
                  <a:pos x="147" y="261"/>
                </a:cxn>
                <a:cxn ang="0">
                  <a:pos x="69" y="261"/>
                </a:cxn>
                <a:cxn ang="0">
                  <a:pos x="44" y="236"/>
                </a:cxn>
                <a:cxn ang="0">
                  <a:pos x="69" y="210"/>
                </a:cxn>
                <a:cxn ang="0">
                  <a:pos x="131" y="16"/>
                </a:cxn>
                <a:cxn ang="0">
                  <a:pos x="169" y="54"/>
                </a:cxn>
                <a:cxn ang="0">
                  <a:pos x="131" y="93"/>
                </a:cxn>
                <a:cxn ang="0">
                  <a:pos x="92" y="54"/>
                </a:cxn>
                <a:cxn ang="0">
                  <a:pos x="131" y="16"/>
                </a:cxn>
                <a:cxn ang="0">
                  <a:pos x="131" y="16"/>
                </a:cxn>
                <a:cxn ang="0">
                  <a:pos x="131" y="16"/>
                </a:cxn>
              </a:cxnLst>
              <a:rect l="0" t="0" r="r" b="b"/>
              <a:pathLst>
                <a:path w="255" h="299">
                  <a:moveTo>
                    <a:pt x="69" y="210"/>
                  </a:moveTo>
                  <a:cubicBezTo>
                    <a:pt x="208" y="210"/>
                    <a:pt x="208" y="210"/>
                    <a:pt x="208" y="210"/>
                  </a:cubicBezTo>
                  <a:cubicBezTo>
                    <a:pt x="234" y="210"/>
                    <a:pt x="255" y="189"/>
                    <a:pt x="255" y="163"/>
                  </a:cubicBezTo>
                  <a:cubicBezTo>
                    <a:pt x="255" y="136"/>
                    <a:pt x="234" y="115"/>
                    <a:pt x="208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5" y="62"/>
                    <a:pt x="190" y="56"/>
                    <a:pt x="183" y="54"/>
                  </a:cubicBezTo>
                  <a:cubicBezTo>
                    <a:pt x="183" y="53"/>
                    <a:pt x="183" y="53"/>
                    <a:pt x="183" y="53"/>
                  </a:cubicBezTo>
                  <a:cubicBezTo>
                    <a:pt x="183" y="24"/>
                    <a:pt x="160" y="0"/>
                    <a:pt x="131" y="0"/>
                  </a:cubicBezTo>
                  <a:cubicBezTo>
                    <a:pt x="101" y="0"/>
                    <a:pt x="78" y="24"/>
                    <a:pt x="78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7" y="53"/>
                    <a:pt x="0" y="60"/>
                    <a:pt x="0" y="69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61"/>
                    <a:pt x="7" y="168"/>
                    <a:pt x="16" y="168"/>
                  </a:cubicBezTo>
                  <a:cubicBezTo>
                    <a:pt x="179" y="168"/>
                    <a:pt x="179" y="168"/>
                    <a:pt x="179" y="168"/>
                  </a:cubicBezTo>
                  <a:cubicBezTo>
                    <a:pt x="188" y="168"/>
                    <a:pt x="195" y="161"/>
                    <a:pt x="195" y="152"/>
                  </a:cubicBezTo>
                  <a:cubicBezTo>
                    <a:pt x="195" y="137"/>
                    <a:pt x="195" y="137"/>
                    <a:pt x="195" y="137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22" y="137"/>
                    <a:pt x="233" y="149"/>
                    <a:pt x="233" y="163"/>
                  </a:cubicBezTo>
                  <a:cubicBezTo>
                    <a:pt x="233" y="177"/>
                    <a:pt x="222" y="188"/>
                    <a:pt x="20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43" y="188"/>
                    <a:pt x="21" y="209"/>
                    <a:pt x="21" y="236"/>
                  </a:cubicBezTo>
                  <a:cubicBezTo>
                    <a:pt x="21" y="262"/>
                    <a:pt x="43" y="283"/>
                    <a:pt x="69" y="283"/>
                  </a:cubicBezTo>
                  <a:cubicBezTo>
                    <a:pt x="148" y="283"/>
                    <a:pt x="148" y="283"/>
                    <a:pt x="148" y="283"/>
                  </a:cubicBezTo>
                  <a:cubicBezTo>
                    <a:pt x="152" y="292"/>
                    <a:pt x="161" y="299"/>
                    <a:pt x="172" y="299"/>
                  </a:cubicBezTo>
                  <a:cubicBezTo>
                    <a:pt x="191" y="299"/>
                    <a:pt x="191" y="299"/>
                    <a:pt x="191" y="299"/>
                  </a:cubicBezTo>
                  <a:cubicBezTo>
                    <a:pt x="206" y="299"/>
                    <a:pt x="219" y="286"/>
                    <a:pt x="219" y="271"/>
                  </a:cubicBezTo>
                  <a:cubicBezTo>
                    <a:pt x="219" y="256"/>
                    <a:pt x="206" y="244"/>
                    <a:pt x="191" y="244"/>
                  </a:cubicBezTo>
                  <a:cubicBezTo>
                    <a:pt x="172" y="244"/>
                    <a:pt x="172" y="244"/>
                    <a:pt x="172" y="244"/>
                  </a:cubicBezTo>
                  <a:cubicBezTo>
                    <a:pt x="161" y="244"/>
                    <a:pt x="151" y="251"/>
                    <a:pt x="147" y="261"/>
                  </a:cubicBezTo>
                  <a:cubicBezTo>
                    <a:pt x="69" y="261"/>
                    <a:pt x="69" y="261"/>
                    <a:pt x="69" y="261"/>
                  </a:cubicBezTo>
                  <a:cubicBezTo>
                    <a:pt x="55" y="261"/>
                    <a:pt x="44" y="250"/>
                    <a:pt x="44" y="236"/>
                  </a:cubicBezTo>
                  <a:cubicBezTo>
                    <a:pt x="44" y="222"/>
                    <a:pt x="55" y="210"/>
                    <a:pt x="69" y="210"/>
                  </a:cubicBezTo>
                  <a:close/>
                  <a:moveTo>
                    <a:pt x="131" y="16"/>
                  </a:moveTo>
                  <a:cubicBezTo>
                    <a:pt x="152" y="16"/>
                    <a:pt x="169" y="33"/>
                    <a:pt x="169" y="54"/>
                  </a:cubicBezTo>
                  <a:cubicBezTo>
                    <a:pt x="169" y="76"/>
                    <a:pt x="152" y="93"/>
                    <a:pt x="131" y="93"/>
                  </a:cubicBezTo>
                  <a:cubicBezTo>
                    <a:pt x="109" y="93"/>
                    <a:pt x="92" y="76"/>
                    <a:pt x="92" y="54"/>
                  </a:cubicBezTo>
                  <a:cubicBezTo>
                    <a:pt x="92" y="33"/>
                    <a:pt x="109" y="16"/>
                    <a:pt x="131" y="16"/>
                  </a:cubicBezTo>
                  <a:close/>
                  <a:moveTo>
                    <a:pt x="131" y="16"/>
                  </a:moveTo>
                  <a:cubicBezTo>
                    <a:pt x="131" y="16"/>
                    <a:pt x="131" y="16"/>
                    <a:pt x="131" y="1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2" name="Group 24">
            <a:extLst>
              <a:ext uri="{FF2B5EF4-FFF2-40B4-BE49-F238E27FC236}">
                <a16:creationId xmlns:a16="http://schemas.microsoft.com/office/drawing/2014/main" id="{42060ACF-5EDA-9645-9912-99FB945E1662}"/>
              </a:ext>
            </a:extLst>
          </p:cNvPr>
          <p:cNvGrpSpPr/>
          <p:nvPr/>
        </p:nvGrpSpPr>
        <p:grpSpPr>
          <a:xfrm>
            <a:off x="4949509" y="1833061"/>
            <a:ext cx="973873" cy="973873"/>
            <a:chOff x="3998913" y="1998663"/>
            <a:chExt cx="1149350" cy="1149350"/>
          </a:xfrm>
          <a:solidFill>
            <a:schemeClr val="accent1"/>
          </a:solidFill>
        </p:grpSpPr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68CC18E-7832-624D-8CF5-F0885D7FF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2584451"/>
              <a:ext cx="117475" cy="1111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D32243C-3DF1-F64A-8709-202A814BC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5988" y="2266951"/>
              <a:ext cx="131763" cy="300038"/>
            </a:xfrm>
            <a:custGeom>
              <a:avLst/>
              <a:gdLst/>
              <a:ahLst/>
              <a:cxnLst>
                <a:cxn ang="0">
                  <a:pos x="23" y="36"/>
                </a:cxn>
                <a:cxn ang="0">
                  <a:pos x="22" y="8"/>
                </a:cxn>
                <a:cxn ang="0">
                  <a:pos x="18" y="4"/>
                </a:cxn>
                <a:cxn ang="0">
                  <a:pos x="14" y="0"/>
                </a:cxn>
                <a:cxn ang="0">
                  <a:pos x="13" y="43"/>
                </a:cxn>
                <a:cxn ang="0">
                  <a:pos x="14" y="71"/>
                </a:cxn>
                <a:cxn ang="0">
                  <a:pos x="22" y="79"/>
                </a:cxn>
                <a:cxn ang="0">
                  <a:pos x="23" y="36"/>
                </a:cxn>
                <a:cxn ang="0">
                  <a:pos x="23" y="36"/>
                </a:cxn>
                <a:cxn ang="0">
                  <a:pos x="23" y="36"/>
                </a:cxn>
              </a:cxnLst>
              <a:rect l="0" t="0" r="r" b="b"/>
              <a:pathLst>
                <a:path w="35" h="79">
                  <a:moveTo>
                    <a:pt x="23" y="36"/>
                  </a:moveTo>
                  <a:cubicBezTo>
                    <a:pt x="12" y="19"/>
                    <a:pt x="21" y="9"/>
                    <a:pt x="22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6"/>
                    <a:pt x="0" y="22"/>
                    <a:pt x="13" y="43"/>
                  </a:cubicBezTo>
                  <a:cubicBezTo>
                    <a:pt x="24" y="60"/>
                    <a:pt x="15" y="70"/>
                    <a:pt x="14" y="7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8" y="73"/>
                    <a:pt x="35" y="57"/>
                    <a:pt x="23" y="36"/>
                  </a:cubicBezTo>
                  <a:close/>
                  <a:moveTo>
                    <a:pt x="23" y="36"/>
                  </a:moveTo>
                  <a:cubicBezTo>
                    <a:pt x="23" y="36"/>
                    <a:pt x="23" y="36"/>
                    <a:pt x="23" y="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4E5EE1B-835B-A644-AAF7-F42249D36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8701" y="2290763"/>
              <a:ext cx="120650" cy="252413"/>
            </a:xfrm>
            <a:custGeom>
              <a:avLst/>
              <a:gdLst/>
              <a:ahLst/>
              <a:cxnLst>
                <a:cxn ang="0">
                  <a:pos x="12" y="59"/>
                </a:cxn>
                <a:cxn ang="0">
                  <a:pos x="20" y="67"/>
                </a:cxn>
                <a:cxn ang="0">
                  <a:pos x="21" y="30"/>
                </a:cxn>
                <a:cxn ang="0">
                  <a:pos x="20" y="8"/>
                </a:cxn>
                <a:cxn ang="0">
                  <a:pos x="16" y="4"/>
                </a:cxn>
                <a:cxn ang="0">
                  <a:pos x="12" y="0"/>
                </a:cxn>
                <a:cxn ang="0">
                  <a:pos x="11" y="37"/>
                </a:cxn>
                <a:cxn ang="0">
                  <a:pos x="12" y="59"/>
                </a:cxn>
                <a:cxn ang="0">
                  <a:pos x="12" y="59"/>
                </a:cxn>
                <a:cxn ang="0">
                  <a:pos x="12" y="59"/>
                </a:cxn>
              </a:cxnLst>
              <a:rect l="0" t="0" r="r" b="b"/>
              <a:pathLst>
                <a:path w="32" h="67">
                  <a:moveTo>
                    <a:pt x="12" y="59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25" y="62"/>
                    <a:pt x="32" y="48"/>
                    <a:pt x="21" y="30"/>
                  </a:cubicBezTo>
                  <a:cubicBezTo>
                    <a:pt x="12" y="17"/>
                    <a:pt x="19" y="9"/>
                    <a:pt x="20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5"/>
                    <a:pt x="0" y="19"/>
                    <a:pt x="11" y="37"/>
                  </a:cubicBezTo>
                  <a:cubicBezTo>
                    <a:pt x="20" y="50"/>
                    <a:pt x="13" y="58"/>
                    <a:pt x="12" y="59"/>
                  </a:cubicBezTo>
                  <a:close/>
                  <a:moveTo>
                    <a:pt x="12" y="59"/>
                  </a:moveTo>
                  <a:cubicBezTo>
                    <a:pt x="12" y="59"/>
                    <a:pt x="12" y="59"/>
                    <a:pt x="12" y="5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723C246F-243B-1841-8354-0715B4B2E1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8913" y="1998663"/>
              <a:ext cx="1149350" cy="1149350"/>
            </a:xfrm>
            <a:custGeom>
              <a:avLst/>
              <a:gdLst/>
              <a:ahLst/>
              <a:cxnLst>
                <a:cxn ang="0">
                  <a:pos x="152" y="0"/>
                </a:cxn>
                <a:cxn ang="0">
                  <a:pos x="0" y="152"/>
                </a:cxn>
                <a:cxn ang="0">
                  <a:pos x="152" y="304"/>
                </a:cxn>
                <a:cxn ang="0">
                  <a:pos x="304" y="152"/>
                </a:cxn>
                <a:cxn ang="0">
                  <a:pos x="152" y="0"/>
                </a:cxn>
                <a:cxn ang="0">
                  <a:pos x="152" y="266"/>
                </a:cxn>
                <a:cxn ang="0">
                  <a:pos x="38" y="152"/>
                </a:cxn>
                <a:cxn ang="0">
                  <a:pos x="59" y="86"/>
                </a:cxn>
                <a:cxn ang="0">
                  <a:pos x="128" y="155"/>
                </a:cxn>
                <a:cxn ang="0">
                  <a:pos x="55" y="155"/>
                </a:cxn>
                <a:cxn ang="0">
                  <a:pos x="55" y="184"/>
                </a:cxn>
                <a:cxn ang="0">
                  <a:pos x="157" y="184"/>
                </a:cxn>
                <a:cxn ang="0">
                  <a:pos x="218" y="245"/>
                </a:cxn>
                <a:cxn ang="0">
                  <a:pos x="152" y="266"/>
                </a:cxn>
                <a:cxn ang="0">
                  <a:pos x="245" y="218"/>
                </a:cxn>
                <a:cxn ang="0">
                  <a:pos x="204" y="177"/>
                </a:cxn>
                <a:cxn ang="0">
                  <a:pos x="204" y="155"/>
                </a:cxn>
                <a:cxn ang="0">
                  <a:pos x="182" y="155"/>
                </a:cxn>
                <a:cxn ang="0">
                  <a:pos x="86" y="59"/>
                </a:cxn>
                <a:cxn ang="0">
                  <a:pos x="152" y="38"/>
                </a:cxn>
                <a:cxn ang="0">
                  <a:pos x="266" y="152"/>
                </a:cxn>
                <a:cxn ang="0">
                  <a:pos x="245" y="218"/>
                </a:cxn>
                <a:cxn ang="0">
                  <a:pos x="245" y="218"/>
                </a:cxn>
                <a:cxn ang="0">
                  <a:pos x="245" y="218"/>
                </a:cxn>
              </a:cxnLst>
              <a:rect l="0" t="0" r="r" b="b"/>
              <a:pathLst>
                <a:path w="304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6" y="304"/>
                    <a:pt x="304" y="236"/>
                    <a:pt x="304" y="152"/>
                  </a:cubicBezTo>
                  <a:cubicBezTo>
                    <a:pt x="304" y="68"/>
                    <a:pt x="236" y="0"/>
                    <a:pt x="152" y="0"/>
                  </a:cubicBezTo>
                  <a:close/>
                  <a:moveTo>
                    <a:pt x="152" y="266"/>
                  </a:moveTo>
                  <a:cubicBezTo>
                    <a:pt x="89" y="266"/>
                    <a:pt x="38" y="215"/>
                    <a:pt x="38" y="152"/>
                  </a:cubicBezTo>
                  <a:cubicBezTo>
                    <a:pt x="38" y="128"/>
                    <a:pt x="46" y="105"/>
                    <a:pt x="59" y="86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5" y="184"/>
                    <a:pt x="55" y="184"/>
                    <a:pt x="55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199" y="258"/>
                    <a:pt x="176" y="266"/>
                    <a:pt x="152" y="266"/>
                  </a:cubicBezTo>
                  <a:close/>
                  <a:moveTo>
                    <a:pt x="245" y="218"/>
                  </a:moveTo>
                  <a:cubicBezTo>
                    <a:pt x="204" y="177"/>
                    <a:pt x="204" y="177"/>
                    <a:pt x="204" y="177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105" y="46"/>
                    <a:pt x="128" y="38"/>
                    <a:pt x="152" y="38"/>
                  </a:cubicBezTo>
                  <a:cubicBezTo>
                    <a:pt x="215" y="38"/>
                    <a:pt x="266" y="89"/>
                    <a:pt x="266" y="152"/>
                  </a:cubicBezTo>
                  <a:cubicBezTo>
                    <a:pt x="266" y="176"/>
                    <a:pt x="258" y="199"/>
                    <a:pt x="245" y="218"/>
                  </a:cubicBezTo>
                  <a:close/>
                  <a:moveTo>
                    <a:pt x="245" y="218"/>
                  </a:moveTo>
                  <a:cubicBezTo>
                    <a:pt x="245" y="218"/>
                    <a:pt x="245" y="218"/>
                    <a:pt x="245" y="2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" name="Group 34">
            <a:extLst>
              <a:ext uri="{FF2B5EF4-FFF2-40B4-BE49-F238E27FC236}">
                <a16:creationId xmlns:a16="http://schemas.microsoft.com/office/drawing/2014/main" id="{6ACB0C55-7001-CB4B-B606-D7473F336449}"/>
              </a:ext>
            </a:extLst>
          </p:cNvPr>
          <p:cNvGrpSpPr/>
          <p:nvPr/>
        </p:nvGrpSpPr>
        <p:grpSpPr>
          <a:xfrm>
            <a:off x="4871531" y="4049697"/>
            <a:ext cx="1129828" cy="984708"/>
            <a:chOff x="3806825" y="2456536"/>
            <a:chExt cx="1117601" cy="974052"/>
          </a:xfrm>
          <a:solidFill>
            <a:schemeClr val="accent4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F52DD00-D665-BE46-9748-F694C3525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6825" y="2801938"/>
              <a:ext cx="1117601" cy="628650"/>
            </a:xfrm>
            <a:custGeom>
              <a:avLst/>
              <a:gdLst/>
              <a:ahLst/>
              <a:cxnLst>
                <a:cxn ang="0">
                  <a:pos x="771" y="377"/>
                </a:cxn>
                <a:cxn ang="0">
                  <a:pos x="771" y="472"/>
                </a:cxn>
                <a:cxn ang="0">
                  <a:pos x="838" y="472"/>
                </a:cxn>
                <a:cxn ang="0">
                  <a:pos x="838" y="310"/>
                </a:cxn>
                <a:cxn ang="0">
                  <a:pos x="67" y="310"/>
                </a:cxn>
                <a:cxn ang="0">
                  <a:pos x="67" y="35"/>
                </a:cxn>
                <a:cxn ang="0">
                  <a:pos x="57" y="11"/>
                </a:cxn>
                <a:cxn ang="0">
                  <a:pos x="33" y="0"/>
                </a:cxn>
                <a:cxn ang="0">
                  <a:pos x="10" y="11"/>
                </a:cxn>
                <a:cxn ang="0">
                  <a:pos x="0" y="35"/>
                </a:cxn>
                <a:cxn ang="0">
                  <a:pos x="0" y="472"/>
                </a:cxn>
                <a:cxn ang="0">
                  <a:pos x="67" y="472"/>
                </a:cxn>
                <a:cxn ang="0">
                  <a:pos x="67" y="377"/>
                </a:cxn>
                <a:cxn ang="0">
                  <a:pos x="771" y="377"/>
                </a:cxn>
                <a:cxn ang="0">
                  <a:pos x="771" y="377"/>
                </a:cxn>
                <a:cxn ang="0">
                  <a:pos x="771" y="377"/>
                </a:cxn>
              </a:cxnLst>
              <a:rect l="0" t="0" r="r" b="b"/>
              <a:pathLst>
                <a:path w="838" h="472">
                  <a:moveTo>
                    <a:pt x="771" y="377"/>
                  </a:moveTo>
                  <a:cubicBezTo>
                    <a:pt x="771" y="472"/>
                    <a:pt x="771" y="472"/>
                    <a:pt x="771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838" y="310"/>
                    <a:pt x="838" y="310"/>
                    <a:pt x="838" y="310"/>
                  </a:cubicBezTo>
                  <a:cubicBezTo>
                    <a:pt x="67" y="310"/>
                    <a:pt x="67" y="310"/>
                    <a:pt x="67" y="310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7" y="26"/>
                    <a:pt x="64" y="18"/>
                    <a:pt x="57" y="11"/>
                  </a:cubicBezTo>
                  <a:cubicBezTo>
                    <a:pt x="50" y="4"/>
                    <a:pt x="43" y="0"/>
                    <a:pt x="33" y="0"/>
                  </a:cubicBezTo>
                  <a:cubicBezTo>
                    <a:pt x="24" y="0"/>
                    <a:pt x="16" y="4"/>
                    <a:pt x="10" y="11"/>
                  </a:cubicBezTo>
                  <a:cubicBezTo>
                    <a:pt x="3" y="18"/>
                    <a:pt x="0" y="26"/>
                    <a:pt x="0" y="35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7" y="472"/>
                    <a:pt x="67" y="472"/>
                    <a:pt x="67" y="472"/>
                  </a:cubicBezTo>
                  <a:cubicBezTo>
                    <a:pt x="67" y="377"/>
                    <a:pt x="67" y="377"/>
                    <a:pt x="67" y="377"/>
                  </a:cubicBezTo>
                  <a:lnTo>
                    <a:pt x="771" y="377"/>
                  </a:lnTo>
                  <a:close/>
                  <a:moveTo>
                    <a:pt x="771" y="377"/>
                  </a:moveTo>
                  <a:cubicBezTo>
                    <a:pt x="771" y="377"/>
                    <a:pt x="771" y="377"/>
                    <a:pt x="771" y="37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F0E9F78-7AA4-8B40-BEC8-D0C83D0207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6688" y="2919413"/>
              <a:ext cx="165100" cy="163512"/>
            </a:xfrm>
            <a:custGeom>
              <a:avLst/>
              <a:gdLst/>
              <a:ahLst/>
              <a:cxnLst>
                <a:cxn ang="0">
                  <a:pos x="61" y="123"/>
                </a:cxn>
                <a:cxn ang="0">
                  <a:pos x="105" y="105"/>
                </a:cxn>
                <a:cxn ang="0">
                  <a:pos x="124" y="61"/>
                </a:cxn>
                <a:cxn ang="0">
                  <a:pos x="105" y="18"/>
                </a:cxn>
                <a:cxn ang="0">
                  <a:pos x="61" y="0"/>
                </a:cxn>
                <a:cxn ang="0">
                  <a:pos x="18" y="18"/>
                </a:cxn>
                <a:cxn ang="0">
                  <a:pos x="0" y="61"/>
                </a:cxn>
                <a:cxn ang="0">
                  <a:pos x="18" y="105"/>
                </a:cxn>
                <a:cxn ang="0">
                  <a:pos x="61" y="123"/>
                </a:cxn>
                <a:cxn ang="0">
                  <a:pos x="61" y="123"/>
                </a:cxn>
                <a:cxn ang="0">
                  <a:pos x="61" y="123"/>
                </a:cxn>
              </a:cxnLst>
              <a:rect l="0" t="0" r="r" b="b"/>
              <a:pathLst>
                <a:path w="124" h="123">
                  <a:moveTo>
                    <a:pt x="61" y="123"/>
                  </a:moveTo>
                  <a:cubicBezTo>
                    <a:pt x="78" y="123"/>
                    <a:pt x="93" y="117"/>
                    <a:pt x="105" y="105"/>
                  </a:cubicBezTo>
                  <a:cubicBezTo>
                    <a:pt x="118" y="93"/>
                    <a:pt x="124" y="78"/>
                    <a:pt x="124" y="61"/>
                  </a:cubicBezTo>
                  <a:cubicBezTo>
                    <a:pt x="124" y="44"/>
                    <a:pt x="118" y="30"/>
                    <a:pt x="105" y="18"/>
                  </a:cubicBezTo>
                  <a:cubicBezTo>
                    <a:pt x="93" y="6"/>
                    <a:pt x="78" y="0"/>
                    <a:pt x="61" y="0"/>
                  </a:cubicBezTo>
                  <a:cubicBezTo>
                    <a:pt x="44" y="0"/>
                    <a:pt x="30" y="6"/>
                    <a:pt x="18" y="18"/>
                  </a:cubicBezTo>
                  <a:cubicBezTo>
                    <a:pt x="6" y="30"/>
                    <a:pt x="0" y="44"/>
                    <a:pt x="0" y="61"/>
                  </a:cubicBezTo>
                  <a:cubicBezTo>
                    <a:pt x="0" y="78"/>
                    <a:pt x="6" y="93"/>
                    <a:pt x="18" y="105"/>
                  </a:cubicBezTo>
                  <a:cubicBezTo>
                    <a:pt x="30" y="117"/>
                    <a:pt x="44" y="123"/>
                    <a:pt x="61" y="123"/>
                  </a:cubicBezTo>
                  <a:close/>
                  <a:moveTo>
                    <a:pt x="61" y="123"/>
                  </a:moveTo>
                  <a:cubicBezTo>
                    <a:pt x="61" y="123"/>
                    <a:pt x="61" y="123"/>
                    <a:pt x="61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5D4BEAC-D807-E146-83A6-FB5E1EA019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0500" y="3060700"/>
              <a:ext cx="114300" cy="22225"/>
            </a:xfrm>
            <a:custGeom>
              <a:avLst/>
              <a:gdLst/>
              <a:ahLst/>
              <a:cxnLst>
                <a:cxn ang="0">
                  <a:pos x="86" y="0"/>
                </a:cxn>
                <a:cxn ang="0">
                  <a:pos x="0" y="0"/>
                </a:cxn>
                <a:cxn ang="0">
                  <a:pos x="43" y="17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</a:cxnLst>
              <a:rect l="0" t="0" r="r" b="b"/>
              <a:pathLst>
                <a:path w="86" h="17">
                  <a:moveTo>
                    <a:pt x="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1"/>
                    <a:pt x="26" y="17"/>
                    <a:pt x="43" y="17"/>
                  </a:cubicBezTo>
                  <a:cubicBezTo>
                    <a:pt x="60" y="17"/>
                    <a:pt x="74" y="11"/>
                    <a:pt x="86" y="0"/>
                  </a:cubicBezTo>
                  <a:close/>
                  <a:moveTo>
                    <a:pt x="86" y="0"/>
                  </a:moveTo>
                  <a:cubicBezTo>
                    <a:pt x="86" y="0"/>
                    <a:pt x="86" y="0"/>
                    <a:pt x="8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9787F42-1973-E842-911B-EDDFE4BF7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938" y="2930525"/>
              <a:ext cx="976313" cy="236537"/>
            </a:xfrm>
            <a:custGeom>
              <a:avLst/>
              <a:gdLst/>
              <a:ahLst/>
              <a:cxnLst>
                <a:cxn ang="0">
                  <a:pos x="718" y="63"/>
                </a:cxn>
                <a:cxn ang="0">
                  <a:pos x="683" y="47"/>
                </a:cxn>
                <a:cxn ang="0">
                  <a:pos x="197" y="0"/>
                </a:cxn>
                <a:cxn ang="0">
                  <a:pos x="194" y="0"/>
                </a:cxn>
                <a:cxn ang="0">
                  <a:pos x="172" y="9"/>
                </a:cxn>
                <a:cxn ang="0">
                  <a:pos x="163" y="31"/>
                </a:cxn>
                <a:cxn ang="0">
                  <a:pos x="163" y="115"/>
                </a:cxn>
                <a:cxn ang="0">
                  <a:pos x="84" y="129"/>
                </a:cxn>
                <a:cxn ang="0">
                  <a:pos x="30" y="106"/>
                </a:cxn>
                <a:cxn ang="0">
                  <a:pos x="23" y="98"/>
                </a:cxn>
                <a:cxn ang="0">
                  <a:pos x="0" y="129"/>
                </a:cxn>
                <a:cxn ang="0">
                  <a:pos x="0" y="144"/>
                </a:cxn>
                <a:cxn ang="0">
                  <a:pos x="33" y="177"/>
                </a:cxn>
                <a:cxn ang="0">
                  <a:pos x="732" y="177"/>
                </a:cxn>
                <a:cxn ang="0">
                  <a:pos x="732" y="95"/>
                </a:cxn>
                <a:cxn ang="0">
                  <a:pos x="718" y="63"/>
                </a:cxn>
                <a:cxn ang="0">
                  <a:pos x="718" y="63"/>
                </a:cxn>
                <a:cxn ang="0">
                  <a:pos x="718" y="63"/>
                </a:cxn>
              </a:cxnLst>
              <a:rect l="0" t="0" r="r" b="b"/>
              <a:pathLst>
                <a:path w="732" h="177">
                  <a:moveTo>
                    <a:pt x="718" y="63"/>
                  </a:moveTo>
                  <a:cubicBezTo>
                    <a:pt x="709" y="55"/>
                    <a:pt x="697" y="50"/>
                    <a:pt x="683" y="47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85" y="0"/>
                    <a:pt x="178" y="3"/>
                    <a:pt x="172" y="9"/>
                  </a:cubicBezTo>
                  <a:cubicBezTo>
                    <a:pt x="166" y="15"/>
                    <a:pt x="163" y="22"/>
                    <a:pt x="163" y="31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59" y="108"/>
                    <a:pt x="105" y="129"/>
                    <a:pt x="84" y="129"/>
                  </a:cubicBezTo>
                  <a:cubicBezTo>
                    <a:pt x="63" y="129"/>
                    <a:pt x="45" y="121"/>
                    <a:pt x="30" y="106"/>
                  </a:cubicBezTo>
                  <a:cubicBezTo>
                    <a:pt x="28" y="104"/>
                    <a:pt x="25" y="101"/>
                    <a:pt x="23" y="98"/>
                  </a:cubicBezTo>
                  <a:cubicBezTo>
                    <a:pt x="10" y="102"/>
                    <a:pt x="0" y="115"/>
                    <a:pt x="0" y="129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2"/>
                    <a:pt x="15" y="177"/>
                    <a:pt x="33" y="177"/>
                  </a:cubicBezTo>
                  <a:cubicBezTo>
                    <a:pt x="732" y="177"/>
                    <a:pt x="732" y="177"/>
                    <a:pt x="732" y="177"/>
                  </a:cubicBezTo>
                  <a:cubicBezTo>
                    <a:pt x="732" y="95"/>
                    <a:pt x="732" y="95"/>
                    <a:pt x="732" y="95"/>
                  </a:cubicBezTo>
                  <a:cubicBezTo>
                    <a:pt x="732" y="82"/>
                    <a:pt x="728" y="71"/>
                    <a:pt x="718" y="63"/>
                  </a:cubicBezTo>
                  <a:close/>
                  <a:moveTo>
                    <a:pt x="718" y="63"/>
                  </a:moveTo>
                  <a:cubicBezTo>
                    <a:pt x="718" y="63"/>
                    <a:pt x="718" y="63"/>
                    <a:pt x="718" y="6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3A9CABF-B38E-CA4B-9B0B-E0DA7E9B3F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8625" y="2456536"/>
              <a:ext cx="320675" cy="320675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0" y="120"/>
                </a:cxn>
                <a:cxn ang="0">
                  <a:pos x="120" y="241"/>
                </a:cxn>
                <a:cxn ang="0">
                  <a:pos x="240" y="120"/>
                </a:cxn>
                <a:cxn ang="0">
                  <a:pos x="120" y="0"/>
                </a:cxn>
                <a:cxn ang="0">
                  <a:pos x="120" y="204"/>
                </a:cxn>
                <a:cxn ang="0">
                  <a:pos x="36" y="120"/>
                </a:cxn>
                <a:cxn ang="0">
                  <a:pos x="120" y="37"/>
                </a:cxn>
                <a:cxn ang="0">
                  <a:pos x="204" y="120"/>
                </a:cxn>
                <a:cxn ang="0">
                  <a:pos x="120" y="204"/>
                </a:cxn>
                <a:cxn ang="0">
                  <a:pos x="120" y="204"/>
                </a:cxn>
                <a:cxn ang="0">
                  <a:pos x="120" y="204"/>
                </a:cxn>
              </a:cxnLst>
              <a:rect l="0" t="0" r="r" b="b"/>
              <a:pathLst>
                <a:path w="240" h="241">
                  <a:moveTo>
                    <a:pt x="120" y="0"/>
                  </a:moveTo>
                  <a:cubicBezTo>
                    <a:pt x="54" y="0"/>
                    <a:pt x="0" y="54"/>
                    <a:pt x="0" y="120"/>
                  </a:cubicBezTo>
                  <a:cubicBezTo>
                    <a:pt x="0" y="187"/>
                    <a:pt x="54" y="241"/>
                    <a:pt x="120" y="241"/>
                  </a:cubicBezTo>
                  <a:cubicBezTo>
                    <a:pt x="186" y="241"/>
                    <a:pt x="240" y="187"/>
                    <a:pt x="240" y="120"/>
                  </a:cubicBezTo>
                  <a:cubicBezTo>
                    <a:pt x="240" y="54"/>
                    <a:pt x="186" y="0"/>
                    <a:pt x="120" y="0"/>
                  </a:cubicBezTo>
                  <a:close/>
                  <a:moveTo>
                    <a:pt x="120" y="204"/>
                  </a:moveTo>
                  <a:cubicBezTo>
                    <a:pt x="74" y="204"/>
                    <a:pt x="36" y="166"/>
                    <a:pt x="36" y="120"/>
                  </a:cubicBezTo>
                  <a:cubicBezTo>
                    <a:pt x="36" y="74"/>
                    <a:pt x="74" y="37"/>
                    <a:pt x="120" y="37"/>
                  </a:cubicBezTo>
                  <a:cubicBezTo>
                    <a:pt x="166" y="37"/>
                    <a:pt x="204" y="74"/>
                    <a:pt x="204" y="120"/>
                  </a:cubicBezTo>
                  <a:cubicBezTo>
                    <a:pt x="204" y="166"/>
                    <a:pt x="166" y="204"/>
                    <a:pt x="120" y="204"/>
                  </a:cubicBezTo>
                  <a:close/>
                  <a:moveTo>
                    <a:pt x="120" y="204"/>
                  </a:moveTo>
                  <a:cubicBezTo>
                    <a:pt x="120" y="204"/>
                    <a:pt x="120" y="204"/>
                    <a:pt x="120" y="20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3FBD6F5-C814-F245-BE48-2CABDD885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4675" y="2532736"/>
              <a:ext cx="103188" cy="101600"/>
            </a:xfrm>
            <a:custGeom>
              <a:avLst/>
              <a:gdLst/>
              <a:ahLst/>
              <a:cxnLst>
                <a:cxn ang="0">
                  <a:pos x="20" y="57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77"/>
                </a:cxn>
                <a:cxn ang="0">
                  <a:pos x="20" y="77"/>
                </a:cxn>
                <a:cxn ang="0">
                  <a:pos x="20" y="77"/>
                </a:cxn>
                <a:cxn ang="0">
                  <a:pos x="67" y="77"/>
                </a:cxn>
                <a:cxn ang="0">
                  <a:pos x="77" y="67"/>
                </a:cxn>
                <a:cxn ang="0">
                  <a:pos x="67" y="57"/>
                </a:cxn>
                <a:cxn ang="0">
                  <a:pos x="20" y="57"/>
                </a:cxn>
                <a:cxn ang="0">
                  <a:pos x="20" y="57"/>
                </a:cxn>
                <a:cxn ang="0">
                  <a:pos x="20" y="57"/>
                </a:cxn>
              </a:cxnLst>
              <a:rect l="0" t="0" r="r" b="b"/>
              <a:pathLst>
                <a:path w="77" h="77">
                  <a:moveTo>
                    <a:pt x="20" y="57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5"/>
                    <a:pt x="16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72" y="77"/>
                    <a:pt x="77" y="73"/>
                    <a:pt x="77" y="67"/>
                  </a:cubicBezTo>
                  <a:cubicBezTo>
                    <a:pt x="77" y="61"/>
                    <a:pt x="72" y="57"/>
                    <a:pt x="67" y="57"/>
                  </a:cubicBezTo>
                  <a:lnTo>
                    <a:pt x="20" y="57"/>
                  </a:lnTo>
                  <a:close/>
                  <a:moveTo>
                    <a:pt x="20" y="57"/>
                  </a:moveTo>
                  <a:cubicBezTo>
                    <a:pt x="20" y="57"/>
                    <a:pt x="20" y="57"/>
                    <a:pt x="20" y="5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4" name="Freeform 26">
            <a:extLst>
              <a:ext uri="{FF2B5EF4-FFF2-40B4-BE49-F238E27FC236}">
                <a16:creationId xmlns:a16="http://schemas.microsoft.com/office/drawing/2014/main" id="{289FCFD9-93F0-E14A-8EBA-440AD6543D95}"/>
              </a:ext>
            </a:extLst>
          </p:cNvPr>
          <p:cNvSpPr>
            <a:spLocks noEditPoints="1"/>
          </p:cNvSpPr>
          <p:nvPr/>
        </p:nvSpPr>
        <p:spPr bwMode="auto">
          <a:xfrm>
            <a:off x="7449014" y="1862857"/>
            <a:ext cx="997771" cy="1039035"/>
          </a:xfrm>
          <a:custGeom>
            <a:avLst/>
            <a:gdLst/>
            <a:ahLst/>
            <a:cxnLst>
              <a:cxn ang="0">
                <a:pos x="241" y="43"/>
              </a:cxn>
              <a:cxn ang="0">
                <a:pos x="284" y="0"/>
              </a:cxn>
              <a:cxn ang="0">
                <a:pos x="327" y="43"/>
              </a:cxn>
              <a:cxn ang="0">
                <a:pos x="284" y="86"/>
              </a:cxn>
              <a:cxn ang="0">
                <a:pos x="241" y="43"/>
              </a:cxn>
              <a:cxn ang="0">
                <a:pos x="378" y="172"/>
              </a:cxn>
              <a:cxn ang="0">
                <a:pos x="318" y="172"/>
              </a:cxn>
              <a:cxn ang="0">
                <a:pos x="272" y="109"/>
              </a:cxn>
              <a:cxn ang="0">
                <a:pos x="270" y="106"/>
              </a:cxn>
              <a:cxn ang="0">
                <a:pos x="267" y="103"/>
              </a:cxn>
              <a:cxn ang="0">
                <a:pos x="232" y="86"/>
              </a:cxn>
              <a:cxn ang="0">
                <a:pos x="230" y="85"/>
              </a:cxn>
              <a:cxn ang="0">
                <a:pos x="162" y="53"/>
              </a:cxn>
              <a:cxn ang="0">
                <a:pos x="144" y="55"/>
              </a:cxn>
              <a:cxn ang="0">
                <a:pos x="76" y="107"/>
              </a:cxn>
              <a:cxn ang="0">
                <a:pos x="72" y="131"/>
              </a:cxn>
              <a:cxn ang="0">
                <a:pos x="86" y="138"/>
              </a:cxn>
              <a:cxn ang="0">
                <a:pos x="96" y="134"/>
              </a:cxn>
              <a:cxn ang="0">
                <a:pos x="157" y="89"/>
              </a:cxn>
              <a:cxn ang="0">
                <a:pos x="203" y="111"/>
              </a:cxn>
              <a:cxn ang="0">
                <a:pos x="148" y="198"/>
              </a:cxn>
              <a:cxn ang="0">
                <a:pos x="158" y="241"/>
              </a:cxn>
              <a:cxn ang="0">
                <a:pos x="236" y="294"/>
              </a:cxn>
              <a:cxn ang="0">
                <a:pos x="237" y="296"/>
              </a:cxn>
              <a:cxn ang="0">
                <a:pos x="191" y="388"/>
              </a:cxn>
              <a:cxn ang="0">
                <a:pos x="199" y="411"/>
              </a:cxn>
              <a:cxn ang="0">
                <a:pos x="206" y="413"/>
              </a:cxn>
              <a:cxn ang="0">
                <a:pos x="222" y="403"/>
              </a:cxn>
              <a:cxn ang="0">
                <a:pos x="273" y="300"/>
              </a:cxn>
              <a:cxn ang="0">
                <a:pos x="270" y="280"/>
              </a:cxn>
              <a:cxn ang="0">
                <a:pos x="217" y="227"/>
              </a:cxn>
              <a:cxn ang="0">
                <a:pos x="261" y="152"/>
              </a:cxn>
              <a:cxn ang="0">
                <a:pos x="296" y="199"/>
              </a:cxn>
              <a:cxn ang="0">
                <a:pos x="310" y="206"/>
              </a:cxn>
              <a:cxn ang="0">
                <a:pos x="378" y="206"/>
              </a:cxn>
              <a:cxn ang="0">
                <a:pos x="396" y="189"/>
              </a:cxn>
              <a:cxn ang="0">
                <a:pos x="378" y="172"/>
              </a:cxn>
              <a:cxn ang="0">
                <a:pos x="131" y="234"/>
              </a:cxn>
              <a:cxn ang="0">
                <a:pos x="110" y="275"/>
              </a:cxn>
              <a:cxn ang="0">
                <a:pos x="17" y="275"/>
              </a:cxn>
              <a:cxn ang="0">
                <a:pos x="0" y="292"/>
              </a:cxn>
              <a:cxn ang="0">
                <a:pos x="17" y="310"/>
              </a:cxn>
              <a:cxn ang="0">
                <a:pos x="120" y="310"/>
              </a:cxn>
              <a:cxn ang="0">
                <a:pos x="132" y="305"/>
              </a:cxn>
              <a:cxn ang="0">
                <a:pos x="133" y="304"/>
              </a:cxn>
              <a:cxn ang="0">
                <a:pos x="134" y="303"/>
              </a:cxn>
              <a:cxn ang="0">
                <a:pos x="169" y="268"/>
              </a:cxn>
              <a:cxn ang="0">
                <a:pos x="148" y="255"/>
              </a:cxn>
              <a:cxn ang="0">
                <a:pos x="131" y="234"/>
              </a:cxn>
              <a:cxn ang="0">
                <a:pos x="131" y="234"/>
              </a:cxn>
              <a:cxn ang="0">
                <a:pos x="131" y="234"/>
              </a:cxn>
            </a:cxnLst>
            <a:rect l="0" t="0" r="r" b="b"/>
            <a:pathLst>
              <a:path w="396" h="413">
                <a:moveTo>
                  <a:pt x="241" y="43"/>
                </a:moveTo>
                <a:cubicBezTo>
                  <a:pt x="241" y="19"/>
                  <a:pt x="260" y="0"/>
                  <a:pt x="284" y="0"/>
                </a:cubicBezTo>
                <a:cubicBezTo>
                  <a:pt x="308" y="0"/>
                  <a:pt x="327" y="19"/>
                  <a:pt x="327" y="43"/>
                </a:cubicBezTo>
                <a:cubicBezTo>
                  <a:pt x="327" y="67"/>
                  <a:pt x="308" y="86"/>
                  <a:pt x="284" y="86"/>
                </a:cubicBezTo>
                <a:cubicBezTo>
                  <a:pt x="260" y="86"/>
                  <a:pt x="241" y="67"/>
                  <a:pt x="241" y="43"/>
                </a:cubicBezTo>
                <a:close/>
                <a:moveTo>
                  <a:pt x="378" y="172"/>
                </a:moveTo>
                <a:cubicBezTo>
                  <a:pt x="318" y="172"/>
                  <a:pt x="318" y="172"/>
                  <a:pt x="318" y="172"/>
                </a:cubicBezTo>
                <a:cubicBezTo>
                  <a:pt x="272" y="109"/>
                  <a:pt x="272" y="109"/>
                  <a:pt x="272" y="109"/>
                </a:cubicBezTo>
                <a:cubicBezTo>
                  <a:pt x="271" y="108"/>
                  <a:pt x="270" y="107"/>
                  <a:pt x="270" y="106"/>
                </a:cubicBezTo>
                <a:cubicBezTo>
                  <a:pt x="269" y="105"/>
                  <a:pt x="268" y="104"/>
                  <a:pt x="267" y="103"/>
                </a:cubicBezTo>
                <a:cubicBezTo>
                  <a:pt x="232" y="86"/>
                  <a:pt x="232" y="86"/>
                  <a:pt x="232" y="86"/>
                </a:cubicBezTo>
                <a:cubicBezTo>
                  <a:pt x="231" y="86"/>
                  <a:pt x="231" y="85"/>
                  <a:pt x="230" y="85"/>
                </a:cubicBezTo>
                <a:cubicBezTo>
                  <a:pt x="162" y="53"/>
                  <a:pt x="162" y="53"/>
                  <a:pt x="162" y="53"/>
                </a:cubicBezTo>
                <a:cubicBezTo>
                  <a:pt x="156" y="50"/>
                  <a:pt x="150" y="51"/>
                  <a:pt x="144" y="55"/>
                </a:cubicBezTo>
                <a:cubicBezTo>
                  <a:pt x="76" y="107"/>
                  <a:pt x="76" y="107"/>
                  <a:pt x="76" y="107"/>
                </a:cubicBezTo>
                <a:cubicBezTo>
                  <a:pt x="68" y="112"/>
                  <a:pt x="67" y="123"/>
                  <a:pt x="72" y="131"/>
                </a:cubicBezTo>
                <a:cubicBezTo>
                  <a:pt x="76" y="135"/>
                  <a:pt x="81" y="138"/>
                  <a:pt x="86" y="138"/>
                </a:cubicBezTo>
                <a:cubicBezTo>
                  <a:pt x="90" y="138"/>
                  <a:pt x="93" y="136"/>
                  <a:pt x="96" y="134"/>
                </a:cubicBezTo>
                <a:cubicBezTo>
                  <a:pt x="157" y="89"/>
                  <a:pt x="157" y="89"/>
                  <a:pt x="157" y="89"/>
                </a:cubicBezTo>
                <a:cubicBezTo>
                  <a:pt x="203" y="111"/>
                  <a:pt x="203" y="111"/>
                  <a:pt x="203" y="111"/>
                </a:cubicBezTo>
                <a:cubicBezTo>
                  <a:pt x="148" y="198"/>
                  <a:pt x="148" y="198"/>
                  <a:pt x="148" y="198"/>
                </a:cubicBezTo>
                <a:cubicBezTo>
                  <a:pt x="139" y="212"/>
                  <a:pt x="143" y="232"/>
                  <a:pt x="158" y="241"/>
                </a:cubicBezTo>
                <a:cubicBezTo>
                  <a:pt x="236" y="294"/>
                  <a:pt x="236" y="294"/>
                  <a:pt x="236" y="294"/>
                </a:cubicBezTo>
                <a:cubicBezTo>
                  <a:pt x="237" y="296"/>
                  <a:pt x="237" y="296"/>
                  <a:pt x="237" y="296"/>
                </a:cubicBezTo>
                <a:cubicBezTo>
                  <a:pt x="191" y="388"/>
                  <a:pt x="191" y="388"/>
                  <a:pt x="191" y="388"/>
                </a:cubicBezTo>
                <a:cubicBezTo>
                  <a:pt x="187" y="396"/>
                  <a:pt x="190" y="407"/>
                  <a:pt x="199" y="411"/>
                </a:cubicBezTo>
                <a:cubicBezTo>
                  <a:pt x="201" y="412"/>
                  <a:pt x="204" y="413"/>
                  <a:pt x="206" y="413"/>
                </a:cubicBezTo>
                <a:cubicBezTo>
                  <a:pt x="213" y="413"/>
                  <a:pt x="219" y="409"/>
                  <a:pt x="222" y="403"/>
                </a:cubicBezTo>
                <a:cubicBezTo>
                  <a:pt x="273" y="300"/>
                  <a:pt x="273" y="300"/>
                  <a:pt x="273" y="300"/>
                </a:cubicBezTo>
                <a:cubicBezTo>
                  <a:pt x="277" y="293"/>
                  <a:pt x="275" y="285"/>
                  <a:pt x="270" y="280"/>
                </a:cubicBezTo>
                <a:cubicBezTo>
                  <a:pt x="217" y="227"/>
                  <a:pt x="217" y="227"/>
                  <a:pt x="217" y="227"/>
                </a:cubicBezTo>
                <a:cubicBezTo>
                  <a:pt x="261" y="152"/>
                  <a:pt x="261" y="152"/>
                  <a:pt x="261" y="152"/>
                </a:cubicBezTo>
                <a:cubicBezTo>
                  <a:pt x="296" y="199"/>
                  <a:pt x="296" y="199"/>
                  <a:pt x="296" y="199"/>
                </a:cubicBezTo>
                <a:cubicBezTo>
                  <a:pt x="299" y="204"/>
                  <a:pt x="304" y="206"/>
                  <a:pt x="310" y="206"/>
                </a:cubicBezTo>
                <a:cubicBezTo>
                  <a:pt x="378" y="206"/>
                  <a:pt x="378" y="206"/>
                  <a:pt x="378" y="206"/>
                </a:cubicBezTo>
                <a:cubicBezTo>
                  <a:pt x="388" y="206"/>
                  <a:pt x="396" y="199"/>
                  <a:pt x="396" y="189"/>
                </a:cubicBezTo>
                <a:cubicBezTo>
                  <a:pt x="396" y="180"/>
                  <a:pt x="388" y="172"/>
                  <a:pt x="378" y="172"/>
                </a:cubicBezTo>
                <a:close/>
                <a:moveTo>
                  <a:pt x="131" y="234"/>
                </a:moveTo>
                <a:cubicBezTo>
                  <a:pt x="110" y="275"/>
                  <a:pt x="110" y="275"/>
                  <a:pt x="110" y="275"/>
                </a:cubicBezTo>
                <a:cubicBezTo>
                  <a:pt x="17" y="275"/>
                  <a:pt x="17" y="275"/>
                  <a:pt x="17" y="275"/>
                </a:cubicBezTo>
                <a:cubicBezTo>
                  <a:pt x="8" y="275"/>
                  <a:pt x="0" y="283"/>
                  <a:pt x="0" y="292"/>
                </a:cubicBezTo>
                <a:cubicBezTo>
                  <a:pt x="0" y="302"/>
                  <a:pt x="8" y="310"/>
                  <a:pt x="17" y="310"/>
                </a:cubicBezTo>
                <a:cubicBezTo>
                  <a:pt x="120" y="310"/>
                  <a:pt x="120" y="310"/>
                  <a:pt x="120" y="310"/>
                </a:cubicBezTo>
                <a:cubicBezTo>
                  <a:pt x="125" y="310"/>
                  <a:pt x="129" y="308"/>
                  <a:pt x="132" y="305"/>
                </a:cubicBezTo>
                <a:cubicBezTo>
                  <a:pt x="133" y="305"/>
                  <a:pt x="133" y="304"/>
                  <a:pt x="133" y="304"/>
                </a:cubicBezTo>
                <a:cubicBezTo>
                  <a:pt x="133" y="304"/>
                  <a:pt x="134" y="303"/>
                  <a:pt x="134" y="303"/>
                </a:cubicBezTo>
                <a:cubicBezTo>
                  <a:pt x="169" y="268"/>
                  <a:pt x="169" y="268"/>
                  <a:pt x="169" y="268"/>
                </a:cubicBezTo>
                <a:cubicBezTo>
                  <a:pt x="148" y="255"/>
                  <a:pt x="148" y="255"/>
                  <a:pt x="148" y="255"/>
                </a:cubicBezTo>
                <a:cubicBezTo>
                  <a:pt x="141" y="249"/>
                  <a:pt x="134" y="243"/>
                  <a:pt x="131" y="234"/>
                </a:cubicBezTo>
                <a:close/>
                <a:moveTo>
                  <a:pt x="131" y="234"/>
                </a:moveTo>
                <a:cubicBezTo>
                  <a:pt x="131" y="234"/>
                  <a:pt x="131" y="234"/>
                  <a:pt x="131" y="234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5" name="Group 46">
            <a:extLst>
              <a:ext uri="{FF2B5EF4-FFF2-40B4-BE49-F238E27FC236}">
                <a16:creationId xmlns:a16="http://schemas.microsoft.com/office/drawing/2014/main" id="{4A6B4E26-1B84-4443-82E1-FBA322BAB349}"/>
              </a:ext>
            </a:extLst>
          </p:cNvPr>
          <p:cNvGrpSpPr/>
          <p:nvPr/>
        </p:nvGrpSpPr>
        <p:grpSpPr>
          <a:xfrm>
            <a:off x="7523691" y="4060531"/>
            <a:ext cx="848420" cy="1025767"/>
            <a:chOff x="5676900" y="2346325"/>
            <a:chExt cx="949325" cy="1147763"/>
          </a:xfrm>
          <a:solidFill>
            <a:schemeClr val="accent6"/>
          </a:solidFill>
        </p:grpSpPr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BB9BDDCD-4555-C146-916A-2BDE345971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6900" y="2554288"/>
              <a:ext cx="949325" cy="939800"/>
            </a:xfrm>
            <a:custGeom>
              <a:avLst/>
              <a:gdLst/>
              <a:ahLst/>
              <a:cxnLst>
                <a:cxn ang="0">
                  <a:pos x="125" y="27"/>
                </a:cxn>
                <a:cxn ang="0">
                  <a:pos x="0" y="104"/>
                </a:cxn>
                <a:cxn ang="0">
                  <a:pos x="83" y="248"/>
                </a:cxn>
                <a:cxn ang="0">
                  <a:pos x="125" y="235"/>
                </a:cxn>
                <a:cxn ang="0">
                  <a:pos x="167" y="248"/>
                </a:cxn>
                <a:cxn ang="0">
                  <a:pos x="250" y="104"/>
                </a:cxn>
                <a:cxn ang="0">
                  <a:pos x="125" y="27"/>
                </a:cxn>
                <a:cxn ang="0">
                  <a:pos x="125" y="27"/>
                </a:cxn>
                <a:cxn ang="0">
                  <a:pos x="125" y="27"/>
                </a:cxn>
              </a:cxnLst>
              <a:rect l="0" t="0" r="r" b="b"/>
              <a:pathLst>
                <a:path w="250" h="248">
                  <a:moveTo>
                    <a:pt x="125" y="27"/>
                  </a:moveTo>
                  <a:cubicBezTo>
                    <a:pt x="76" y="0"/>
                    <a:pt x="0" y="26"/>
                    <a:pt x="0" y="104"/>
                  </a:cubicBezTo>
                  <a:cubicBezTo>
                    <a:pt x="0" y="165"/>
                    <a:pt x="37" y="248"/>
                    <a:pt x="83" y="248"/>
                  </a:cubicBezTo>
                  <a:cubicBezTo>
                    <a:pt x="101" y="248"/>
                    <a:pt x="114" y="243"/>
                    <a:pt x="125" y="235"/>
                  </a:cubicBezTo>
                  <a:cubicBezTo>
                    <a:pt x="136" y="243"/>
                    <a:pt x="150" y="248"/>
                    <a:pt x="167" y="248"/>
                  </a:cubicBezTo>
                  <a:cubicBezTo>
                    <a:pt x="213" y="248"/>
                    <a:pt x="250" y="165"/>
                    <a:pt x="250" y="104"/>
                  </a:cubicBezTo>
                  <a:cubicBezTo>
                    <a:pt x="250" y="26"/>
                    <a:pt x="175" y="0"/>
                    <a:pt x="125" y="27"/>
                  </a:cubicBezTo>
                  <a:close/>
                  <a:moveTo>
                    <a:pt x="125" y="27"/>
                  </a:moveTo>
                  <a:cubicBezTo>
                    <a:pt x="125" y="27"/>
                    <a:pt x="125" y="27"/>
                    <a:pt x="125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73E8B10B-DEDB-B34B-A2D3-779C3707F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9338" y="2452688"/>
              <a:ext cx="139700" cy="185738"/>
            </a:xfrm>
            <a:custGeom>
              <a:avLst/>
              <a:gdLst/>
              <a:ahLst/>
              <a:cxnLst>
                <a:cxn ang="0">
                  <a:pos x="6" y="49"/>
                </a:cxn>
                <a:cxn ang="0">
                  <a:pos x="21" y="42"/>
                </a:cxn>
                <a:cxn ang="0">
                  <a:pos x="37" y="14"/>
                </a:cxn>
                <a:cxn ang="0">
                  <a:pos x="34" y="0"/>
                </a:cxn>
                <a:cxn ang="0">
                  <a:pos x="6" y="49"/>
                </a:cxn>
                <a:cxn ang="0">
                  <a:pos x="6" y="49"/>
                </a:cxn>
                <a:cxn ang="0">
                  <a:pos x="6" y="49"/>
                </a:cxn>
              </a:cxnLst>
              <a:rect l="0" t="0" r="r" b="b"/>
              <a:pathLst>
                <a:path w="37" h="49">
                  <a:moveTo>
                    <a:pt x="6" y="49"/>
                  </a:moveTo>
                  <a:cubicBezTo>
                    <a:pt x="21" y="42"/>
                    <a:pt x="21" y="42"/>
                    <a:pt x="21" y="42"/>
                  </a:cubicBezTo>
                  <a:cubicBezTo>
                    <a:pt x="21" y="42"/>
                    <a:pt x="21" y="18"/>
                    <a:pt x="37" y="1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11"/>
                    <a:pt x="6" y="47"/>
                    <a:pt x="6" y="49"/>
                  </a:cubicBezTo>
                  <a:close/>
                  <a:moveTo>
                    <a:pt x="6" y="49"/>
                  </a:moveTo>
                  <a:cubicBezTo>
                    <a:pt x="6" y="49"/>
                    <a:pt x="6" y="49"/>
                    <a:pt x="6" y="4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7C4EE80F-3E18-954D-92D1-A6DA0EAA19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3425" y="2346325"/>
              <a:ext cx="387350" cy="303213"/>
            </a:xfrm>
            <a:custGeom>
              <a:avLst/>
              <a:gdLst/>
              <a:ahLst/>
              <a:cxnLst>
                <a:cxn ang="0">
                  <a:pos x="91" y="46"/>
                </a:cxn>
                <a:cxn ang="0">
                  <a:pos x="30" y="0"/>
                </a:cxn>
                <a:cxn ang="0">
                  <a:pos x="91" y="46"/>
                </a:cxn>
                <a:cxn ang="0">
                  <a:pos x="91" y="46"/>
                </a:cxn>
                <a:cxn ang="0">
                  <a:pos x="91" y="46"/>
                </a:cxn>
              </a:cxnLst>
              <a:rect l="0" t="0" r="r" b="b"/>
              <a:pathLst>
                <a:path w="102" h="80">
                  <a:moveTo>
                    <a:pt x="91" y="46"/>
                  </a:moveTo>
                  <a:cubicBezTo>
                    <a:pt x="102" y="11"/>
                    <a:pt x="28" y="11"/>
                    <a:pt x="30" y="0"/>
                  </a:cubicBezTo>
                  <a:cubicBezTo>
                    <a:pt x="0" y="50"/>
                    <a:pt x="79" y="80"/>
                    <a:pt x="91" y="46"/>
                  </a:cubicBezTo>
                  <a:close/>
                  <a:moveTo>
                    <a:pt x="91" y="46"/>
                  </a:moveTo>
                  <a:cubicBezTo>
                    <a:pt x="91" y="46"/>
                    <a:pt x="91" y="46"/>
                    <a:pt x="91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9" name="Rectangular Callout 57">
            <a:extLst>
              <a:ext uri="{FF2B5EF4-FFF2-40B4-BE49-F238E27FC236}">
                <a16:creationId xmlns:a16="http://schemas.microsoft.com/office/drawing/2014/main" id="{27BFB717-281F-D748-8619-8AFAD4C25214}"/>
              </a:ext>
            </a:extLst>
          </p:cNvPr>
          <p:cNvSpPr/>
          <p:nvPr/>
        </p:nvSpPr>
        <p:spPr>
          <a:xfrm>
            <a:off x="2905381" y="1562031"/>
            <a:ext cx="915720" cy="915720"/>
          </a:xfrm>
          <a:prstGeom prst="wedgeRectCallou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189A80">
                  <a:lumMod val="50000"/>
                </a:srgbClr>
              </a:solidFill>
              <a:latin typeface="FontAwesome" pitchFamily="2" charset="0"/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945001DC-A501-2B44-85FD-BB03F8F99A02}"/>
              </a:ext>
            </a:extLst>
          </p:cNvPr>
          <p:cNvSpPr>
            <a:spLocks noEditPoints="1"/>
          </p:cNvSpPr>
          <p:nvPr/>
        </p:nvSpPr>
        <p:spPr bwMode="auto">
          <a:xfrm>
            <a:off x="3197552" y="1745804"/>
            <a:ext cx="366184" cy="501651"/>
          </a:xfrm>
          <a:custGeom>
            <a:avLst/>
            <a:gdLst/>
            <a:ahLst/>
            <a:cxnLst>
              <a:cxn ang="0">
                <a:pos x="39" y="2"/>
              </a:cxn>
              <a:cxn ang="0">
                <a:pos x="35" y="0"/>
              </a:cxn>
              <a:cxn ang="0">
                <a:pos x="32" y="2"/>
              </a:cxn>
              <a:cxn ang="0">
                <a:pos x="0" y="63"/>
              </a:cxn>
              <a:cxn ang="0">
                <a:pos x="35" y="98"/>
              </a:cxn>
              <a:cxn ang="0">
                <a:pos x="70" y="63"/>
              </a:cxn>
              <a:cxn ang="0">
                <a:pos x="39" y="2"/>
              </a:cxn>
              <a:cxn ang="0">
                <a:pos x="23" y="83"/>
              </a:cxn>
              <a:cxn ang="0">
                <a:pos x="19" y="85"/>
              </a:cxn>
              <a:cxn ang="0">
                <a:pos x="16" y="83"/>
              </a:cxn>
              <a:cxn ang="0">
                <a:pos x="7" y="54"/>
              </a:cxn>
              <a:cxn ang="0">
                <a:pos x="13" y="50"/>
              </a:cxn>
              <a:cxn ang="0">
                <a:pos x="16" y="56"/>
              </a:cxn>
              <a:cxn ang="0">
                <a:pos x="22" y="76"/>
              </a:cxn>
              <a:cxn ang="0">
                <a:pos x="23" y="83"/>
              </a:cxn>
              <a:cxn ang="0">
                <a:pos x="32" y="93"/>
              </a:cxn>
              <a:cxn ang="0">
                <a:pos x="27" y="87"/>
              </a:cxn>
              <a:cxn ang="0">
                <a:pos x="32" y="82"/>
              </a:cxn>
              <a:cxn ang="0">
                <a:pos x="38" y="87"/>
              </a:cxn>
              <a:cxn ang="0">
                <a:pos x="32" y="93"/>
              </a:cxn>
              <a:cxn ang="0">
                <a:pos x="32" y="93"/>
              </a:cxn>
              <a:cxn ang="0">
                <a:pos x="32" y="93"/>
              </a:cxn>
            </a:cxnLst>
            <a:rect l="0" t="0" r="r" b="b"/>
            <a:pathLst>
              <a:path w="70" h="98">
                <a:moveTo>
                  <a:pt x="39" y="2"/>
                </a:moveTo>
                <a:cubicBezTo>
                  <a:pt x="38" y="1"/>
                  <a:pt x="37" y="0"/>
                  <a:pt x="35" y="0"/>
                </a:cubicBezTo>
                <a:cubicBezTo>
                  <a:pt x="34" y="0"/>
                  <a:pt x="32" y="1"/>
                  <a:pt x="32" y="2"/>
                </a:cubicBezTo>
                <a:cubicBezTo>
                  <a:pt x="23" y="14"/>
                  <a:pt x="0" y="47"/>
                  <a:pt x="0" y="63"/>
                </a:cubicBezTo>
                <a:cubicBezTo>
                  <a:pt x="0" y="82"/>
                  <a:pt x="16" y="98"/>
                  <a:pt x="35" y="98"/>
                </a:cubicBezTo>
                <a:cubicBezTo>
                  <a:pt x="55" y="98"/>
                  <a:pt x="70" y="82"/>
                  <a:pt x="70" y="63"/>
                </a:cubicBezTo>
                <a:cubicBezTo>
                  <a:pt x="70" y="47"/>
                  <a:pt x="48" y="14"/>
                  <a:pt x="39" y="2"/>
                </a:cubicBezTo>
                <a:close/>
                <a:moveTo>
                  <a:pt x="23" y="83"/>
                </a:moveTo>
                <a:cubicBezTo>
                  <a:pt x="22" y="84"/>
                  <a:pt x="20" y="85"/>
                  <a:pt x="19" y="85"/>
                </a:cubicBezTo>
                <a:cubicBezTo>
                  <a:pt x="18" y="85"/>
                  <a:pt x="17" y="84"/>
                  <a:pt x="16" y="83"/>
                </a:cubicBezTo>
                <a:cubicBezTo>
                  <a:pt x="2" y="72"/>
                  <a:pt x="7" y="55"/>
                  <a:pt x="7" y="54"/>
                </a:cubicBezTo>
                <a:cubicBezTo>
                  <a:pt x="8" y="51"/>
                  <a:pt x="11" y="50"/>
                  <a:pt x="13" y="50"/>
                </a:cubicBezTo>
                <a:cubicBezTo>
                  <a:pt x="16" y="51"/>
                  <a:pt x="17" y="54"/>
                  <a:pt x="16" y="56"/>
                </a:cubicBezTo>
                <a:cubicBezTo>
                  <a:pt x="16" y="57"/>
                  <a:pt x="13" y="68"/>
                  <a:pt x="22" y="76"/>
                </a:cubicBezTo>
                <a:cubicBezTo>
                  <a:pt x="24" y="78"/>
                  <a:pt x="25" y="81"/>
                  <a:pt x="23" y="83"/>
                </a:cubicBezTo>
                <a:close/>
                <a:moveTo>
                  <a:pt x="32" y="93"/>
                </a:moveTo>
                <a:cubicBezTo>
                  <a:pt x="30" y="93"/>
                  <a:pt x="27" y="90"/>
                  <a:pt x="27" y="87"/>
                </a:cubicBezTo>
                <a:cubicBezTo>
                  <a:pt x="27" y="84"/>
                  <a:pt x="30" y="82"/>
                  <a:pt x="32" y="82"/>
                </a:cubicBezTo>
                <a:cubicBezTo>
                  <a:pt x="35" y="82"/>
                  <a:pt x="38" y="84"/>
                  <a:pt x="38" y="87"/>
                </a:cubicBezTo>
                <a:cubicBezTo>
                  <a:pt x="38" y="90"/>
                  <a:pt x="35" y="93"/>
                  <a:pt x="32" y="93"/>
                </a:cubicBezTo>
                <a:close/>
                <a:moveTo>
                  <a:pt x="32" y="93"/>
                </a:moveTo>
                <a:cubicBezTo>
                  <a:pt x="32" y="93"/>
                  <a:pt x="32" y="93"/>
                  <a:pt x="32" y="93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1" name="TextBox 59">
            <a:extLst>
              <a:ext uri="{FF2B5EF4-FFF2-40B4-BE49-F238E27FC236}">
                <a16:creationId xmlns:a16="http://schemas.microsoft.com/office/drawing/2014/main" id="{C2DF49D0-39C7-9745-9CC3-70427AAE135F}"/>
              </a:ext>
            </a:extLst>
          </p:cNvPr>
          <p:cNvSpPr txBox="1"/>
          <p:nvPr/>
        </p:nvSpPr>
        <p:spPr>
          <a:xfrm>
            <a:off x="4361115" y="2960552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3777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Box 60">
            <a:extLst>
              <a:ext uri="{FF2B5EF4-FFF2-40B4-BE49-F238E27FC236}">
                <a16:creationId xmlns:a16="http://schemas.microsoft.com/office/drawing/2014/main" id="{E0EC586A-63F3-6544-AA8B-2AF5F50C6C78}"/>
              </a:ext>
            </a:extLst>
          </p:cNvPr>
          <p:cNvSpPr txBox="1"/>
          <p:nvPr/>
        </p:nvSpPr>
        <p:spPr>
          <a:xfrm>
            <a:off x="4361115" y="5188023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D2413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Box 61">
            <a:extLst>
              <a:ext uri="{FF2B5EF4-FFF2-40B4-BE49-F238E27FC236}">
                <a16:creationId xmlns:a16="http://schemas.microsoft.com/office/drawing/2014/main" id="{CEFC2C15-2533-5741-91D0-42CB3455B91A}"/>
              </a:ext>
            </a:extLst>
          </p:cNvPr>
          <p:cNvSpPr txBox="1"/>
          <p:nvPr/>
        </p:nvSpPr>
        <p:spPr>
          <a:xfrm>
            <a:off x="6872571" y="2960552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Box 62">
            <a:extLst>
              <a:ext uri="{FF2B5EF4-FFF2-40B4-BE49-F238E27FC236}">
                <a16:creationId xmlns:a16="http://schemas.microsoft.com/office/drawing/2014/main" id="{CBC97DBE-854B-3A48-95B5-2DECC126FB9E}"/>
              </a:ext>
            </a:extLst>
          </p:cNvPr>
          <p:cNvSpPr txBox="1"/>
          <p:nvPr/>
        </p:nvSpPr>
        <p:spPr>
          <a:xfrm>
            <a:off x="6872571" y="5188023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6868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6868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5" name="Group 75">
            <a:extLst>
              <a:ext uri="{FF2B5EF4-FFF2-40B4-BE49-F238E27FC236}">
                <a16:creationId xmlns:a16="http://schemas.microsoft.com/office/drawing/2014/main" id="{88631CA1-2205-DF4F-A5D7-1112F6D408DD}"/>
              </a:ext>
            </a:extLst>
          </p:cNvPr>
          <p:cNvGrpSpPr/>
          <p:nvPr/>
        </p:nvGrpSpPr>
        <p:grpSpPr>
          <a:xfrm>
            <a:off x="9902054" y="1863952"/>
            <a:ext cx="1123188" cy="1078325"/>
            <a:chOff x="6959600" y="869951"/>
            <a:chExt cx="2185988" cy="2098675"/>
          </a:xfrm>
          <a:solidFill>
            <a:schemeClr val="accent5"/>
          </a:solidFill>
        </p:grpSpPr>
        <p:sp>
          <p:nvSpPr>
            <p:cNvPr id="36" name="Freeform 40">
              <a:extLst>
                <a:ext uri="{FF2B5EF4-FFF2-40B4-BE49-F238E27FC236}">
                  <a16:creationId xmlns:a16="http://schemas.microsoft.com/office/drawing/2014/main" id="{23E42C1A-CBE1-5B4A-AEE5-A3B84D1FF0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2275" y="1231901"/>
              <a:ext cx="346075" cy="34607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238" y="120"/>
                </a:cxn>
                <a:cxn ang="0">
                  <a:pos x="119" y="239"/>
                </a:cxn>
                <a:cxn ang="0">
                  <a:pos x="0" y="120"/>
                </a:cxn>
                <a:cxn ang="0">
                  <a:pos x="119" y="0"/>
                </a:cxn>
                <a:cxn ang="0">
                  <a:pos x="119" y="0"/>
                </a:cxn>
                <a:cxn ang="0">
                  <a:pos x="119" y="0"/>
                </a:cxn>
              </a:cxnLst>
              <a:rect l="0" t="0" r="r" b="b"/>
              <a:pathLst>
                <a:path w="238" h="239">
                  <a:moveTo>
                    <a:pt x="119" y="0"/>
                  </a:moveTo>
                  <a:cubicBezTo>
                    <a:pt x="185" y="0"/>
                    <a:pt x="238" y="54"/>
                    <a:pt x="238" y="120"/>
                  </a:cubicBezTo>
                  <a:cubicBezTo>
                    <a:pt x="238" y="185"/>
                    <a:pt x="185" y="239"/>
                    <a:pt x="119" y="239"/>
                  </a:cubicBezTo>
                  <a:cubicBezTo>
                    <a:pt x="53" y="239"/>
                    <a:pt x="0" y="185"/>
                    <a:pt x="0" y="120"/>
                  </a:cubicBezTo>
                  <a:cubicBezTo>
                    <a:pt x="0" y="54"/>
                    <a:pt x="53" y="0"/>
                    <a:pt x="119" y="0"/>
                  </a:cubicBez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" name="Freeform 41">
              <a:extLst>
                <a:ext uri="{FF2B5EF4-FFF2-40B4-BE49-F238E27FC236}">
                  <a16:creationId xmlns:a16="http://schemas.microsoft.com/office/drawing/2014/main" id="{4AB50BED-F431-2A42-B5EF-EE9A4E4293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7300" y="1254126"/>
              <a:ext cx="1193800" cy="1714500"/>
            </a:xfrm>
            <a:custGeom>
              <a:avLst/>
              <a:gdLst/>
              <a:ahLst/>
              <a:cxnLst>
                <a:cxn ang="0">
                  <a:pos x="803" y="20"/>
                </a:cxn>
                <a:cxn ang="0">
                  <a:pos x="732" y="20"/>
                </a:cxn>
                <a:cxn ang="0">
                  <a:pos x="489" y="262"/>
                </a:cxn>
                <a:cxn ang="0">
                  <a:pos x="422" y="242"/>
                </a:cxn>
                <a:cxn ang="0">
                  <a:pos x="343" y="272"/>
                </a:cxn>
                <a:cxn ang="0">
                  <a:pos x="91" y="20"/>
                </a:cxn>
                <a:cxn ang="0">
                  <a:pos x="19" y="20"/>
                </a:cxn>
                <a:cxn ang="0">
                  <a:pos x="19" y="91"/>
                </a:cxn>
                <a:cxn ang="0">
                  <a:pos x="300" y="374"/>
                </a:cxn>
                <a:cxn ang="0">
                  <a:pos x="300" y="1131"/>
                </a:cxn>
                <a:cxn ang="0">
                  <a:pos x="350" y="1182"/>
                </a:cxn>
                <a:cxn ang="0">
                  <a:pos x="401" y="1131"/>
                </a:cxn>
                <a:cxn ang="0">
                  <a:pos x="401" y="774"/>
                </a:cxn>
                <a:cxn ang="0">
                  <a:pos x="422" y="776"/>
                </a:cxn>
                <a:cxn ang="0">
                  <a:pos x="444" y="774"/>
                </a:cxn>
                <a:cxn ang="0">
                  <a:pos x="444" y="1131"/>
                </a:cxn>
                <a:cxn ang="0">
                  <a:pos x="495" y="1182"/>
                </a:cxn>
                <a:cxn ang="0">
                  <a:pos x="545" y="1131"/>
                </a:cxn>
                <a:cxn ang="0">
                  <a:pos x="545" y="353"/>
                </a:cxn>
                <a:cxn ang="0">
                  <a:pos x="803" y="91"/>
                </a:cxn>
                <a:cxn ang="0">
                  <a:pos x="803" y="20"/>
                </a:cxn>
                <a:cxn ang="0">
                  <a:pos x="803" y="20"/>
                </a:cxn>
                <a:cxn ang="0">
                  <a:pos x="803" y="20"/>
                </a:cxn>
              </a:cxnLst>
              <a:rect l="0" t="0" r="r" b="b"/>
              <a:pathLst>
                <a:path w="823" h="1182">
                  <a:moveTo>
                    <a:pt x="803" y="20"/>
                  </a:moveTo>
                  <a:cubicBezTo>
                    <a:pt x="783" y="0"/>
                    <a:pt x="751" y="0"/>
                    <a:pt x="732" y="20"/>
                  </a:cubicBezTo>
                  <a:cubicBezTo>
                    <a:pt x="489" y="262"/>
                    <a:pt x="489" y="262"/>
                    <a:pt x="489" y="262"/>
                  </a:cubicBezTo>
                  <a:cubicBezTo>
                    <a:pt x="470" y="249"/>
                    <a:pt x="447" y="242"/>
                    <a:pt x="422" y="242"/>
                  </a:cubicBezTo>
                  <a:cubicBezTo>
                    <a:pt x="392" y="242"/>
                    <a:pt x="364" y="253"/>
                    <a:pt x="343" y="272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71" y="0"/>
                    <a:pt x="39" y="0"/>
                    <a:pt x="19" y="20"/>
                  </a:cubicBezTo>
                  <a:cubicBezTo>
                    <a:pt x="0" y="39"/>
                    <a:pt x="0" y="71"/>
                    <a:pt x="19" y="91"/>
                  </a:cubicBezTo>
                  <a:cubicBezTo>
                    <a:pt x="300" y="374"/>
                    <a:pt x="300" y="374"/>
                    <a:pt x="300" y="374"/>
                  </a:cubicBezTo>
                  <a:cubicBezTo>
                    <a:pt x="300" y="1131"/>
                    <a:pt x="300" y="1131"/>
                    <a:pt x="300" y="1131"/>
                  </a:cubicBezTo>
                  <a:cubicBezTo>
                    <a:pt x="300" y="1159"/>
                    <a:pt x="322" y="1182"/>
                    <a:pt x="350" y="1182"/>
                  </a:cubicBezTo>
                  <a:cubicBezTo>
                    <a:pt x="378" y="1182"/>
                    <a:pt x="401" y="1159"/>
                    <a:pt x="401" y="1131"/>
                  </a:cubicBezTo>
                  <a:cubicBezTo>
                    <a:pt x="401" y="774"/>
                    <a:pt x="401" y="774"/>
                    <a:pt x="401" y="774"/>
                  </a:cubicBezTo>
                  <a:cubicBezTo>
                    <a:pt x="408" y="775"/>
                    <a:pt x="415" y="776"/>
                    <a:pt x="422" y="776"/>
                  </a:cubicBezTo>
                  <a:cubicBezTo>
                    <a:pt x="430" y="776"/>
                    <a:pt x="437" y="775"/>
                    <a:pt x="444" y="774"/>
                  </a:cubicBezTo>
                  <a:cubicBezTo>
                    <a:pt x="444" y="1131"/>
                    <a:pt x="444" y="1131"/>
                    <a:pt x="444" y="1131"/>
                  </a:cubicBezTo>
                  <a:cubicBezTo>
                    <a:pt x="444" y="1159"/>
                    <a:pt x="467" y="1182"/>
                    <a:pt x="495" y="1182"/>
                  </a:cubicBezTo>
                  <a:cubicBezTo>
                    <a:pt x="523" y="1182"/>
                    <a:pt x="545" y="1159"/>
                    <a:pt x="545" y="1131"/>
                  </a:cubicBezTo>
                  <a:cubicBezTo>
                    <a:pt x="545" y="353"/>
                    <a:pt x="545" y="353"/>
                    <a:pt x="545" y="353"/>
                  </a:cubicBezTo>
                  <a:cubicBezTo>
                    <a:pt x="803" y="91"/>
                    <a:pt x="803" y="91"/>
                    <a:pt x="803" y="91"/>
                  </a:cubicBezTo>
                  <a:cubicBezTo>
                    <a:pt x="823" y="71"/>
                    <a:pt x="823" y="39"/>
                    <a:pt x="803" y="20"/>
                  </a:cubicBezTo>
                  <a:close/>
                  <a:moveTo>
                    <a:pt x="803" y="20"/>
                  </a:moveTo>
                  <a:cubicBezTo>
                    <a:pt x="803" y="20"/>
                    <a:pt x="803" y="20"/>
                    <a:pt x="803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" name="Freeform 42">
              <a:extLst>
                <a:ext uri="{FF2B5EF4-FFF2-40B4-BE49-F238E27FC236}">
                  <a16:creationId xmlns:a16="http://schemas.microsoft.com/office/drawing/2014/main" id="{E7174781-80A6-D14C-8600-C2882DA278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7113" y="1920876"/>
              <a:ext cx="617538" cy="311150"/>
            </a:xfrm>
            <a:custGeom>
              <a:avLst/>
              <a:gdLst/>
              <a:ahLst/>
              <a:cxnLst>
                <a:cxn ang="0">
                  <a:pos x="426" y="0"/>
                </a:cxn>
                <a:cxn ang="0">
                  <a:pos x="321" y="0"/>
                </a:cxn>
                <a:cxn ang="0">
                  <a:pos x="284" y="15"/>
                </a:cxn>
                <a:cxn ang="0">
                  <a:pos x="269" y="57"/>
                </a:cxn>
                <a:cxn ang="0">
                  <a:pos x="269" y="78"/>
                </a:cxn>
                <a:cxn ang="0">
                  <a:pos x="55" y="78"/>
                </a:cxn>
                <a:cxn ang="0">
                  <a:pos x="0" y="133"/>
                </a:cxn>
                <a:cxn ang="0">
                  <a:pos x="0" y="160"/>
                </a:cxn>
                <a:cxn ang="0">
                  <a:pos x="3" y="177"/>
                </a:cxn>
                <a:cxn ang="0">
                  <a:pos x="55" y="215"/>
                </a:cxn>
                <a:cxn ang="0">
                  <a:pos x="426" y="215"/>
                </a:cxn>
                <a:cxn ang="0">
                  <a:pos x="426" y="0"/>
                </a:cxn>
                <a:cxn ang="0">
                  <a:pos x="426" y="0"/>
                </a:cxn>
                <a:cxn ang="0">
                  <a:pos x="426" y="0"/>
                </a:cxn>
              </a:cxnLst>
              <a:rect l="0" t="0" r="r" b="b"/>
              <a:pathLst>
                <a:path w="426" h="215">
                  <a:moveTo>
                    <a:pt x="426" y="0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307" y="0"/>
                    <a:pt x="294" y="5"/>
                    <a:pt x="284" y="15"/>
                  </a:cubicBezTo>
                  <a:cubicBezTo>
                    <a:pt x="274" y="25"/>
                    <a:pt x="269" y="43"/>
                    <a:pt x="269" y="57"/>
                  </a:cubicBezTo>
                  <a:cubicBezTo>
                    <a:pt x="269" y="78"/>
                    <a:pt x="269" y="78"/>
                    <a:pt x="269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25" y="78"/>
                    <a:pt x="0" y="103"/>
                    <a:pt x="0" y="133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6"/>
                    <a:pt x="1" y="171"/>
                    <a:pt x="3" y="177"/>
                  </a:cubicBezTo>
                  <a:cubicBezTo>
                    <a:pt x="10" y="199"/>
                    <a:pt x="30" y="215"/>
                    <a:pt x="55" y="215"/>
                  </a:cubicBezTo>
                  <a:cubicBezTo>
                    <a:pt x="426" y="215"/>
                    <a:pt x="426" y="215"/>
                    <a:pt x="426" y="215"/>
                  </a:cubicBezTo>
                  <a:lnTo>
                    <a:pt x="426" y="0"/>
                  </a:lnTo>
                  <a:close/>
                  <a:moveTo>
                    <a:pt x="426" y="0"/>
                  </a:moveTo>
                  <a:cubicBezTo>
                    <a:pt x="426" y="0"/>
                    <a:pt x="426" y="0"/>
                    <a:pt x="42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" name="Freeform 43">
              <a:extLst>
                <a:ext uri="{FF2B5EF4-FFF2-40B4-BE49-F238E27FC236}">
                  <a16:creationId xmlns:a16="http://schemas.microsoft.com/office/drawing/2014/main" id="{A9B8058D-6154-3E4F-91AF-E1410BC63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1920876"/>
              <a:ext cx="695325" cy="311150"/>
            </a:xfrm>
            <a:custGeom>
              <a:avLst/>
              <a:gdLst/>
              <a:ahLst/>
              <a:cxnLst>
                <a:cxn ang="0">
                  <a:pos x="456" y="26"/>
                </a:cxn>
                <a:cxn ang="0">
                  <a:pos x="397" y="0"/>
                </a:cxn>
                <a:cxn ang="0">
                  <a:pos x="0" y="0"/>
                </a:cxn>
                <a:cxn ang="0">
                  <a:pos x="0" y="215"/>
                </a:cxn>
                <a:cxn ang="0">
                  <a:pos x="479" y="215"/>
                </a:cxn>
                <a:cxn ang="0">
                  <a:pos x="479" y="79"/>
                </a:cxn>
                <a:cxn ang="0">
                  <a:pos x="456" y="26"/>
                </a:cxn>
                <a:cxn ang="0">
                  <a:pos x="456" y="26"/>
                </a:cxn>
                <a:cxn ang="0">
                  <a:pos x="456" y="26"/>
                </a:cxn>
              </a:cxnLst>
              <a:rect l="0" t="0" r="r" b="b"/>
              <a:pathLst>
                <a:path w="479" h="215">
                  <a:moveTo>
                    <a:pt x="456" y="26"/>
                  </a:moveTo>
                  <a:cubicBezTo>
                    <a:pt x="440" y="12"/>
                    <a:pt x="421" y="4"/>
                    <a:pt x="3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479" y="215"/>
                    <a:pt x="479" y="215"/>
                    <a:pt x="479" y="215"/>
                  </a:cubicBezTo>
                  <a:cubicBezTo>
                    <a:pt x="479" y="79"/>
                    <a:pt x="479" y="79"/>
                    <a:pt x="479" y="79"/>
                  </a:cubicBezTo>
                  <a:cubicBezTo>
                    <a:pt x="479" y="57"/>
                    <a:pt x="471" y="39"/>
                    <a:pt x="456" y="26"/>
                  </a:cubicBezTo>
                  <a:close/>
                  <a:moveTo>
                    <a:pt x="456" y="26"/>
                  </a:moveTo>
                  <a:cubicBezTo>
                    <a:pt x="456" y="26"/>
                    <a:pt x="456" y="26"/>
                    <a:pt x="456" y="2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" name="Freeform 44">
              <a:extLst>
                <a:ext uri="{FF2B5EF4-FFF2-40B4-BE49-F238E27FC236}">
                  <a16:creationId xmlns:a16="http://schemas.microsoft.com/office/drawing/2014/main" id="{EF9E4335-43E3-754C-8A7F-4BD5B323E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4700" y="1573213"/>
              <a:ext cx="869950" cy="1136650"/>
            </a:xfrm>
            <a:custGeom>
              <a:avLst/>
              <a:gdLst/>
              <a:ahLst/>
              <a:cxnLst>
                <a:cxn ang="0">
                  <a:pos x="600" y="514"/>
                </a:cxn>
                <a:cxn ang="0">
                  <a:pos x="112" y="514"/>
                </a:cxn>
                <a:cxn ang="0">
                  <a:pos x="112" y="57"/>
                </a:cxn>
                <a:cxn ang="0">
                  <a:pos x="95" y="17"/>
                </a:cxn>
                <a:cxn ang="0">
                  <a:pos x="56" y="0"/>
                </a:cxn>
                <a:cxn ang="0">
                  <a:pos x="16" y="17"/>
                </a:cxn>
                <a:cxn ang="0">
                  <a:pos x="0" y="57"/>
                </a:cxn>
                <a:cxn ang="0">
                  <a:pos x="0" y="783"/>
                </a:cxn>
                <a:cxn ang="0">
                  <a:pos x="112" y="783"/>
                </a:cxn>
                <a:cxn ang="0">
                  <a:pos x="112" y="625"/>
                </a:cxn>
                <a:cxn ang="0">
                  <a:pos x="600" y="625"/>
                </a:cxn>
                <a:cxn ang="0">
                  <a:pos x="600" y="514"/>
                </a:cxn>
                <a:cxn ang="0">
                  <a:pos x="600" y="514"/>
                </a:cxn>
                <a:cxn ang="0">
                  <a:pos x="600" y="514"/>
                </a:cxn>
              </a:cxnLst>
              <a:rect l="0" t="0" r="r" b="b"/>
              <a:pathLst>
                <a:path w="600" h="783">
                  <a:moveTo>
                    <a:pt x="600" y="514"/>
                  </a:moveTo>
                  <a:cubicBezTo>
                    <a:pt x="112" y="514"/>
                    <a:pt x="112" y="514"/>
                    <a:pt x="112" y="514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42"/>
                    <a:pt x="106" y="29"/>
                    <a:pt x="95" y="17"/>
                  </a:cubicBezTo>
                  <a:cubicBezTo>
                    <a:pt x="84" y="5"/>
                    <a:pt x="71" y="0"/>
                    <a:pt x="56" y="0"/>
                  </a:cubicBezTo>
                  <a:cubicBezTo>
                    <a:pt x="40" y="0"/>
                    <a:pt x="27" y="5"/>
                    <a:pt x="16" y="17"/>
                  </a:cubicBezTo>
                  <a:cubicBezTo>
                    <a:pt x="6" y="29"/>
                    <a:pt x="0" y="42"/>
                    <a:pt x="0" y="57"/>
                  </a:cubicBezTo>
                  <a:cubicBezTo>
                    <a:pt x="0" y="783"/>
                    <a:pt x="0" y="783"/>
                    <a:pt x="0" y="783"/>
                  </a:cubicBezTo>
                  <a:cubicBezTo>
                    <a:pt x="112" y="783"/>
                    <a:pt x="112" y="783"/>
                    <a:pt x="112" y="783"/>
                  </a:cubicBezTo>
                  <a:cubicBezTo>
                    <a:pt x="112" y="625"/>
                    <a:pt x="112" y="625"/>
                    <a:pt x="112" y="625"/>
                  </a:cubicBezTo>
                  <a:cubicBezTo>
                    <a:pt x="600" y="625"/>
                    <a:pt x="600" y="625"/>
                    <a:pt x="600" y="625"/>
                  </a:cubicBezTo>
                  <a:lnTo>
                    <a:pt x="600" y="514"/>
                  </a:lnTo>
                  <a:close/>
                  <a:moveTo>
                    <a:pt x="600" y="514"/>
                  </a:moveTo>
                  <a:cubicBezTo>
                    <a:pt x="600" y="514"/>
                    <a:pt x="600" y="514"/>
                    <a:pt x="600" y="5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" name="Freeform 45">
              <a:extLst>
                <a:ext uri="{FF2B5EF4-FFF2-40B4-BE49-F238E27FC236}">
                  <a16:creationId xmlns:a16="http://schemas.microsoft.com/office/drawing/2014/main" id="{B83105BD-1744-C046-865A-4525ABC2EF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" name="Freeform 46">
              <a:extLst>
                <a:ext uri="{FF2B5EF4-FFF2-40B4-BE49-F238E27FC236}">
                  <a16:creationId xmlns:a16="http://schemas.microsoft.com/office/drawing/2014/main" id="{752AF470-25F0-B046-AFDE-2AC302D2A6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" name="Freeform 47">
              <a:extLst>
                <a:ext uri="{FF2B5EF4-FFF2-40B4-BE49-F238E27FC236}">
                  <a16:creationId xmlns:a16="http://schemas.microsoft.com/office/drawing/2014/main" id="{2DEBAAB4-556A-4841-870D-3F33C6A26E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9600" y="869951"/>
              <a:ext cx="579438" cy="581025"/>
            </a:xfrm>
            <a:custGeom>
              <a:avLst/>
              <a:gdLst/>
              <a:ahLst/>
              <a:cxnLst>
                <a:cxn ang="0">
                  <a:pos x="200" y="0"/>
                </a:cxn>
                <a:cxn ang="0">
                  <a:pos x="0" y="200"/>
                </a:cxn>
                <a:cxn ang="0">
                  <a:pos x="200" y="400"/>
                </a:cxn>
                <a:cxn ang="0">
                  <a:pos x="400" y="200"/>
                </a:cxn>
                <a:cxn ang="0">
                  <a:pos x="200" y="0"/>
                </a:cxn>
                <a:cxn ang="0">
                  <a:pos x="200" y="339"/>
                </a:cxn>
                <a:cxn ang="0">
                  <a:pos x="61" y="200"/>
                </a:cxn>
                <a:cxn ang="0">
                  <a:pos x="200" y="61"/>
                </a:cxn>
                <a:cxn ang="0">
                  <a:pos x="339" y="200"/>
                </a:cxn>
                <a:cxn ang="0">
                  <a:pos x="200" y="339"/>
                </a:cxn>
                <a:cxn ang="0">
                  <a:pos x="200" y="339"/>
                </a:cxn>
                <a:cxn ang="0">
                  <a:pos x="200" y="339"/>
                </a:cxn>
              </a:cxnLst>
              <a:rect l="0" t="0" r="r" b="b"/>
              <a:pathLst>
                <a:path w="400" h="400">
                  <a:moveTo>
                    <a:pt x="200" y="0"/>
                  </a:moveTo>
                  <a:cubicBezTo>
                    <a:pt x="89" y="0"/>
                    <a:pt x="0" y="89"/>
                    <a:pt x="0" y="200"/>
                  </a:cubicBezTo>
                  <a:cubicBezTo>
                    <a:pt x="0" y="310"/>
                    <a:pt x="89" y="400"/>
                    <a:pt x="200" y="400"/>
                  </a:cubicBezTo>
                  <a:cubicBezTo>
                    <a:pt x="310" y="400"/>
                    <a:pt x="400" y="310"/>
                    <a:pt x="400" y="200"/>
                  </a:cubicBezTo>
                  <a:cubicBezTo>
                    <a:pt x="400" y="89"/>
                    <a:pt x="310" y="0"/>
                    <a:pt x="200" y="0"/>
                  </a:cubicBezTo>
                  <a:close/>
                  <a:moveTo>
                    <a:pt x="200" y="339"/>
                  </a:moveTo>
                  <a:cubicBezTo>
                    <a:pt x="123" y="339"/>
                    <a:pt x="61" y="277"/>
                    <a:pt x="61" y="200"/>
                  </a:cubicBezTo>
                  <a:cubicBezTo>
                    <a:pt x="61" y="123"/>
                    <a:pt x="123" y="61"/>
                    <a:pt x="200" y="61"/>
                  </a:cubicBezTo>
                  <a:cubicBezTo>
                    <a:pt x="277" y="61"/>
                    <a:pt x="339" y="123"/>
                    <a:pt x="339" y="200"/>
                  </a:cubicBezTo>
                  <a:cubicBezTo>
                    <a:pt x="339" y="277"/>
                    <a:pt x="277" y="339"/>
                    <a:pt x="200" y="339"/>
                  </a:cubicBezTo>
                  <a:close/>
                  <a:moveTo>
                    <a:pt x="200" y="339"/>
                  </a:moveTo>
                  <a:cubicBezTo>
                    <a:pt x="200" y="339"/>
                    <a:pt x="200" y="339"/>
                    <a:pt x="200" y="3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4" name="Freeform 48">
              <a:extLst>
                <a:ext uri="{FF2B5EF4-FFF2-40B4-BE49-F238E27FC236}">
                  <a16:creationId xmlns:a16="http://schemas.microsoft.com/office/drawing/2014/main" id="{3BD8C56D-5A7D-4D46-B637-0A6024D56E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24713" y="1008063"/>
              <a:ext cx="185738" cy="185738"/>
            </a:xfrm>
            <a:custGeom>
              <a:avLst/>
              <a:gdLst/>
              <a:ahLst/>
              <a:cxnLst>
                <a:cxn ang="0">
                  <a:pos x="34" y="9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0" y="17"/>
                </a:cxn>
                <a:cxn ang="0">
                  <a:pos x="0" y="128"/>
                </a:cxn>
                <a:cxn ang="0">
                  <a:pos x="34" y="128"/>
                </a:cxn>
                <a:cxn ang="0">
                  <a:pos x="34" y="128"/>
                </a:cxn>
                <a:cxn ang="0">
                  <a:pos x="111" y="128"/>
                </a:cxn>
                <a:cxn ang="0">
                  <a:pos x="128" y="111"/>
                </a:cxn>
                <a:cxn ang="0">
                  <a:pos x="111" y="94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94"/>
                </a:cxn>
              </a:cxnLst>
              <a:rect l="0" t="0" r="r" b="b"/>
              <a:pathLst>
                <a:path w="128" h="128">
                  <a:moveTo>
                    <a:pt x="34" y="94"/>
                  </a:move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111" y="128"/>
                    <a:pt x="111" y="128"/>
                    <a:pt x="111" y="128"/>
                  </a:cubicBezTo>
                  <a:cubicBezTo>
                    <a:pt x="121" y="128"/>
                    <a:pt x="128" y="121"/>
                    <a:pt x="128" y="111"/>
                  </a:cubicBezTo>
                  <a:cubicBezTo>
                    <a:pt x="128" y="102"/>
                    <a:pt x="121" y="94"/>
                    <a:pt x="111" y="94"/>
                  </a:cubicBezTo>
                  <a:lnTo>
                    <a:pt x="34" y="94"/>
                  </a:lnTo>
                  <a:close/>
                  <a:moveTo>
                    <a:pt x="34" y="94"/>
                  </a:moveTo>
                  <a:cubicBezTo>
                    <a:pt x="34" y="94"/>
                    <a:pt x="34" y="94"/>
                    <a:pt x="34" y="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45" name="TextBox 76">
            <a:extLst>
              <a:ext uri="{FF2B5EF4-FFF2-40B4-BE49-F238E27FC236}">
                <a16:creationId xmlns:a16="http://schemas.microsoft.com/office/drawing/2014/main" id="{3FBCAE2A-EFE7-B74A-9C73-49DEC8BD18F7}"/>
              </a:ext>
            </a:extLst>
          </p:cNvPr>
          <p:cNvSpPr txBox="1"/>
          <p:nvPr/>
        </p:nvSpPr>
        <p:spPr>
          <a:xfrm>
            <a:off x="9388318" y="2960552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564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564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6" name="Group 90">
            <a:extLst>
              <a:ext uri="{FF2B5EF4-FFF2-40B4-BE49-F238E27FC236}">
                <a16:creationId xmlns:a16="http://schemas.microsoft.com/office/drawing/2014/main" id="{9EAB2235-99C8-BC44-9708-BE6C2CE6997D}"/>
              </a:ext>
            </a:extLst>
          </p:cNvPr>
          <p:cNvGrpSpPr/>
          <p:nvPr/>
        </p:nvGrpSpPr>
        <p:grpSpPr>
          <a:xfrm>
            <a:off x="10084000" y="4088895"/>
            <a:ext cx="759293" cy="970157"/>
            <a:chOff x="7239000" y="2776538"/>
            <a:chExt cx="1331913" cy="1701800"/>
          </a:xfrm>
          <a:solidFill>
            <a:schemeClr val="accent2"/>
          </a:solidFill>
        </p:grpSpPr>
        <p:sp>
          <p:nvSpPr>
            <p:cNvPr id="47" name="Freeform 52">
              <a:extLst>
                <a:ext uri="{FF2B5EF4-FFF2-40B4-BE49-F238E27FC236}">
                  <a16:creationId xmlns:a16="http://schemas.microsoft.com/office/drawing/2014/main" id="{C914B415-E80B-D54F-9A4E-113B6D37E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39000" y="2776538"/>
              <a:ext cx="1331913" cy="1701800"/>
            </a:xfrm>
            <a:custGeom>
              <a:avLst/>
              <a:gdLst/>
              <a:ahLst/>
              <a:cxnLst>
                <a:cxn ang="0">
                  <a:pos x="425" y="197"/>
                </a:cxn>
                <a:cxn ang="0">
                  <a:pos x="454" y="167"/>
                </a:cxn>
                <a:cxn ang="0">
                  <a:pos x="453" y="141"/>
                </a:cxn>
                <a:cxn ang="0">
                  <a:pos x="430" y="119"/>
                </a:cxn>
                <a:cxn ang="0">
                  <a:pos x="404" y="120"/>
                </a:cxn>
                <a:cxn ang="0">
                  <a:pos x="372" y="153"/>
                </a:cxn>
                <a:cxn ang="0">
                  <a:pos x="294" y="123"/>
                </a:cxn>
                <a:cxn ang="0">
                  <a:pos x="294" y="82"/>
                </a:cxn>
                <a:cxn ang="0">
                  <a:pos x="330" y="82"/>
                </a:cxn>
                <a:cxn ang="0">
                  <a:pos x="349" y="63"/>
                </a:cxn>
                <a:cxn ang="0">
                  <a:pos x="349" y="19"/>
                </a:cxn>
                <a:cxn ang="0">
                  <a:pos x="330" y="0"/>
                </a:cxn>
                <a:cxn ang="0">
                  <a:pos x="168" y="0"/>
                </a:cxn>
                <a:cxn ang="0">
                  <a:pos x="149" y="19"/>
                </a:cxn>
                <a:cxn ang="0">
                  <a:pos x="149" y="63"/>
                </a:cxn>
                <a:cxn ang="0">
                  <a:pos x="168" y="82"/>
                </a:cxn>
                <a:cxn ang="0">
                  <a:pos x="197" y="82"/>
                </a:cxn>
                <a:cxn ang="0">
                  <a:pos x="197" y="123"/>
                </a:cxn>
                <a:cxn ang="0">
                  <a:pos x="198" y="123"/>
                </a:cxn>
                <a:cxn ang="0">
                  <a:pos x="120" y="153"/>
                </a:cxn>
                <a:cxn ang="0">
                  <a:pos x="85" y="119"/>
                </a:cxn>
                <a:cxn ang="0">
                  <a:pos x="59" y="120"/>
                </a:cxn>
                <a:cxn ang="0">
                  <a:pos x="37" y="143"/>
                </a:cxn>
                <a:cxn ang="0">
                  <a:pos x="38" y="170"/>
                </a:cxn>
                <a:cxn ang="0">
                  <a:pos x="66" y="196"/>
                </a:cxn>
                <a:cxn ang="0">
                  <a:pos x="0" y="364"/>
                </a:cxn>
                <a:cxn ang="0">
                  <a:pos x="178" y="600"/>
                </a:cxn>
                <a:cxn ang="0">
                  <a:pos x="178" y="615"/>
                </a:cxn>
                <a:cxn ang="0">
                  <a:pos x="192" y="628"/>
                </a:cxn>
                <a:cxn ang="0">
                  <a:pos x="306" y="628"/>
                </a:cxn>
                <a:cxn ang="0">
                  <a:pos x="320" y="615"/>
                </a:cxn>
                <a:cxn ang="0">
                  <a:pos x="320" y="598"/>
                </a:cxn>
                <a:cxn ang="0">
                  <a:pos x="491" y="364"/>
                </a:cxn>
                <a:cxn ang="0">
                  <a:pos x="425" y="197"/>
                </a:cxn>
                <a:cxn ang="0">
                  <a:pos x="245" y="565"/>
                </a:cxn>
                <a:cxn ang="0">
                  <a:pos x="44" y="364"/>
                </a:cxn>
                <a:cxn ang="0">
                  <a:pos x="245" y="162"/>
                </a:cxn>
                <a:cxn ang="0">
                  <a:pos x="447" y="364"/>
                </a:cxn>
                <a:cxn ang="0">
                  <a:pos x="245" y="565"/>
                </a:cxn>
                <a:cxn ang="0">
                  <a:pos x="245" y="565"/>
                </a:cxn>
                <a:cxn ang="0">
                  <a:pos x="245" y="565"/>
                </a:cxn>
              </a:cxnLst>
              <a:rect l="0" t="0" r="r" b="b"/>
              <a:pathLst>
                <a:path w="491" h="628">
                  <a:moveTo>
                    <a:pt x="425" y="197"/>
                  </a:moveTo>
                  <a:cubicBezTo>
                    <a:pt x="454" y="167"/>
                    <a:pt x="454" y="167"/>
                    <a:pt x="454" y="167"/>
                  </a:cubicBezTo>
                  <a:cubicBezTo>
                    <a:pt x="461" y="160"/>
                    <a:pt x="461" y="148"/>
                    <a:pt x="453" y="141"/>
                  </a:cubicBezTo>
                  <a:cubicBezTo>
                    <a:pt x="430" y="119"/>
                    <a:pt x="430" y="119"/>
                    <a:pt x="430" y="119"/>
                  </a:cubicBezTo>
                  <a:cubicBezTo>
                    <a:pt x="423" y="112"/>
                    <a:pt x="411" y="112"/>
                    <a:pt x="404" y="120"/>
                  </a:cubicBezTo>
                  <a:cubicBezTo>
                    <a:pt x="372" y="153"/>
                    <a:pt x="372" y="153"/>
                    <a:pt x="372" y="153"/>
                  </a:cubicBezTo>
                  <a:cubicBezTo>
                    <a:pt x="348" y="139"/>
                    <a:pt x="322" y="129"/>
                    <a:pt x="294" y="123"/>
                  </a:cubicBezTo>
                  <a:cubicBezTo>
                    <a:pt x="294" y="82"/>
                    <a:pt x="294" y="82"/>
                    <a:pt x="294" y="82"/>
                  </a:cubicBezTo>
                  <a:cubicBezTo>
                    <a:pt x="330" y="82"/>
                    <a:pt x="330" y="82"/>
                    <a:pt x="330" y="82"/>
                  </a:cubicBezTo>
                  <a:cubicBezTo>
                    <a:pt x="341" y="82"/>
                    <a:pt x="349" y="74"/>
                    <a:pt x="349" y="63"/>
                  </a:cubicBezTo>
                  <a:cubicBezTo>
                    <a:pt x="349" y="19"/>
                    <a:pt x="349" y="19"/>
                    <a:pt x="349" y="19"/>
                  </a:cubicBezTo>
                  <a:cubicBezTo>
                    <a:pt x="349" y="9"/>
                    <a:pt x="341" y="0"/>
                    <a:pt x="330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58" y="0"/>
                    <a:pt x="149" y="9"/>
                    <a:pt x="149" y="19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49" y="74"/>
                    <a:pt x="158" y="82"/>
                    <a:pt x="168" y="8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70" y="129"/>
                    <a:pt x="144" y="139"/>
                    <a:pt x="120" y="153"/>
                  </a:cubicBezTo>
                  <a:cubicBezTo>
                    <a:pt x="85" y="119"/>
                    <a:pt x="85" y="119"/>
                    <a:pt x="85" y="119"/>
                  </a:cubicBezTo>
                  <a:cubicBezTo>
                    <a:pt x="78" y="112"/>
                    <a:pt x="66" y="112"/>
                    <a:pt x="59" y="120"/>
                  </a:cubicBezTo>
                  <a:cubicBezTo>
                    <a:pt x="37" y="143"/>
                    <a:pt x="37" y="143"/>
                    <a:pt x="37" y="143"/>
                  </a:cubicBezTo>
                  <a:cubicBezTo>
                    <a:pt x="30" y="150"/>
                    <a:pt x="30" y="162"/>
                    <a:pt x="38" y="170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25" y="240"/>
                    <a:pt x="0" y="299"/>
                    <a:pt x="0" y="364"/>
                  </a:cubicBezTo>
                  <a:cubicBezTo>
                    <a:pt x="0" y="476"/>
                    <a:pt x="75" y="571"/>
                    <a:pt x="178" y="600"/>
                  </a:cubicBezTo>
                  <a:cubicBezTo>
                    <a:pt x="178" y="615"/>
                    <a:pt x="178" y="615"/>
                    <a:pt x="178" y="615"/>
                  </a:cubicBezTo>
                  <a:cubicBezTo>
                    <a:pt x="178" y="622"/>
                    <a:pt x="184" y="628"/>
                    <a:pt x="192" y="628"/>
                  </a:cubicBezTo>
                  <a:cubicBezTo>
                    <a:pt x="306" y="628"/>
                    <a:pt x="306" y="628"/>
                    <a:pt x="306" y="628"/>
                  </a:cubicBezTo>
                  <a:cubicBezTo>
                    <a:pt x="314" y="628"/>
                    <a:pt x="320" y="622"/>
                    <a:pt x="320" y="615"/>
                  </a:cubicBezTo>
                  <a:cubicBezTo>
                    <a:pt x="320" y="598"/>
                    <a:pt x="320" y="598"/>
                    <a:pt x="320" y="598"/>
                  </a:cubicBezTo>
                  <a:cubicBezTo>
                    <a:pt x="419" y="566"/>
                    <a:pt x="491" y="473"/>
                    <a:pt x="491" y="364"/>
                  </a:cubicBezTo>
                  <a:cubicBezTo>
                    <a:pt x="491" y="300"/>
                    <a:pt x="466" y="241"/>
                    <a:pt x="425" y="197"/>
                  </a:cubicBezTo>
                  <a:close/>
                  <a:moveTo>
                    <a:pt x="245" y="565"/>
                  </a:moveTo>
                  <a:cubicBezTo>
                    <a:pt x="134" y="565"/>
                    <a:pt x="44" y="475"/>
                    <a:pt x="44" y="364"/>
                  </a:cubicBezTo>
                  <a:cubicBezTo>
                    <a:pt x="44" y="253"/>
                    <a:pt x="134" y="162"/>
                    <a:pt x="245" y="162"/>
                  </a:cubicBezTo>
                  <a:cubicBezTo>
                    <a:pt x="356" y="162"/>
                    <a:pt x="447" y="253"/>
                    <a:pt x="447" y="364"/>
                  </a:cubicBezTo>
                  <a:cubicBezTo>
                    <a:pt x="447" y="475"/>
                    <a:pt x="356" y="565"/>
                    <a:pt x="245" y="565"/>
                  </a:cubicBezTo>
                  <a:close/>
                  <a:moveTo>
                    <a:pt x="245" y="565"/>
                  </a:moveTo>
                  <a:cubicBezTo>
                    <a:pt x="245" y="565"/>
                    <a:pt x="245" y="565"/>
                    <a:pt x="245" y="56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8" name="Freeform 53">
              <a:extLst>
                <a:ext uri="{FF2B5EF4-FFF2-40B4-BE49-F238E27FC236}">
                  <a16:creationId xmlns:a16="http://schemas.microsoft.com/office/drawing/2014/main" id="{EC1949FE-34B7-7E41-BD7F-1599D0E6A8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9550" y="3557588"/>
              <a:ext cx="363538" cy="298450"/>
            </a:xfrm>
            <a:custGeom>
              <a:avLst/>
              <a:gdLst/>
              <a:ahLst/>
              <a:cxnLst>
                <a:cxn ang="0">
                  <a:pos x="128" y="8"/>
                </a:cxn>
                <a:cxn ang="0">
                  <a:pos x="21" y="46"/>
                </a:cxn>
                <a:cxn ang="0">
                  <a:pos x="17" y="48"/>
                </a:cxn>
                <a:cxn ang="0">
                  <a:pos x="16" y="49"/>
                </a:cxn>
                <a:cxn ang="0">
                  <a:pos x="16" y="49"/>
                </a:cxn>
                <a:cxn ang="0">
                  <a:pos x="0" y="77"/>
                </a:cxn>
                <a:cxn ang="0">
                  <a:pos x="33" y="110"/>
                </a:cxn>
                <a:cxn ang="0">
                  <a:pos x="52" y="104"/>
                </a:cxn>
                <a:cxn ang="0">
                  <a:pos x="52" y="104"/>
                </a:cxn>
                <a:cxn ang="0">
                  <a:pos x="53" y="104"/>
                </a:cxn>
                <a:cxn ang="0">
                  <a:pos x="61" y="95"/>
                </a:cxn>
                <a:cxn ang="0">
                  <a:pos x="128" y="8"/>
                </a:cxn>
                <a:cxn ang="0">
                  <a:pos x="128" y="8"/>
                </a:cxn>
                <a:cxn ang="0">
                  <a:pos x="128" y="8"/>
                </a:cxn>
              </a:cxnLst>
              <a:rect l="0" t="0" r="r" b="b"/>
              <a:pathLst>
                <a:path w="134" h="110">
                  <a:moveTo>
                    <a:pt x="128" y="8"/>
                  </a:moveTo>
                  <a:cubicBezTo>
                    <a:pt x="121" y="0"/>
                    <a:pt x="42" y="37"/>
                    <a:pt x="21" y="46"/>
                  </a:cubicBezTo>
                  <a:cubicBezTo>
                    <a:pt x="20" y="47"/>
                    <a:pt x="18" y="48"/>
                    <a:pt x="17" y="48"/>
                  </a:cubicBezTo>
                  <a:cubicBezTo>
                    <a:pt x="17" y="49"/>
                    <a:pt x="16" y="49"/>
                    <a:pt x="16" y="49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6" y="54"/>
                    <a:pt x="0" y="65"/>
                    <a:pt x="0" y="77"/>
                  </a:cubicBezTo>
                  <a:cubicBezTo>
                    <a:pt x="0" y="96"/>
                    <a:pt x="15" y="110"/>
                    <a:pt x="33" y="110"/>
                  </a:cubicBezTo>
                  <a:cubicBezTo>
                    <a:pt x="40" y="110"/>
                    <a:pt x="47" y="108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2" y="104"/>
                    <a:pt x="53" y="104"/>
                    <a:pt x="53" y="104"/>
                  </a:cubicBezTo>
                  <a:cubicBezTo>
                    <a:pt x="56" y="101"/>
                    <a:pt x="58" y="98"/>
                    <a:pt x="61" y="95"/>
                  </a:cubicBezTo>
                  <a:cubicBezTo>
                    <a:pt x="81" y="73"/>
                    <a:pt x="134" y="15"/>
                    <a:pt x="128" y="8"/>
                  </a:cubicBezTo>
                  <a:close/>
                  <a:moveTo>
                    <a:pt x="128" y="8"/>
                  </a:moveTo>
                  <a:cubicBezTo>
                    <a:pt x="128" y="8"/>
                    <a:pt x="128" y="8"/>
                    <a:pt x="128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9" name="Freeform 54">
              <a:extLst>
                <a:ext uri="{FF2B5EF4-FFF2-40B4-BE49-F238E27FC236}">
                  <a16:creationId xmlns:a16="http://schemas.microsoft.com/office/drawing/2014/main" id="{D921C8CA-9FBC-454E-A7EB-2BC889727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4121151"/>
              <a:ext cx="84138" cy="11588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43"/>
                </a:cxn>
                <a:cxn ang="0">
                  <a:pos x="1" y="43"/>
                </a:cxn>
                <a:cxn ang="0">
                  <a:pos x="30" y="43"/>
                </a:cxn>
                <a:cxn ang="0">
                  <a:pos x="31" y="43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1" h="43">
                  <a:moveTo>
                    <a:pt x="3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1" y="43"/>
                    <a:pt x="31" y="4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lose/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FB6BCA99-E24C-1D4B-AFA0-54B12AC99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66013" y="3711576"/>
              <a:ext cx="120650" cy="80963"/>
            </a:xfrm>
            <a:custGeom>
              <a:avLst/>
              <a:gdLst/>
              <a:ahLst/>
              <a:cxnLst>
                <a:cxn ang="0">
                  <a:pos x="44" y="30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0"/>
                </a:cxn>
                <a:cxn ang="0">
                  <a:pos x="1" y="30"/>
                </a:cxn>
                <a:cxn ang="0">
                  <a:pos x="43" y="30"/>
                </a:cxn>
                <a:cxn ang="0">
                  <a:pos x="44" y="30"/>
                </a:cxn>
                <a:cxn ang="0">
                  <a:pos x="44" y="30"/>
                </a:cxn>
                <a:cxn ang="0">
                  <a:pos x="44" y="30"/>
                </a:cxn>
              </a:cxnLst>
              <a:rect l="0" t="0" r="r" b="b"/>
              <a:pathLst>
                <a:path w="44" h="30">
                  <a:moveTo>
                    <a:pt x="44" y="30"/>
                  </a:move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4" y="0"/>
                    <a:pt x="4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" y="30"/>
                    <a:pt x="1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lose/>
                  <a:moveTo>
                    <a:pt x="44" y="30"/>
                  </a:moveTo>
                  <a:cubicBezTo>
                    <a:pt x="44" y="30"/>
                    <a:pt x="44" y="30"/>
                    <a:pt x="44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81B284C-C32C-0948-A435-1B210F76B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3267076"/>
              <a:ext cx="84138" cy="119063"/>
            </a:xfrm>
            <a:custGeom>
              <a:avLst/>
              <a:gdLst/>
              <a:ahLst/>
              <a:cxnLst>
                <a:cxn ang="0">
                  <a:pos x="1" y="44"/>
                </a:cxn>
                <a:cxn ang="0">
                  <a:pos x="30" y="44"/>
                </a:cxn>
                <a:cxn ang="0">
                  <a:pos x="31" y="43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3"/>
                </a:cxn>
                <a:cxn ang="0">
                  <a:pos x="1" y="44"/>
                </a:cxn>
                <a:cxn ang="0">
                  <a:pos x="1" y="44"/>
                </a:cxn>
                <a:cxn ang="0">
                  <a:pos x="1" y="44"/>
                </a:cxn>
              </a:cxnLst>
              <a:rect l="0" t="0" r="r" b="b"/>
              <a:pathLst>
                <a:path w="31" h="44">
                  <a:moveTo>
                    <a:pt x="1" y="44"/>
                  </a:move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31" y="43"/>
                    <a:pt x="31" y="43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1" y="44"/>
                  </a:cubicBezTo>
                  <a:close/>
                  <a:moveTo>
                    <a:pt x="1" y="44"/>
                  </a:moveTo>
                  <a:cubicBezTo>
                    <a:pt x="1" y="44"/>
                    <a:pt x="1" y="44"/>
                    <a:pt x="1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9856AFCB-6B63-0340-8C62-9F836EBF6C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9125" y="3711576"/>
              <a:ext cx="117475" cy="809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43" y="30"/>
                </a:cxn>
                <a:cxn ang="0">
                  <a:pos x="43" y="29"/>
                </a:cxn>
                <a:cxn ang="0">
                  <a:pos x="43" y="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43" h="30">
                  <a:moveTo>
                    <a:pt x="4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0"/>
                    <a:pt x="43" y="0"/>
                    <a:pt x="43" y="0"/>
                  </a:cubicBezTo>
                  <a:close/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E76F2A6D-C640-1441-8367-95DDE5C35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8400" y="3990976"/>
              <a:ext cx="141288" cy="1428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52" h="53">
                  <a:moveTo>
                    <a:pt x="31" y="0"/>
                  </a:moveTo>
                  <a:cubicBezTo>
                    <a:pt x="31" y="0"/>
                    <a:pt x="31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lnTo>
                    <a:pt x="31" y="0"/>
                  </a:lnTo>
                  <a:close/>
                  <a:moveTo>
                    <a:pt x="31" y="0"/>
                  </a:moveTo>
                  <a:cubicBezTo>
                    <a:pt x="31" y="0"/>
                    <a:pt x="31" y="0"/>
                    <a:pt x="3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4103980C-B842-1742-88DE-EE31C9B08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8563" y="3408363"/>
              <a:ext cx="139700" cy="14287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0" y="0"/>
                </a:cxn>
                <a:cxn ang="0">
                  <a:pos x="0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0" y="52"/>
                </a:cxn>
                <a:cxn ang="0">
                  <a:pos x="31" y="53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52" y="31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52" h="53">
                  <a:moveTo>
                    <a:pt x="21" y="0"/>
                  </a:moveTo>
                  <a:cubicBezTo>
                    <a:pt x="21" y="0"/>
                    <a:pt x="21" y="0"/>
                    <a:pt x="2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1" y="53"/>
                    <a:pt x="31" y="53"/>
                  </a:cubicBezTo>
                  <a:cubicBezTo>
                    <a:pt x="31" y="53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1" y="0"/>
                  </a:lnTo>
                  <a:close/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5" name="Freeform 60">
              <a:extLst>
                <a:ext uri="{FF2B5EF4-FFF2-40B4-BE49-F238E27FC236}">
                  <a16:creationId xmlns:a16="http://schemas.microsoft.com/office/drawing/2014/main" id="{E37B675E-3B3A-FF44-B784-6CB6A2B2DF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1175" y="3378201"/>
              <a:ext cx="141288" cy="144463"/>
            </a:xfrm>
            <a:custGeom>
              <a:avLst/>
              <a:gdLst/>
              <a:ahLst/>
              <a:cxnLst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2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1" y="53"/>
                </a:cxn>
              </a:cxnLst>
              <a:rect l="0" t="0" r="r" b="b"/>
              <a:pathLst>
                <a:path w="52" h="53"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1"/>
                    <a:pt x="52" y="2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2"/>
                  </a:cubicBezTo>
                  <a:lnTo>
                    <a:pt x="21" y="53"/>
                  </a:lnTo>
                  <a:close/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6" name="Freeform 61">
              <a:extLst>
                <a:ext uri="{FF2B5EF4-FFF2-40B4-BE49-F238E27FC236}">
                  <a16:creationId xmlns:a16="http://schemas.microsoft.com/office/drawing/2014/main" id="{C3EDFA8F-BE1E-D543-B5F4-CB54C115EE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01013" y="3960813"/>
              <a:ext cx="141288" cy="14128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0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52" h="52">
                  <a:moveTo>
                    <a:pt x="2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2" y="0"/>
                  </a:lnTo>
                  <a:close/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57" name="TextBox 91">
            <a:extLst>
              <a:ext uri="{FF2B5EF4-FFF2-40B4-BE49-F238E27FC236}">
                <a16:creationId xmlns:a16="http://schemas.microsoft.com/office/drawing/2014/main" id="{03719473-1777-114D-8595-97E1FEE04959}"/>
              </a:ext>
            </a:extLst>
          </p:cNvPr>
          <p:cNvSpPr txBox="1"/>
          <p:nvPr/>
        </p:nvSpPr>
        <p:spPr>
          <a:xfrm>
            <a:off x="9388318" y="5188023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398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45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ular Callout 7">
            <a:extLst>
              <a:ext uri="{FF2B5EF4-FFF2-40B4-BE49-F238E27FC236}">
                <a16:creationId xmlns:a16="http://schemas.microsoft.com/office/drawing/2014/main" id="{7C0D6313-9DD0-3641-BCD0-0144E0A309EE}"/>
              </a:ext>
            </a:extLst>
          </p:cNvPr>
          <p:cNvSpPr/>
          <p:nvPr/>
        </p:nvSpPr>
        <p:spPr>
          <a:xfrm>
            <a:off x="2376938" y="4645020"/>
            <a:ext cx="2697605" cy="1744749"/>
          </a:xfrm>
          <a:prstGeom prst="wedgeRectCallout">
            <a:avLst>
              <a:gd name="adj1" fmla="val -3759"/>
              <a:gd name="adj2" fmla="val 702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ectangular Callout 9">
            <a:extLst>
              <a:ext uri="{FF2B5EF4-FFF2-40B4-BE49-F238E27FC236}">
                <a16:creationId xmlns:a16="http://schemas.microsoft.com/office/drawing/2014/main" id="{ABECF0BE-125F-F748-9304-78F97F462C44}"/>
              </a:ext>
            </a:extLst>
          </p:cNvPr>
          <p:cNvSpPr/>
          <p:nvPr/>
        </p:nvSpPr>
        <p:spPr>
          <a:xfrm>
            <a:off x="7117458" y="4645020"/>
            <a:ext cx="2697605" cy="1744749"/>
          </a:xfrm>
          <a:prstGeom prst="wedgeRectCallout">
            <a:avLst>
              <a:gd name="adj1" fmla="val 5443"/>
              <a:gd name="adj2" fmla="val 7392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ular Callout 8">
            <a:extLst>
              <a:ext uri="{FF2B5EF4-FFF2-40B4-BE49-F238E27FC236}">
                <a16:creationId xmlns:a16="http://schemas.microsoft.com/office/drawing/2014/main" id="{7A1CBFFB-1406-B241-B1DF-60092F9B94B0}"/>
              </a:ext>
            </a:extLst>
          </p:cNvPr>
          <p:cNvSpPr/>
          <p:nvPr/>
        </p:nvSpPr>
        <p:spPr>
          <a:xfrm>
            <a:off x="4614910" y="4041068"/>
            <a:ext cx="2697607" cy="1744749"/>
          </a:xfrm>
          <a:prstGeom prst="wedgeRectCallout">
            <a:avLst>
              <a:gd name="adj1" fmla="val 6384"/>
              <a:gd name="adj2" fmla="val 7319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D342B98A-D0D6-C944-B44E-A179E2EBDBEA}"/>
              </a:ext>
            </a:extLst>
          </p:cNvPr>
          <p:cNvSpPr/>
          <p:nvPr/>
        </p:nvSpPr>
        <p:spPr>
          <a:xfrm>
            <a:off x="872966" y="2165256"/>
            <a:ext cx="3302801" cy="3840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FCC9D5A9-1CE9-BA4F-8F66-3CE8C172E469}"/>
              </a:ext>
            </a:extLst>
          </p:cNvPr>
          <p:cNvSpPr/>
          <p:nvPr/>
        </p:nvSpPr>
        <p:spPr>
          <a:xfrm>
            <a:off x="3868529" y="2165256"/>
            <a:ext cx="4531751" cy="38404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1C37A914-2F28-7E47-8313-D9C898D3EEA1}"/>
              </a:ext>
            </a:extLst>
          </p:cNvPr>
          <p:cNvSpPr/>
          <p:nvPr/>
        </p:nvSpPr>
        <p:spPr>
          <a:xfrm>
            <a:off x="8128757" y="2165256"/>
            <a:ext cx="3182564" cy="38404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Isosceles Triangle 14">
            <a:extLst>
              <a:ext uri="{FF2B5EF4-FFF2-40B4-BE49-F238E27FC236}">
                <a16:creationId xmlns:a16="http://schemas.microsoft.com/office/drawing/2014/main" id="{EE18029B-5AF8-7146-BC24-1583CA15E82E}"/>
              </a:ext>
            </a:extLst>
          </p:cNvPr>
          <p:cNvSpPr/>
          <p:nvPr/>
        </p:nvSpPr>
        <p:spPr>
          <a:xfrm rot="10800000">
            <a:off x="1103394" y="2549303"/>
            <a:ext cx="307237" cy="33962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Isosceles Triangle 15">
            <a:extLst>
              <a:ext uri="{FF2B5EF4-FFF2-40B4-BE49-F238E27FC236}">
                <a16:creationId xmlns:a16="http://schemas.microsoft.com/office/drawing/2014/main" id="{67434B88-1B1F-254B-BEBE-1BF79545A260}"/>
              </a:ext>
            </a:extLst>
          </p:cNvPr>
          <p:cNvSpPr/>
          <p:nvPr/>
        </p:nvSpPr>
        <p:spPr>
          <a:xfrm rot="10800000">
            <a:off x="4175767" y="2549303"/>
            <a:ext cx="307237" cy="33962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Isosceles Triangle 16">
            <a:extLst>
              <a:ext uri="{FF2B5EF4-FFF2-40B4-BE49-F238E27FC236}">
                <a16:creationId xmlns:a16="http://schemas.microsoft.com/office/drawing/2014/main" id="{03C53EBD-1E4E-1148-968E-F57C54C9ECAC}"/>
              </a:ext>
            </a:extLst>
          </p:cNvPr>
          <p:cNvSpPr/>
          <p:nvPr/>
        </p:nvSpPr>
        <p:spPr>
          <a:xfrm rot="10800000">
            <a:off x="8504566" y="2549303"/>
            <a:ext cx="307237" cy="339625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" name="Group 134">
            <a:extLst>
              <a:ext uri="{FF2B5EF4-FFF2-40B4-BE49-F238E27FC236}">
                <a16:creationId xmlns:a16="http://schemas.microsoft.com/office/drawing/2014/main" id="{A4BF167B-C965-754A-8F61-29C97D38B105}"/>
              </a:ext>
            </a:extLst>
          </p:cNvPr>
          <p:cNvGrpSpPr/>
          <p:nvPr/>
        </p:nvGrpSpPr>
        <p:grpSpPr>
          <a:xfrm>
            <a:off x="839505" y="2912863"/>
            <a:ext cx="864665" cy="865389"/>
            <a:chOff x="3287425" y="1417883"/>
            <a:chExt cx="648499" cy="649042"/>
          </a:xfrm>
        </p:grpSpPr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C204CF69-42DE-1A4D-8EEC-94FDF41B42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CCB677D3-907B-6A46-A235-948C834F41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2252" y="1492773"/>
              <a:ext cx="498845" cy="499263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01</a:t>
              </a:r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" name="Group 129">
            <a:extLst>
              <a:ext uri="{FF2B5EF4-FFF2-40B4-BE49-F238E27FC236}">
                <a16:creationId xmlns:a16="http://schemas.microsoft.com/office/drawing/2014/main" id="{C7368C52-17DB-8F4A-9677-D3A2114C2249}"/>
              </a:ext>
            </a:extLst>
          </p:cNvPr>
          <p:cNvGrpSpPr/>
          <p:nvPr/>
        </p:nvGrpSpPr>
        <p:grpSpPr>
          <a:xfrm>
            <a:off x="3900177" y="2912863"/>
            <a:ext cx="864665" cy="865389"/>
            <a:chOff x="2779491" y="2517212"/>
            <a:chExt cx="648499" cy="649042"/>
          </a:xfrm>
        </p:grpSpPr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7DBA02F-327E-4447-9354-EF92DF79FD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79491" y="2517212"/>
              <a:ext cx="648499" cy="6490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8CE616FB-8488-9B46-AD38-A951195DC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54318" y="2592102"/>
              <a:ext cx="498845" cy="499263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02</a:t>
              </a:r>
            </a:p>
          </p:txBody>
        </p:sp>
      </p:grpSp>
      <p:grpSp>
        <p:nvGrpSpPr>
          <p:cNvPr id="20" name="Group 130">
            <a:extLst>
              <a:ext uri="{FF2B5EF4-FFF2-40B4-BE49-F238E27FC236}">
                <a16:creationId xmlns:a16="http://schemas.microsoft.com/office/drawing/2014/main" id="{756E4D57-B191-9B40-8F71-A8EBFBB678FA}"/>
              </a:ext>
            </a:extLst>
          </p:cNvPr>
          <p:cNvGrpSpPr/>
          <p:nvPr/>
        </p:nvGrpSpPr>
        <p:grpSpPr>
          <a:xfrm>
            <a:off x="8211813" y="2912863"/>
            <a:ext cx="864665" cy="865389"/>
            <a:chOff x="3287425" y="3613920"/>
            <a:chExt cx="648499" cy="649042"/>
          </a:xfrm>
        </p:grpSpPr>
        <p:sp>
          <p:nvSpPr>
            <p:cNvPr id="21" name="Oval 25">
              <a:extLst>
                <a:ext uri="{FF2B5EF4-FFF2-40B4-BE49-F238E27FC236}">
                  <a16:creationId xmlns:a16="http://schemas.microsoft.com/office/drawing/2014/main" id="{A9F268E6-F764-A342-9962-FDCED25F00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Oval 26">
              <a:extLst>
                <a:ext uri="{FF2B5EF4-FFF2-40B4-BE49-F238E27FC236}">
                  <a16:creationId xmlns:a16="http://schemas.microsoft.com/office/drawing/2014/main" id="{4BA948E3-D552-A149-9B7B-CD4AF1008E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03</a:t>
              </a:r>
            </a:p>
          </p:txBody>
        </p:sp>
      </p:grpSp>
      <p:sp>
        <p:nvSpPr>
          <p:cNvPr id="23" name="Rectangle 28">
            <a:extLst>
              <a:ext uri="{FF2B5EF4-FFF2-40B4-BE49-F238E27FC236}">
                <a16:creationId xmlns:a16="http://schemas.microsoft.com/office/drawing/2014/main" id="{87F6E286-CDC4-FD49-8B59-5D4D9A114E1A}"/>
              </a:ext>
            </a:extLst>
          </p:cNvPr>
          <p:cNvSpPr/>
          <p:nvPr/>
        </p:nvSpPr>
        <p:spPr>
          <a:xfrm>
            <a:off x="872966" y="1783651"/>
            <a:ext cx="1025922" cy="307777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defTabSz="1375467"/>
            <a:r>
              <a:rPr lang="zh-CN" altLang="en-US" sz="2000" b="1" dirty="0">
                <a:solidFill>
                  <a:srgbClr val="FFFFFF">
                    <a:lumMod val="6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描述文字</a:t>
            </a:r>
            <a:endParaRPr lang="en-US" sz="2000" b="1" dirty="0">
              <a:solidFill>
                <a:srgbClr val="FFFFFF">
                  <a:lumMod val="6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reeform 121">
            <a:extLst>
              <a:ext uri="{FF2B5EF4-FFF2-40B4-BE49-F238E27FC236}">
                <a16:creationId xmlns:a16="http://schemas.microsoft.com/office/drawing/2014/main" id="{3D6EBBCB-3077-AF4F-B12C-F8C69683E5CC}"/>
              </a:ext>
            </a:extLst>
          </p:cNvPr>
          <p:cNvSpPr>
            <a:spLocks noEditPoints="1"/>
          </p:cNvSpPr>
          <p:nvPr/>
        </p:nvSpPr>
        <p:spPr bwMode="auto">
          <a:xfrm>
            <a:off x="5621182" y="4142645"/>
            <a:ext cx="685061" cy="787747"/>
          </a:xfrm>
          <a:custGeom>
            <a:avLst/>
            <a:gdLst/>
            <a:ahLst/>
            <a:cxnLst>
              <a:cxn ang="0">
                <a:pos x="227" y="284"/>
              </a:cxn>
              <a:cxn ang="0">
                <a:pos x="214" y="284"/>
              </a:cxn>
              <a:cxn ang="0">
                <a:pos x="264" y="189"/>
              </a:cxn>
              <a:cxn ang="0">
                <a:pos x="179" y="80"/>
              </a:cxn>
              <a:cxn ang="0">
                <a:pos x="200" y="39"/>
              </a:cxn>
              <a:cxn ang="0">
                <a:pos x="196" y="26"/>
              </a:cxn>
              <a:cxn ang="0">
                <a:pos x="145" y="2"/>
              </a:cxn>
              <a:cxn ang="0">
                <a:pos x="138" y="1"/>
              </a:cxn>
              <a:cxn ang="0">
                <a:pos x="132" y="7"/>
              </a:cxn>
              <a:cxn ang="0">
                <a:pos x="72" y="121"/>
              </a:cxn>
              <a:cxn ang="0">
                <a:pos x="80" y="147"/>
              </a:cxn>
              <a:cxn ang="0">
                <a:pos x="72" y="164"/>
              </a:cxn>
              <a:cxn ang="0">
                <a:pos x="106" y="180"/>
              </a:cxn>
              <a:cxn ang="0">
                <a:pos x="114" y="164"/>
              </a:cxn>
              <a:cxn ang="0">
                <a:pos x="114" y="164"/>
              </a:cxn>
              <a:cxn ang="0">
                <a:pos x="140" y="154"/>
              </a:cxn>
              <a:cxn ang="0">
                <a:pos x="161" y="115"/>
              </a:cxn>
              <a:cxn ang="0">
                <a:pos x="227" y="189"/>
              </a:cxn>
              <a:cxn ang="0">
                <a:pos x="151" y="265"/>
              </a:cxn>
              <a:cxn ang="0">
                <a:pos x="95" y="246"/>
              </a:cxn>
              <a:cxn ang="0">
                <a:pos x="95" y="237"/>
              </a:cxn>
              <a:cxn ang="0">
                <a:pos x="104" y="227"/>
              </a:cxn>
              <a:cxn ang="0">
                <a:pos x="151" y="227"/>
              </a:cxn>
              <a:cxn ang="0">
                <a:pos x="151" y="208"/>
              </a:cxn>
              <a:cxn ang="0">
                <a:pos x="79" y="208"/>
              </a:cxn>
              <a:cxn ang="0">
                <a:pos x="40" y="208"/>
              </a:cxn>
              <a:cxn ang="0">
                <a:pos x="0" y="208"/>
              </a:cxn>
              <a:cxn ang="0">
                <a:pos x="0" y="227"/>
              </a:cxn>
              <a:cxn ang="0">
                <a:pos x="45" y="227"/>
              </a:cxn>
              <a:cxn ang="0">
                <a:pos x="48" y="227"/>
              </a:cxn>
              <a:cxn ang="0">
                <a:pos x="57" y="237"/>
              </a:cxn>
              <a:cxn ang="0">
                <a:pos x="57" y="246"/>
              </a:cxn>
              <a:cxn ang="0">
                <a:pos x="57" y="284"/>
              </a:cxn>
              <a:cxn ang="0">
                <a:pos x="19" y="303"/>
              </a:cxn>
              <a:cxn ang="0">
                <a:pos x="264" y="303"/>
              </a:cxn>
              <a:cxn ang="0">
                <a:pos x="227" y="284"/>
              </a:cxn>
              <a:cxn ang="0">
                <a:pos x="161" y="26"/>
              </a:cxn>
              <a:cxn ang="0">
                <a:pos x="155" y="32"/>
              </a:cxn>
              <a:cxn ang="0">
                <a:pos x="111" y="114"/>
              </a:cxn>
              <a:cxn ang="0">
                <a:pos x="95" y="106"/>
              </a:cxn>
              <a:cxn ang="0">
                <a:pos x="96" y="102"/>
              </a:cxn>
              <a:cxn ang="0">
                <a:pos x="137" y="25"/>
              </a:cxn>
              <a:cxn ang="0">
                <a:pos x="143" y="20"/>
              </a:cxn>
              <a:cxn ang="0">
                <a:pos x="150" y="21"/>
              </a:cxn>
              <a:cxn ang="0">
                <a:pos x="161" y="26"/>
              </a:cxn>
              <a:cxn ang="0">
                <a:pos x="161" y="26"/>
              </a:cxn>
            </a:cxnLst>
            <a:rect l="0" t="0" r="r" b="b"/>
            <a:pathLst>
              <a:path w="264" h="303">
                <a:moveTo>
                  <a:pt x="227" y="284"/>
                </a:moveTo>
                <a:cubicBezTo>
                  <a:pt x="214" y="284"/>
                  <a:pt x="214" y="284"/>
                  <a:pt x="214" y="284"/>
                </a:cubicBezTo>
                <a:cubicBezTo>
                  <a:pt x="244" y="263"/>
                  <a:pt x="264" y="229"/>
                  <a:pt x="264" y="189"/>
                </a:cubicBezTo>
                <a:cubicBezTo>
                  <a:pt x="264" y="136"/>
                  <a:pt x="228" y="92"/>
                  <a:pt x="179" y="80"/>
                </a:cubicBezTo>
                <a:cubicBezTo>
                  <a:pt x="200" y="39"/>
                  <a:pt x="200" y="39"/>
                  <a:pt x="200" y="39"/>
                </a:cubicBezTo>
                <a:cubicBezTo>
                  <a:pt x="203" y="34"/>
                  <a:pt x="201" y="29"/>
                  <a:pt x="196" y="26"/>
                </a:cubicBezTo>
                <a:cubicBezTo>
                  <a:pt x="145" y="2"/>
                  <a:pt x="145" y="2"/>
                  <a:pt x="145" y="2"/>
                </a:cubicBezTo>
                <a:cubicBezTo>
                  <a:pt x="143" y="1"/>
                  <a:pt x="140" y="0"/>
                  <a:pt x="138" y="1"/>
                </a:cubicBezTo>
                <a:cubicBezTo>
                  <a:pt x="136" y="2"/>
                  <a:pt x="134" y="4"/>
                  <a:pt x="132" y="7"/>
                </a:cubicBezTo>
                <a:cubicBezTo>
                  <a:pt x="72" y="121"/>
                  <a:pt x="72" y="121"/>
                  <a:pt x="72" y="121"/>
                </a:cubicBezTo>
                <a:cubicBezTo>
                  <a:pt x="67" y="131"/>
                  <a:pt x="71" y="143"/>
                  <a:pt x="80" y="147"/>
                </a:cubicBezTo>
                <a:cubicBezTo>
                  <a:pt x="72" y="164"/>
                  <a:pt x="72" y="164"/>
                  <a:pt x="72" y="164"/>
                </a:cubicBezTo>
                <a:cubicBezTo>
                  <a:pt x="106" y="180"/>
                  <a:pt x="106" y="180"/>
                  <a:pt x="106" y="180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24" y="168"/>
                  <a:pt x="135" y="164"/>
                  <a:pt x="140" y="154"/>
                </a:cubicBezTo>
                <a:cubicBezTo>
                  <a:pt x="161" y="115"/>
                  <a:pt x="161" y="115"/>
                  <a:pt x="161" y="115"/>
                </a:cubicBezTo>
                <a:cubicBezTo>
                  <a:pt x="198" y="119"/>
                  <a:pt x="227" y="151"/>
                  <a:pt x="227" y="189"/>
                </a:cubicBezTo>
                <a:cubicBezTo>
                  <a:pt x="227" y="231"/>
                  <a:pt x="193" y="265"/>
                  <a:pt x="151" y="265"/>
                </a:cubicBezTo>
                <a:cubicBezTo>
                  <a:pt x="132" y="265"/>
                  <a:pt x="108" y="258"/>
                  <a:pt x="95" y="246"/>
                </a:cubicBezTo>
                <a:cubicBezTo>
                  <a:pt x="95" y="237"/>
                  <a:pt x="95" y="237"/>
                  <a:pt x="95" y="237"/>
                </a:cubicBezTo>
                <a:cubicBezTo>
                  <a:pt x="95" y="231"/>
                  <a:pt x="99" y="227"/>
                  <a:pt x="104" y="227"/>
                </a:cubicBezTo>
                <a:cubicBezTo>
                  <a:pt x="151" y="227"/>
                  <a:pt x="151" y="227"/>
                  <a:pt x="151" y="227"/>
                </a:cubicBezTo>
                <a:cubicBezTo>
                  <a:pt x="151" y="208"/>
                  <a:pt x="151" y="208"/>
                  <a:pt x="151" y="208"/>
                </a:cubicBezTo>
                <a:cubicBezTo>
                  <a:pt x="79" y="208"/>
                  <a:pt x="79" y="208"/>
                  <a:pt x="79" y="208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227"/>
                  <a:pt x="0" y="227"/>
                  <a:pt x="0" y="227"/>
                </a:cubicBezTo>
                <a:cubicBezTo>
                  <a:pt x="45" y="227"/>
                  <a:pt x="45" y="227"/>
                  <a:pt x="45" y="227"/>
                </a:cubicBezTo>
                <a:cubicBezTo>
                  <a:pt x="48" y="227"/>
                  <a:pt x="48" y="227"/>
                  <a:pt x="48" y="227"/>
                </a:cubicBezTo>
                <a:cubicBezTo>
                  <a:pt x="53" y="227"/>
                  <a:pt x="57" y="231"/>
                  <a:pt x="57" y="237"/>
                </a:cubicBezTo>
                <a:cubicBezTo>
                  <a:pt x="57" y="246"/>
                  <a:pt x="57" y="246"/>
                  <a:pt x="57" y="246"/>
                </a:cubicBezTo>
                <a:cubicBezTo>
                  <a:pt x="57" y="284"/>
                  <a:pt x="57" y="284"/>
                  <a:pt x="57" y="284"/>
                </a:cubicBezTo>
                <a:cubicBezTo>
                  <a:pt x="36" y="284"/>
                  <a:pt x="19" y="282"/>
                  <a:pt x="19" y="303"/>
                </a:cubicBezTo>
                <a:cubicBezTo>
                  <a:pt x="264" y="303"/>
                  <a:pt x="264" y="303"/>
                  <a:pt x="264" y="303"/>
                </a:cubicBezTo>
                <a:cubicBezTo>
                  <a:pt x="264" y="282"/>
                  <a:pt x="248" y="284"/>
                  <a:pt x="227" y="284"/>
                </a:cubicBezTo>
                <a:close/>
                <a:moveTo>
                  <a:pt x="161" y="26"/>
                </a:moveTo>
                <a:cubicBezTo>
                  <a:pt x="158" y="27"/>
                  <a:pt x="156" y="29"/>
                  <a:pt x="155" y="32"/>
                </a:cubicBezTo>
                <a:cubicBezTo>
                  <a:pt x="111" y="114"/>
                  <a:pt x="111" y="114"/>
                  <a:pt x="111" y="114"/>
                </a:cubicBezTo>
                <a:cubicBezTo>
                  <a:pt x="95" y="106"/>
                  <a:pt x="95" y="106"/>
                  <a:pt x="95" y="106"/>
                </a:cubicBezTo>
                <a:cubicBezTo>
                  <a:pt x="95" y="105"/>
                  <a:pt x="95" y="103"/>
                  <a:pt x="96" y="102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38" y="23"/>
                  <a:pt x="140" y="21"/>
                  <a:pt x="143" y="20"/>
                </a:cubicBezTo>
                <a:cubicBezTo>
                  <a:pt x="145" y="19"/>
                  <a:pt x="148" y="19"/>
                  <a:pt x="150" y="21"/>
                </a:cubicBezTo>
                <a:cubicBezTo>
                  <a:pt x="161" y="26"/>
                  <a:pt x="161" y="26"/>
                  <a:pt x="161" y="26"/>
                </a:cubicBezTo>
                <a:cubicBezTo>
                  <a:pt x="161" y="26"/>
                  <a:pt x="161" y="26"/>
                  <a:pt x="161" y="2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5" name="Group 30">
            <a:extLst>
              <a:ext uri="{FF2B5EF4-FFF2-40B4-BE49-F238E27FC236}">
                <a16:creationId xmlns:a16="http://schemas.microsoft.com/office/drawing/2014/main" id="{96A6C4D2-A89E-F84C-B314-DFC996722E8E}"/>
              </a:ext>
            </a:extLst>
          </p:cNvPr>
          <p:cNvGrpSpPr/>
          <p:nvPr/>
        </p:nvGrpSpPr>
        <p:grpSpPr>
          <a:xfrm>
            <a:off x="8101385" y="4776774"/>
            <a:ext cx="729753" cy="733628"/>
            <a:chOff x="7839075" y="1611313"/>
            <a:chExt cx="896938" cy="901700"/>
          </a:xfrm>
          <a:solidFill>
            <a:schemeClr val="bg1"/>
          </a:solidFill>
        </p:grpSpPr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09F085F9-52DC-A549-9CC8-0361275FD3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9075" y="1611313"/>
              <a:ext cx="896938" cy="901700"/>
            </a:xfrm>
            <a:custGeom>
              <a:avLst/>
              <a:gdLst/>
              <a:ahLst/>
              <a:cxnLst>
                <a:cxn ang="0">
                  <a:pos x="289" y="212"/>
                </a:cxn>
                <a:cxn ang="0">
                  <a:pos x="105" y="28"/>
                </a:cxn>
                <a:cxn ang="0">
                  <a:pos x="111" y="22"/>
                </a:cxn>
                <a:cxn ang="0">
                  <a:pos x="89" y="0"/>
                </a:cxn>
                <a:cxn ang="0">
                  <a:pos x="0" y="89"/>
                </a:cxn>
                <a:cxn ang="0">
                  <a:pos x="22" y="111"/>
                </a:cxn>
                <a:cxn ang="0">
                  <a:pos x="28" y="105"/>
                </a:cxn>
                <a:cxn ang="0">
                  <a:pos x="212" y="290"/>
                </a:cxn>
                <a:cxn ang="0">
                  <a:pos x="289" y="290"/>
                </a:cxn>
                <a:cxn ang="0">
                  <a:pos x="289" y="212"/>
                </a:cxn>
                <a:cxn ang="0">
                  <a:pos x="273" y="273"/>
                </a:cxn>
                <a:cxn ang="0">
                  <a:pos x="226" y="273"/>
                </a:cxn>
                <a:cxn ang="0">
                  <a:pos x="52" y="99"/>
                </a:cxn>
                <a:cxn ang="0">
                  <a:pos x="99" y="52"/>
                </a:cxn>
                <a:cxn ang="0">
                  <a:pos x="273" y="226"/>
                </a:cxn>
                <a:cxn ang="0">
                  <a:pos x="273" y="273"/>
                </a:cxn>
                <a:cxn ang="0">
                  <a:pos x="273" y="273"/>
                </a:cxn>
                <a:cxn ang="0">
                  <a:pos x="273" y="273"/>
                </a:cxn>
              </a:cxnLst>
              <a:rect l="0" t="0" r="r" b="b"/>
              <a:pathLst>
                <a:path w="310" h="311">
                  <a:moveTo>
                    <a:pt x="289" y="212"/>
                  </a:moveTo>
                  <a:cubicBezTo>
                    <a:pt x="105" y="28"/>
                    <a:pt x="105" y="28"/>
                    <a:pt x="105" y="28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33" y="311"/>
                    <a:pt x="268" y="311"/>
                    <a:pt x="289" y="290"/>
                  </a:cubicBezTo>
                  <a:cubicBezTo>
                    <a:pt x="310" y="268"/>
                    <a:pt x="310" y="234"/>
                    <a:pt x="289" y="212"/>
                  </a:cubicBezTo>
                  <a:close/>
                  <a:moveTo>
                    <a:pt x="273" y="273"/>
                  </a:moveTo>
                  <a:cubicBezTo>
                    <a:pt x="260" y="286"/>
                    <a:pt x="239" y="286"/>
                    <a:pt x="226" y="273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273" y="226"/>
                    <a:pt x="273" y="226"/>
                    <a:pt x="273" y="226"/>
                  </a:cubicBezTo>
                  <a:cubicBezTo>
                    <a:pt x="286" y="239"/>
                    <a:pt x="286" y="260"/>
                    <a:pt x="273" y="273"/>
                  </a:cubicBezTo>
                  <a:close/>
                  <a:moveTo>
                    <a:pt x="273" y="273"/>
                  </a:moveTo>
                  <a:cubicBezTo>
                    <a:pt x="273" y="273"/>
                    <a:pt x="273" y="273"/>
                    <a:pt x="273" y="2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5DC67DDF-C318-E346-BAD7-003EA9539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75625" y="1993900"/>
              <a:ext cx="447675" cy="403225"/>
            </a:xfrm>
            <a:custGeom>
              <a:avLst/>
              <a:gdLst/>
              <a:ahLst/>
              <a:cxnLst>
                <a:cxn ang="0">
                  <a:pos x="56" y="13"/>
                </a:cxn>
                <a:cxn ang="0">
                  <a:pos x="31" y="9"/>
                </a:cxn>
                <a:cxn ang="0">
                  <a:pos x="0" y="12"/>
                </a:cxn>
                <a:cxn ang="0">
                  <a:pos x="120" y="131"/>
                </a:cxn>
                <a:cxn ang="0">
                  <a:pos x="147" y="131"/>
                </a:cxn>
                <a:cxn ang="0">
                  <a:pos x="147" y="104"/>
                </a:cxn>
                <a:cxn ang="0">
                  <a:pos x="56" y="13"/>
                </a:cxn>
                <a:cxn ang="0">
                  <a:pos x="56" y="13"/>
                </a:cxn>
                <a:cxn ang="0">
                  <a:pos x="56" y="13"/>
                </a:cxn>
              </a:cxnLst>
              <a:rect l="0" t="0" r="r" b="b"/>
              <a:pathLst>
                <a:path w="155" h="139">
                  <a:moveTo>
                    <a:pt x="56" y="13"/>
                  </a:moveTo>
                  <a:cubicBezTo>
                    <a:pt x="56" y="13"/>
                    <a:pt x="42" y="0"/>
                    <a:pt x="31" y="9"/>
                  </a:cubicBezTo>
                  <a:cubicBezTo>
                    <a:pt x="19" y="18"/>
                    <a:pt x="0" y="12"/>
                    <a:pt x="0" y="1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7" y="139"/>
                    <a:pt x="139" y="139"/>
                    <a:pt x="147" y="131"/>
                  </a:cubicBezTo>
                  <a:cubicBezTo>
                    <a:pt x="155" y="124"/>
                    <a:pt x="155" y="111"/>
                    <a:pt x="147" y="104"/>
                  </a:cubicBezTo>
                  <a:lnTo>
                    <a:pt x="56" y="13"/>
                  </a:lnTo>
                  <a:close/>
                  <a:moveTo>
                    <a:pt x="56" y="13"/>
                  </a:moveTo>
                  <a:cubicBezTo>
                    <a:pt x="56" y="13"/>
                    <a:pt x="56" y="13"/>
                    <a:pt x="56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8" name="Freeform 30">
            <a:extLst>
              <a:ext uri="{FF2B5EF4-FFF2-40B4-BE49-F238E27FC236}">
                <a16:creationId xmlns:a16="http://schemas.microsoft.com/office/drawing/2014/main" id="{A875C227-DCC6-AF4F-B151-0CABD7DA1E8E}"/>
              </a:ext>
            </a:extLst>
          </p:cNvPr>
          <p:cNvSpPr>
            <a:spLocks/>
          </p:cNvSpPr>
          <p:nvPr/>
        </p:nvSpPr>
        <p:spPr bwMode="auto">
          <a:xfrm>
            <a:off x="3063729" y="4726933"/>
            <a:ext cx="1324024" cy="817933"/>
          </a:xfrm>
          <a:custGeom>
            <a:avLst/>
            <a:gdLst/>
            <a:ahLst/>
            <a:cxnLst>
              <a:cxn ang="0">
                <a:pos x="153" y="248"/>
              </a:cxn>
              <a:cxn ang="0">
                <a:pos x="153" y="248"/>
              </a:cxn>
              <a:cxn ang="0">
                <a:pos x="148" y="244"/>
              </a:cxn>
              <a:cxn ang="0">
                <a:pos x="139" y="61"/>
              </a:cxn>
              <a:cxn ang="0">
                <a:pos x="130" y="146"/>
              </a:cxn>
              <a:cxn ang="0">
                <a:pos x="125" y="150"/>
              </a:cxn>
              <a:cxn ang="0">
                <a:pos x="4" y="150"/>
              </a:cxn>
              <a:cxn ang="0">
                <a:pos x="0" y="145"/>
              </a:cxn>
              <a:cxn ang="0">
                <a:pos x="4" y="141"/>
              </a:cxn>
              <a:cxn ang="0">
                <a:pos x="121" y="141"/>
              </a:cxn>
              <a:cxn ang="0">
                <a:pos x="136" y="4"/>
              </a:cxn>
              <a:cxn ang="0">
                <a:pos x="141" y="0"/>
              </a:cxn>
              <a:cxn ang="0">
                <a:pos x="145" y="5"/>
              </a:cxn>
              <a:cxn ang="0">
                <a:pos x="155" y="198"/>
              </a:cxn>
              <a:cxn ang="0">
                <a:pos x="168" y="114"/>
              </a:cxn>
              <a:cxn ang="0">
                <a:pos x="172" y="110"/>
              </a:cxn>
              <a:cxn ang="0">
                <a:pos x="176" y="113"/>
              </a:cxn>
              <a:cxn ang="0">
                <a:pos x="188" y="160"/>
              </a:cxn>
              <a:cxn ang="0">
                <a:pos x="200" y="48"/>
              </a:cxn>
              <a:cxn ang="0">
                <a:pos x="204" y="44"/>
              </a:cxn>
              <a:cxn ang="0">
                <a:pos x="209" y="47"/>
              </a:cxn>
              <a:cxn ang="0">
                <a:pos x="225" y="155"/>
              </a:cxn>
              <a:cxn ang="0">
                <a:pos x="241" y="95"/>
              </a:cxn>
              <a:cxn ang="0">
                <a:pos x="246" y="91"/>
              </a:cxn>
              <a:cxn ang="0">
                <a:pos x="250" y="95"/>
              </a:cxn>
              <a:cxn ang="0">
                <a:pos x="255" y="153"/>
              </a:cxn>
              <a:cxn ang="0">
                <a:pos x="263" y="77"/>
              </a:cxn>
              <a:cxn ang="0">
                <a:pos x="267" y="73"/>
              </a:cxn>
              <a:cxn ang="0">
                <a:pos x="272" y="77"/>
              </a:cxn>
              <a:cxn ang="0">
                <a:pos x="285" y="145"/>
              </a:cxn>
              <a:cxn ang="0">
                <a:pos x="397" y="145"/>
              </a:cxn>
              <a:cxn ang="0">
                <a:pos x="402" y="149"/>
              </a:cxn>
              <a:cxn ang="0">
                <a:pos x="397" y="154"/>
              </a:cxn>
              <a:cxn ang="0">
                <a:pos x="282" y="154"/>
              </a:cxn>
              <a:cxn ang="0">
                <a:pos x="277" y="150"/>
              </a:cxn>
              <a:cxn ang="0">
                <a:pos x="269" y="107"/>
              </a:cxn>
              <a:cxn ang="0">
                <a:pos x="259" y="198"/>
              </a:cxn>
              <a:cxn ang="0">
                <a:pos x="254" y="202"/>
              </a:cxn>
              <a:cxn ang="0">
                <a:pos x="254" y="202"/>
              </a:cxn>
              <a:cxn ang="0">
                <a:pos x="250" y="198"/>
              </a:cxn>
              <a:cxn ang="0">
                <a:pos x="243" y="122"/>
              </a:cxn>
              <a:cxn ang="0">
                <a:pos x="228" y="179"/>
              </a:cxn>
              <a:cxn ang="0">
                <a:pos x="224" y="182"/>
              </a:cxn>
              <a:cxn ang="0">
                <a:pos x="219" y="178"/>
              </a:cxn>
              <a:cxn ang="0">
                <a:pos x="205" y="84"/>
              </a:cxn>
              <a:cxn ang="0">
                <a:pos x="194" y="187"/>
              </a:cxn>
              <a:cxn ang="0">
                <a:pos x="190" y="191"/>
              </a:cxn>
              <a:cxn ang="0">
                <a:pos x="185" y="187"/>
              </a:cxn>
              <a:cxn ang="0">
                <a:pos x="173" y="137"/>
              </a:cxn>
              <a:cxn ang="0">
                <a:pos x="157" y="244"/>
              </a:cxn>
              <a:cxn ang="0">
                <a:pos x="153" y="248"/>
              </a:cxn>
            </a:cxnLst>
            <a:rect l="0" t="0" r="r" b="b"/>
            <a:pathLst>
              <a:path w="402" h="248">
                <a:moveTo>
                  <a:pt x="153" y="248"/>
                </a:moveTo>
                <a:cubicBezTo>
                  <a:pt x="153" y="248"/>
                  <a:pt x="153" y="248"/>
                  <a:pt x="153" y="248"/>
                </a:cubicBezTo>
                <a:cubicBezTo>
                  <a:pt x="150" y="248"/>
                  <a:pt x="149" y="246"/>
                  <a:pt x="148" y="244"/>
                </a:cubicBezTo>
                <a:cubicBezTo>
                  <a:pt x="139" y="61"/>
                  <a:pt x="139" y="61"/>
                  <a:pt x="139" y="61"/>
                </a:cubicBezTo>
                <a:cubicBezTo>
                  <a:pt x="130" y="146"/>
                  <a:pt x="130" y="146"/>
                  <a:pt x="130" y="146"/>
                </a:cubicBezTo>
                <a:cubicBezTo>
                  <a:pt x="130" y="148"/>
                  <a:pt x="128" y="150"/>
                  <a:pt x="125" y="150"/>
                </a:cubicBezTo>
                <a:cubicBezTo>
                  <a:pt x="4" y="150"/>
                  <a:pt x="4" y="150"/>
                  <a:pt x="4" y="150"/>
                </a:cubicBezTo>
                <a:cubicBezTo>
                  <a:pt x="2" y="150"/>
                  <a:pt x="0" y="148"/>
                  <a:pt x="0" y="145"/>
                </a:cubicBezTo>
                <a:cubicBezTo>
                  <a:pt x="0" y="143"/>
                  <a:pt x="2" y="141"/>
                  <a:pt x="4" y="141"/>
                </a:cubicBezTo>
                <a:cubicBezTo>
                  <a:pt x="121" y="141"/>
                  <a:pt x="121" y="141"/>
                  <a:pt x="121" y="141"/>
                </a:cubicBezTo>
                <a:cubicBezTo>
                  <a:pt x="136" y="4"/>
                  <a:pt x="136" y="4"/>
                  <a:pt x="136" y="4"/>
                </a:cubicBezTo>
                <a:cubicBezTo>
                  <a:pt x="137" y="2"/>
                  <a:pt x="139" y="0"/>
                  <a:pt x="141" y="0"/>
                </a:cubicBezTo>
                <a:cubicBezTo>
                  <a:pt x="143" y="1"/>
                  <a:pt x="145" y="2"/>
                  <a:pt x="145" y="5"/>
                </a:cubicBezTo>
                <a:cubicBezTo>
                  <a:pt x="155" y="198"/>
                  <a:pt x="155" y="198"/>
                  <a:pt x="155" y="198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68" y="111"/>
                  <a:pt x="170" y="110"/>
                  <a:pt x="172" y="110"/>
                </a:cubicBezTo>
                <a:cubicBezTo>
                  <a:pt x="174" y="110"/>
                  <a:pt x="176" y="111"/>
                  <a:pt x="176" y="113"/>
                </a:cubicBezTo>
                <a:cubicBezTo>
                  <a:pt x="188" y="160"/>
                  <a:pt x="188" y="160"/>
                  <a:pt x="188" y="160"/>
                </a:cubicBezTo>
                <a:cubicBezTo>
                  <a:pt x="200" y="48"/>
                  <a:pt x="200" y="48"/>
                  <a:pt x="200" y="48"/>
                </a:cubicBezTo>
                <a:cubicBezTo>
                  <a:pt x="200" y="45"/>
                  <a:pt x="202" y="44"/>
                  <a:pt x="204" y="44"/>
                </a:cubicBezTo>
                <a:cubicBezTo>
                  <a:pt x="206" y="44"/>
                  <a:pt x="208" y="45"/>
                  <a:pt x="209" y="47"/>
                </a:cubicBezTo>
                <a:cubicBezTo>
                  <a:pt x="225" y="155"/>
                  <a:pt x="225" y="155"/>
                  <a:pt x="225" y="155"/>
                </a:cubicBezTo>
                <a:cubicBezTo>
                  <a:pt x="241" y="95"/>
                  <a:pt x="241" y="95"/>
                  <a:pt x="241" y="95"/>
                </a:cubicBezTo>
                <a:cubicBezTo>
                  <a:pt x="241" y="93"/>
                  <a:pt x="243" y="91"/>
                  <a:pt x="246" y="91"/>
                </a:cubicBezTo>
                <a:cubicBezTo>
                  <a:pt x="248" y="91"/>
                  <a:pt x="249" y="93"/>
                  <a:pt x="250" y="95"/>
                </a:cubicBezTo>
                <a:cubicBezTo>
                  <a:pt x="255" y="153"/>
                  <a:pt x="255" y="153"/>
                  <a:pt x="255" y="153"/>
                </a:cubicBezTo>
                <a:cubicBezTo>
                  <a:pt x="263" y="77"/>
                  <a:pt x="263" y="77"/>
                  <a:pt x="263" y="77"/>
                </a:cubicBezTo>
                <a:cubicBezTo>
                  <a:pt x="263" y="75"/>
                  <a:pt x="265" y="73"/>
                  <a:pt x="267" y="73"/>
                </a:cubicBezTo>
                <a:cubicBezTo>
                  <a:pt x="270" y="73"/>
                  <a:pt x="271" y="75"/>
                  <a:pt x="272" y="77"/>
                </a:cubicBezTo>
                <a:cubicBezTo>
                  <a:pt x="285" y="145"/>
                  <a:pt x="285" y="145"/>
                  <a:pt x="285" y="145"/>
                </a:cubicBezTo>
                <a:cubicBezTo>
                  <a:pt x="397" y="145"/>
                  <a:pt x="397" y="145"/>
                  <a:pt x="397" y="145"/>
                </a:cubicBezTo>
                <a:cubicBezTo>
                  <a:pt x="400" y="145"/>
                  <a:pt x="402" y="147"/>
                  <a:pt x="402" y="149"/>
                </a:cubicBezTo>
                <a:cubicBezTo>
                  <a:pt x="402" y="152"/>
                  <a:pt x="400" y="154"/>
                  <a:pt x="397" y="154"/>
                </a:cubicBezTo>
                <a:cubicBezTo>
                  <a:pt x="282" y="154"/>
                  <a:pt x="282" y="154"/>
                  <a:pt x="282" y="154"/>
                </a:cubicBezTo>
                <a:cubicBezTo>
                  <a:pt x="280" y="154"/>
                  <a:pt x="278" y="152"/>
                  <a:pt x="277" y="150"/>
                </a:cubicBezTo>
                <a:cubicBezTo>
                  <a:pt x="269" y="107"/>
                  <a:pt x="269" y="107"/>
                  <a:pt x="269" y="107"/>
                </a:cubicBezTo>
                <a:cubicBezTo>
                  <a:pt x="259" y="198"/>
                  <a:pt x="259" y="198"/>
                  <a:pt x="259" y="198"/>
                </a:cubicBezTo>
                <a:cubicBezTo>
                  <a:pt x="258" y="201"/>
                  <a:pt x="257" y="202"/>
                  <a:pt x="254" y="202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52" y="202"/>
                  <a:pt x="250" y="201"/>
                  <a:pt x="250" y="198"/>
                </a:cubicBezTo>
                <a:cubicBezTo>
                  <a:pt x="243" y="122"/>
                  <a:pt x="243" y="122"/>
                  <a:pt x="243" y="122"/>
                </a:cubicBezTo>
                <a:cubicBezTo>
                  <a:pt x="228" y="179"/>
                  <a:pt x="228" y="179"/>
                  <a:pt x="228" y="179"/>
                </a:cubicBezTo>
                <a:cubicBezTo>
                  <a:pt x="228" y="181"/>
                  <a:pt x="226" y="182"/>
                  <a:pt x="224" y="182"/>
                </a:cubicBezTo>
                <a:cubicBezTo>
                  <a:pt x="221" y="182"/>
                  <a:pt x="220" y="180"/>
                  <a:pt x="219" y="178"/>
                </a:cubicBezTo>
                <a:cubicBezTo>
                  <a:pt x="205" y="84"/>
                  <a:pt x="205" y="84"/>
                  <a:pt x="205" y="84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194" y="189"/>
                  <a:pt x="192" y="191"/>
                  <a:pt x="190" y="191"/>
                </a:cubicBezTo>
                <a:cubicBezTo>
                  <a:pt x="188" y="191"/>
                  <a:pt x="186" y="190"/>
                  <a:pt x="185" y="187"/>
                </a:cubicBezTo>
                <a:cubicBezTo>
                  <a:pt x="173" y="137"/>
                  <a:pt x="173" y="137"/>
                  <a:pt x="173" y="137"/>
                </a:cubicBezTo>
                <a:cubicBezTo>
                  <a:pt x="157" y="244"/>
                  <a:pt x="157" y="244"/>
                  <a:pt x="157" y="244"/>
                </a:cubicBezTo>
                <a:cubicBezTo>
                  <a:pt x="157" y="246"/>
                  <a:pt x="155" y="248"/>
                  <a:pt x="153" y="248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12260DAB-2FCA-6E4B-8254-1E9433D7D1F4}"/>
              </a:ext>
            </a:extLst>
          </p:cNvPr>
          <p:cNvSpPr txBox="1"/>
          <p:nvPr/>
        </p:nvSpPr>
        <p:spPr>
          <a:xfrm>
            <a:off x="4888383" y="5017476"/>
            <a:ext cx="215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defTabSz="1375467">
              <a:defRPr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关键词</a:t>
            </a:r>
            <a:endParaRPr lang="en-US" dirty="0"/>
          </a:p>
          <a:p>
            <a:r>
              <a:rPr lang="zh-CN" altLang="en-US" sz="1600" b="0" dirty="0"/>
              <a:t>具体描述内容</a:t>
            </a:r>
            <a:endParaRPr lang="en-US" sz="1600" b="0" dirty="0"/>
          </a:p>
        </p:txBody>
      </p:sp>
      <p:sp>
        <p:nvSpPr>
          <p:cNvPr id="30" name="TextBox 35">
            <a:extLst>
              <a:ext uri="{FF2B5EF4-FFF2-40B4-BE49-F238E27FC236}">
                <a16:creationId xmlns:a16="http://schemas.microsoft.com/office/drawing/2014/main" id="{AB7AD98A-7272-1840-BE5C-EEED0A215F12}"/>
              </a:ext>
            </a:extLst>
          </p:cNvPr>
          <p:cNvSpPr txBox="1"/>
          <p:nvPr/>
        </p:nvSpPr>
        <p:spPr>
          <a:xfrm>
            <a:off x="7390931" y="5611999"/>
            <a:ext cx="215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defTabSz="1375467">
              <a:defRPr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关键词</a:t>
            </a:r>
            <a:endParaRPr lang="en-US" dirty="0"/>
          </a:p>
          <a:p>
            <a:r>
              <a:rPr lang="zh-CN" altLang="en-US" sz="1600" b="0" dirty="0"/>
              <a:t>具体描述内容</a:t>
            </a:r>
            <a:endParaRPr lang="en-US" sz="1600" b="0" dirty="0"/>
          </a:p>
        </p:txBody>
      </p:sp>
      <p:sp>
        <p:nvSpPr>
          <p:cNvPr id="31" name="TextBox 36">
            <a:extLst>
              <a:ext uri="{FF2B5EF4-FFF2-40B4-BE49-F238E27FC236}">
                <a16:creationId xmlns:a16="http://schemas.microsoft.com/office/drawing/2014/main" id="{95C1A7B5-5762-FE4E-8291-C4A8E58D1BB7}"/>
              </a:ext>
            </a:extLst>
          </p:cNvPr>
          <p:cNvSpPr txBox="1"/>
          <p:nvPr/>
        </p:nvSpPr>
        <p:spPr>
          <a:xfrm>
            <a:off x="2650411" y="5569655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具体描述内容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9668A82-526D-3C4A-8C1C-9E36C862DD7A}"/>
              </a:ext>
            </a:extLst>
          </p:cNvPr>
          <p:cNvSpPr txBox="1">
            <a:spLocks/>
          </p:cNvSpPr>
          <p:nvPr/>
        </p:nvSpPr>
        <p:spPr>
          <a:xfrm>
            <a:off x="1802993" y="3017199"/>
            <a:ext cx="1096454" cy="65665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377790"/>
                </a:solidFill>
                <a:latin typeface="Arial"/>
              </a:rPr>
              <a:t>50%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2C3DD1C-D32D-A542-B9FD-1B050E6EB0F0}"/>
              </a:ext>
            </a:extLst>
          </p:cNvPr>
          <p:cNvSpPr txBox="1">
            <a:spLocks/>
          </p:cNvSpPr>
          <p:nvPr/>
        </p:nvSpPr>
        <p:spPr>
          <a:xfrm>
            <a:off x="4880749" y="3017199"/>
            <a:ext cx="1096454" cy="65665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189A80"/>
                </a:solidFill>
                <a:latin typeface="Arial"/>
              </a:rPr>
              <a:t>60%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8BCD0902-23AA-EC4E-ADC5-4CC14982B5E0}"/>
              </a:ext>
            </a:extLst>
          </p:cNvPr>
          <p:cNvSpPr txBox="1">
            <a:spLocks/>
          </p:cNvSpPr>
          <p:nvPr/>
        </p:nvSpPr>
        <p:spPr>
          <a:xfrm>
            <a:off x="9204087" y="3017199"/>
            <a:ext cx="1096454" cy="65665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F09C2A"/>
                </a:solidFill>
                <a:latin typeface="Arial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141192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500"/>
                            </p:stCondLst>
                            <p:childTnLst>
                              <p:par>
                                <p:cTn id="9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000"/>
                            </p:stCondLst>
                            <p:childTnLst>
                              <p:par>
                                <p:cTn id="10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39">
            <a:extLst>
              <a:ext uri="{FF2B5EF4-FFF2-40B4-BE49-F238E27FC236}">
                <a16:creationId xmlns:a16="http://schemas.microsoft.com/office/drawing/2014/main" id="{7D7EB058-0570-7444-8DA5-D9D0CF539690}"/>
              </a:ext>
            </a:extLst>
          </p:cNvPr>
          <p:cNvSpPr/>
          <p:nvPr/>
        </p:nvSpPr>
        <p:spPr>
          <a:xfrm>
            <a:off x="4022148" y="5615622"/>
            <a:ext cx="2077008" cy="75871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ounded Rectangle 238">
            <a:extLst>
              <a:ext uri="{FF2B5EF4-FFF2-40B4-BE49-F238E27FC236}">
                <a16:creationId xmlns:a16="http://schemas.microsoft.com/office/drawing/2014/main" id="{A6D7582B-DEBB-4E42-B79F-48E1D039527E}"/>
              </a:ext>
            </a:extLst>
          </p:cNvPr>
          <p:cNvSpPr/>
          <p:nvPr/>
        </p:nvSpPr>
        <p:spPr>
          <a:xfrm>
            <a:off x="4022148" y="4763516"/>
            <a:ext cx="2077008" cy="75871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Isosceles Triangle 82">
            <a:extLst>
              <a:ext uri="{FF2B5EF4-FFF2-40B4-BE49-F238E27FC236}">
                <a16:creationId xmlns:a16="http://schemas.microsoft.com/office/drawing/2014/main" id="{C6ECAA57-A214-E342-B779-229D4374F5F1}"/>
              </a:ext>
            </a:extLst>
          </p:cNvPr>
          <p:cNvSpPr/>
          <p:nvPr/>
        </p:nvSpPr>
        <p:spPr>
          <a:xfrm rot="13787019">
            <a:off x="2763471" y="2806046"/>
            <a:ext cx="2266164" cy="2699685"/>
          </a:xfrm>
          <a:prstGeom prst="triangle">
            <a:avLst>
              <a:gd name="adj" fmla="val 4920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Oval 68">
            <a:extLst>
              <a:ext uri="{FF2B5EF4-FFF2-40B4-BE49-F238E27FC236}">
                <a16:creationId xmlns:a16="http://schemas.microsoft.com/office/drawing/2014/main" id="{17AB6668-A9FE-344B-B727-C4683FE5C611}"/>
              </a:ext>
            </a:extLst>
          </p:cNvPr>
          <p:cNvSpPr/>
          <p:nvPr/>
        </p:nvSpPr>
        <p:spPr>
          <a:xfrm rot="21366453">
            <a:off x="4012526" y="1997131"/>
            <a:ext cx="2246479" cy="224647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EA9EF196-503D-0B41-8F2E-CC2491983A85}"/>
              </a:ext>
            </a:extLst>
          </p:cNvPr>
          <p:cNvSpPr>
            <a:spLocks noEditPoints="1"/>
          </p:cNvSpPr>
          <p:nvPr/>
        </p:nvSpPr>
        <p:spPr bwMode="auto">
          <a:xfrm rot="21366453">
            <a:off x="5441736" y="3352718"/>
            <a:ext cx="459331" cy="493456"/>
          </a:xfrm>
          <a:custGeom>
            <a:avLst/>
            <a:gdLst/>
            <a:ahLst/>
            <a:cxnLst>
              <a:cxn ang="0">
                <a:pos x="261" y="74"/>
              </a:cxn>
              <a:cxn ang="0">
                <a:pos x="282" y="53"/>
              </a:cxn>
              <a:cxn ang="0">
                <a:pos x="261" y="32"/>
              </a:cxn>
              <a:cxn ang="0">
                <a:pos x="240" y="53"/>
              </a:cxn>
              <a:cxn ang="0">
                <a:pos x="244" y="65"/>
              </a:cxn>
              <a:cxn ang="0">
                <a:pos x="146" y="41"/>
              </a:cxn>
              <a:cxn ang="0">
                <a:pos x="162" y="21"/>
              </a:cxn>
              <a:cxn ang="0">
                <a:pos x="142" y="0"/>
              </a:cxn>
              <a:cxn ang="0">
                <a:pos x="121" y="21"/>
              </a:cxn>
              <a:cxn ang="0">
                <a:pos x="142" y="41"/>
              </a:cxn>
              <a:cxn ang="0">
                <a:pos x="144" y="41"/>
              </a:cxn>
              <a:cxn ang="0">
                <a:pos x="88" y="112"/>
              </a:cxn>
              <a:cxn ang="0">
                <a:pos x="90" y="105"/>
              </a:cxn>
              <a:cxn ang="0">
                <a:pos x="69" y="84"/>
              </a:cxn>
              <a:cxn ang="0">
                <a:pos x="48" y="105"/>
              </a:cxn>
              <a:cxn ang="0">
                <a:pos x="69" y="125"/>
              </a:cxn>
              <a:cxn ang="0">
                <a:pos x="85" y="118"/>
              </a:cxn>
              <a:cxn ang="0">
                <a:pos x="41" y="168"/>
              </a:cxn>
              <a:cxn ang="0">
                <a:pos x="41" y="164"/>
              </a:cxn>
              <a:cxn ang="0">
                <a:pos x="21" y="144"/>
              </a:cxn>
              <a:cxn ang="0">
                <a:pos x="0" y="164"/>
              </a:cxn>
              <a:cxn ang="0">
                <a:pos x="21" y="185"/>
              </a:cxn>
              <a:cxn ang="0">
                <a:pos x="41" y="169"/>
              </a:cxn>
              <a:cxn ang="0">
                <a:pos x="75" y="225"/>
              </a:cxn>
              <a:cxn ang="0">
                <a:pos x="62" y="220"/>
              </a:cxn>
              <a:cxn ang="0">
                <a:pos x="41" y="241"/>
              </a:cxn>
              <a:cxn ang="0">
                <a:pos x="62" y="262"/>
              </a:cxn>
              <a:cxn ang="0">
                <a:pos x="83" y="241"/>
              </a:cxn>
              <a:cxn ang="0">
                <a:pos x="78" y="228"/>
              </a:cxn>
              <a:cxn ang="0">
                <a:pos x="143" y="262"/>
              </a:cxn>
              <a:cxn ang="0">
                <a:pos x="127" y="283"/>
              </a:cxn>
              <a:cxn ang="0">
                <a:pos x="147" y="303"/>
              </a:cxn>
              <a:cxn ang="0">
                <a:pos x="168" y="283"/>
              </a:cxn>
              <a:cxn ang="0">
                <a:pos x="154" y="263"/>
              </a:cxn>
              <a:cxn ang="0">
                <a:pos x="222" y="242"/>
              </a:cxn>
              <a:cxn ang="0">
                <a:pos x="220" y="250"/>
              </a:cxn>
              <a:cxn ang="0">
                <a:pos x="241" y="271"/>
              </a:cxn>
              <a:cxn ang="0">
                <a:pos x="261" y="250"/>
              </a:cxn>
              <a:cxn ang="0">
                <a:pos x="241" y="229"/>
              </a:cxn>
              <a:cxn ang="0">
                <a:pos x="225" y="237"/>
              </a:cxn>
              <a:cxn ang="0">
                <a:pos x="228" y="162"/>
              </a:cxn>
              <a:cxn ang="0">
                <a:pos x="249" y="178"/>
              </a:cxn>
              <a:cxn ang="0">
                <a:pos x="269" y="157"/>
              </a:cxn>
              <a:cxn ang="0">
                <a:pos x="249" y="137"/>
              </a:cxn>
              <a:cxn ang="0">
                <a:pos x="229" y="151"/>
              </a:cxn>
              <a:cxn ang="0">
                <a:pos x="245" y="66"/>
              </a:cxn>
              <a:cxn ang="0">
                <a:pos x="261" y="74"/>
              </a:cxn>
              <a:cxn ang="0">
                <a:pos x="124" y="184"/>
              </a:cxn>
              <a:cxn ang="0">
                <a:pos x="115" y="176"/>
              </a:cxn>
              <a:cxn ang="0">
                <a:pos x="124" y="168"/>
              </a:cxn>
              <a:cxn ang="0">
                <a:pos x="132" y="176"/>
              </a:cxn>
              <a:cxn ang="0">
                <a:pos x="124" y="184"/>
              </a:cxn>
              <a:cxn ang="0">
                <a:pos x="168" y="145"/>
              </a:cxn>
              <a:cxn ang="0">
                <a:pos x="156" y="133"/>
              </a:cxn>
              <a:cxn ang="0">
                <a:pos x="168" y="121"/>
              </a:cxn>
              <a:cxn ang="0">
                <a:pos x="180" y="133"/>
              </a:cxn>
              <a:cxn ang="0">
                <a:pos x="168" y="145"/>
              </a:cxn>
              <a:cxn ang="0">
                <a:pos x="168" y="145"/>
              </a:cxn>
              <a:cxn ang="0">
                <a:pos x="168" y="145"/>
              </a:cxn>
            </a:cxnLst>
            <a:rect l="0" t="0" r="r" b="b"/>
            <a:pathLst>
              <a:path w="282" h="303">
                <a:moveTo>
                  <a:pt x="261" y="74"/>
                </a:moveTo>
                <a:cubicBezTo>
                  <a:pt x="272" y="74"/>
                  <a:pt x="282" y="64"/>
                  <a:pt x="282" y="53"/>
                </a:cubicBezTo>
                <a:cubicBezTo>
                  <a:pt x="282" y="41"/>
                  <a:pt x="272" y="32"/>
                  <a:pt x="261" y="32"/>
                </a:cubicBezTo>
                <a:cubicBezTo>
                  <a:pt x="249" y="32"/>
                  <a:pt x="240" y="41"/>
                  <a:pt x="240" y="53"/>
                </a:cubicBezTo>
                <a:cubicBezTo>
                  <a:pt x="240" y="57"/>
                  <a:pt x="242" y="61"/>
                  <a:pt x="244" y="65"/>
                </a:cubicBezTo>
                <a:cubicBezTo>
                  <a:pt x="217" y="86"/>
                  <a:pt x="165" y="114"/>
                  <a:pt x="146" y="41"/>
                </a:cubicBezTo>
                <a:cubicBezTo>
                  <a:pt x="155" y="39"/>
                  <a:pt x="162" y="31"/>
                  <a:pt x="162" y="21"/>
                </a:cubicBezTo>
                <a:cubicBezTo>
                  <a:pt x="162" y="9"/>
                  <a:pt x="153" y="0"/>
                  <a:pt x="142" y="0"/>
                </a:cubicBezTo>
                <a:cubicBezTo>
                  <a:pt x="130" y="0"/>
                  <a:pt x="121" y="9"/>
                  <a:pt x="121" y="21"/>
                </a:cubicBezTo>
                <a:cubicBezTo>
                  <a:pt x="121" y="32"/>
                  <a:pt x="130" y="41"/>
                  <a:pt x="142" y="41"/>
                </a:cubicBezTo>
                <a:cubicBezTo>
                  <a:pt x="142" y="41"/>
                  <a:pt x="143" y="41"/>
                  <a:pt x="144" y="41"/>
                </a:cubicBezTo>
                <a:cubicBezTo>
                  <a:pt x="143" y="95"/>
                  <a:pt x="145" y="143"/>
                  <a:pt x="88" y="112"/>
                </a:cubicBezTo>
                <a:cubicBezTo>
                  <a:pt x="89" y="110"/>
                  <a:pt x="90" y="107"/>
                  <a:pt x="90" y="105"/>
                </a:cubicBezTo>
                <a:cubicBezTo>
                  <a:pt x="90" y="93"/>
                  <a:pt x="81" y="84"/>
                  <a:pt x="69" y="84"/>
                </a:cubicBezTo>
                <a:cubicBezTo>
                  <a:pt x="58" y="84"/>
                  <a:pt x="48" y="93"/>
                  <a:pt x="48" y="105"/>
                </a:cubicBezTo>
                <a:cubicBezTo>
                  <a:pt x="48" y="116"/>
                  <a:pt x="58" y="125"/>
                  <a:pt x="69" y="125"/>
                </a:cubicBezTo>
                <a:cubicBezTo>
                  <a:pt x="75" y="125"/>
                  <a:pt x="81" y="123"/>
                  <a:pt x="85" y="118"/>
                </a:cubicBezTo>
                <a:cubicBezTo>
                  <a:pt x="119" y="159"/>
                  <a:pt x="102" y="167"/>
                  <a:pt x="41" y="168"/>
                </a:cubicBezTo>
                <a:cubicBezTo>
                  <a:pt x="41" y="167"/>
                  <a:pt x="41" y="166"/>
                  <a:pt x="41" y="164"/>
                </a:cubicBezTo>
                <a:cubicBezTo>
                  <a:pt x="41" y="153"/>
                  <a:pt x="32" y="144"/>
                  <a:pt x="21" y="144"/>
                </a:cubicBezTo>
                <a:cubicBezTo>
                  <a:pt x="9" y="144"/>
                  <a:pt x="0" y="153"/>
                  <a:pt x="0" y="164"/>
                </a:cubicBezTo>
                <a:cubicBezTo>
                  <a:pt x="0" y="176"/>
                  <a:pt x="9" y="185"/>
                  <a:pt x="21" y="185"/>
                </a:cubicBezTo>
                <a:cubicBezTo>
                  <a:pt x="31" y="185"/>
                  <a:pt x="39" y="178"/>
                  <a:pt x="41" y="169"/>
                </a:cubicBezTo>
                <a:cubicBezTo>
                  <a:pt x="82" y="184"/>
                  <a:pt x="92" y="196"/>
                  <a:pt x="75" y="225"/>
                </a:cubicBezTo>
                <a:cubicBezTo>
                  <a:pt x="71" y="222"/>
                  <a:pt x="67" y="220"/>
                  <a:pt x="62" y="220"/>
                </a:cubicBezTo>
                <a:cubicBezTo>
                  <a:pt x="51" y="220"/>
                  <a:pt x="41" y="230"/>
                  <a:pt x="41" y="241"/>
                </a:cubicBezTo>
                <a:cubicBezTo>
                  <a:pt x="41" y="253"/>
                  <a:pt x="51" y="262"/>
                  <a:pt x="62" y="262"/>
                </a:cubicBezTo>
                <a:cubicBezTo>
                  <a:pt x="74" y="262"/>
                  <a:pt x="83" y="253"/>
                  <a:pt x="83" y="241"/>
                </a:cubicBezTo>
                <a:cubicBezTo>
                  <a:pt x="83" y="236"/>
                  <a:pt x="81" y="232"/>
                  <a:pt x="78" y="228"/>
                </a:cubicBezTo>
                <a:cubicBezTo>
                  <a:pt x="121" y="197"/>
                  <a:pt x="141" y="198"/>
                  <a:pt x="143" y="262"/>
                </a:cubicBezTo>
                <a:cubicBezTo>
                  <a:pt x="134" y="264"/>
                  <a:pt x="127" y="273"/>
                  <a:pt x="127" y="283"/>
                </a:cubicBezTo>
                <a:cubicBezTo>
                  <a:pt x="127" y="294"/>
                  <a:pt x="136" y="303"/>
                  <a:pt x="147" y="303"/>
                </a:cubicBezTo>
                <a:cubicBezTo>
                  <a:pt x="159" y="303"/>
                  <a:pt x="168" y="294"/>
                  <a:pt x="168" y="283"/>
                </a:cubicBezTo>
                <a:cubicBezTo>
                  <a:pt x="168" y="273"/>
                  <a:pt x="162" y="265"/>
                  <a:pt x="154" y="263"/>
                </a:cubicBezTo>
                <a:cubicBezTo>
                  <a:pt x="172" y="230"/>
                  <a:pt x="188" y="225"/>
                  <a:pt x="222" y="242"/>
                </a:cubicBezTo>
                <a:cubicBezTo>
                  <a:pt x="221" y="244"/>
                  <a:pt x="220" y="247"/>
                  <a:pt x="220" y="250"/>
                </a:cubicBezTo>
                <a:cubicBezTo>
                  <a:pt x="220" y="261"/>
                  <a:pt x="229" y="271"/>
                  <a:pt x="241" y="271"/>
                </a:cubicBezTo>
                <a:cubicBezTo>
                  <a:pt x="252" y="271"/>
                  <a:pt x="261" y="261"/>
                  <a:pt x="261" y="250"/>
                </a:cubicBezTo>
                <a:cubicBezTo>
                  <a:pt x="261" y="238"/>
                  <a:pt x="252" y="229"/>
                  <a:pt x="241" y="229"/>
                </a:cubicBezTo>
                <a:cubicBezTo>
                  <a:pt x="234" y="229"/>
                  <a:pt x="229" y="232"/>
                  <a:pt x="225" y="237"/>
                </a:cubicBezTo>
                <a:cubicBezTo>
                  <a:pt x="200" y="211"/>
                  <a:pt x="182" y="177"/>
                  <a:pt x="228" y="162"/>
                </a:cubicBezTo>
                <a:cubicBezTo>
                  <a:pt x="230" y="171"/>
                  <a:pt x="239" y="178"/>
                  <a:pt x="249" y="178"/>
                </a:cubicBezTo>
                <a:cubicBezTo>
                  <a:pt x="260" y="178"/>
                  <a:pt x="269" y="169"/>
                  <a:pt x="269" y="157"/>
                </a:cubicBezTo>
                <a:cubicBezTo>
                  <a:pt x="269" y="146"/>
                  <a:pt x="260" y="137"/>
                  <a:pt x="249" y="137"/>
                </a:cubicBezTo>
                <a:cubicBezTo>
                  <a:pt x="239" y="137"/>
                  <a:pt x="232" y="142"/>
                  <a:pt x="229" y="151"/>
                </a:cubicBezTo>
                <a:cubicBezTo>
                  <a:pt x="199" y="129"/>
                  <a:pt x="226" y="89"/>
                  <a:pt x="245" y="66"/>
                </a:cubicBezTo>
                <a:cubicBezTo>
                  <a:pt x="249" y="71"/>
                  <a:pt x="255" y="74"/>
                  <a:pt x="261" y="74"/>
                </a:cubicBezTo>
                <a:close/>
                <a:moveTo>
                  <a:pt x="124" y="184"/>
                </a:moveTo>
                <a:cubicBezTo>
                  <a:pt x="119" y="184"/>
                  <a:pt x="115" y="181"/>
                  <a:pt x="115" y="176"/>
                </a:cubicBezTo>
                <a:cubicBezTo>
                  <a:pt x="115" y="172"/>
                  <a:pt x="119" y="168"/>
                  <a:pt x="124" y="168"/>
                </a:cubicBezTo>
                <a:cubicBezTo>
                  <a:pt x="128" y="168"/>
                  <a:pt x="132" y="172"/>
                  <a:pt x="132" y="176"/>
                </a:cubicBezTo>
                <a:cubicBezTo>
                  <a:pt x="132" y="181"/>
                  <a:pt x="128" y="184"/>
                  <a:pt x="124" y="184"/>
                </a:cubicBezTo>
                <a:close/>
                <a:moveTo>
                  <a:pt x="168" y="145"/>
                </a:moveTo>
                <a:cubicBezTo>
                  <a:pt x="161" y="145"/>
                  <a:pt x="156" y="140"/>
                  <a:pt x="156" y="133"/>
                </a:cubicBezTo>
                <a:cubicBezTo>
                  <a:pt x="156" y="126"/>
                  <a:pt x="161" y="121"/>
                  <a:pt x="168" y="121"/>
                </a:cubicBezTo>
                <a:cubicBezTo>
                  <a:pt x="175" y="121"/>
                  <a:pt x="180" y="126"/>
                  <a:pt x="180" y="133"/>
                </a:cubicBezTo>
                <a:cubicBezTo>
                  <a:pt x="180" y="140"/>
                  <a:pt x="175" y="145"/>
                  <a:pt x="168" y="145"/>
                </a:cubicBezTo>
                <a:close/>
                <a:moveTo>
                  <a:pt x="168" y="145"/>
                </a:moveTo>
                <a:cubicBezTo>
                  <a:pt x="168" y="145"/>
                  <a:pt x="168" y="145"/>
                  <a:pt x="168" y="145"/>
                </a:cubicBezTo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0778AC7-8BC5-884A-8BF9-32D9C3F56F2D}"/>
              </a:ext>
            </a:extLst>
          </p:cNvPr>
          <p:cNvSpPr>
            <a:spLocks noEditPoints="1"/>
          </p:cNvSpPr>
          <p:nvPr/>
        </p:nvSpPr>
        <p:spPr bwMode="auto">
          <a:xfrm rot="20602326">
            <a:off x="4793739" y="2210046"/>
            <a:ext cx="850013" cy="465629"/>
          </a:xfrm>
          <a:custGeom>
            <a:avLst/>
            <a:gdLst/>
            <a:ahLst/>
            <a:cxnLst>
              <a:cxn ang="0">
                <a:pos x="83" y="15"/>
              </a:cxn>
              <a:cxn ang="0">
                <a:pos x="65" y="13"/>
              </a:cxn>
              <a:cxn ang="0">
                <a:pos x="71" y="10"/>
              </a:cxn>
              <a:cxn ang="0">
                <a:pos x="63" y="13"/>
              </a:cxn>
              <a:cxn ang="0">
                <a:pos x="56" y="6"/>
              </a:cxn>
              <a:cxn ang="0">
                <a:pos x="52" y="5"/>
              </a:cxn>
              <a:cxn ang="0">
                <a:pos x="53" y="10"/>
              </a:cxn>
              <a:cxn ang="0">
                <a:pos x="40" y="7"/>
              </a:cxn>
              <a:cxn ang="0">
                <a:pos x="36" y="4"/>
              </a:cxn>
              <a:cxn ang="0">
                <a:pos x="39" y="8"/>
              </a:cxn>
              <a:cxn ang="0">
                <a:pos x="31" y="17"/>
              </a:cxn>
              <a:cxn ang="0">
                <a:pos x="23" y="16"/>
              </a:cxn>
              <a:cxn ang="0">
                <a:pos x="7" y="34"/>
              </a:cxn>
              <a:cxn ang="0">
                <a:pos x="2" y="42"/>
              </a:cxn>
              <a:cxn ang="0">
                <a:pos x="8" y="37"/>
              </a:cxn>
              <a:cxn ang="0">
                <a:pos x="31" y="38"/>
              </a:cxn>
              <a:cxn ang="0">
                <a:pos x="32" y="45"/>
              </a:cxn>
              <a:cxn ang="0">
                <a:pos x="33" y="39"/>
              </a:cxn>
              <a:cxn ang="0">
                <a:pos x="39" y="46"/>
              </a:cxn>
              <a:cxn ang="0">
                <a:pos x="44" y="42"/>
              </a:cxn>
              <a:cxn ang="0">
                <a:pos x="53" y="37"/>
              </a:cxn>
              <a:cxn ang="0">
                <a:pos x="53" y="44"/>
              </a:cxn>
              <a:cxn ang="0">
                <a:pos x="56" y="39"/>
              </a:cxn>
              <a:cxn ang="0">
                <a:pos x="62" y="33"/>
              </a:cxn>
              <a:cxn ang="0">
                <a:pos x="71" y="34"/>
              </a:cxn>
              <a:cxn ang="0">
                <a:pos x="69" y="27"/>
              </a:cxn>
              <a:cxn ang="0">
                <a:pos x="74" y="31"/>
              </a:cxn>
              <a:cxn ang="0">
                <a:pos x="69" y="25"/>
              </a:cxn>
              <a:cxn ang="0">
                <a:pos x="83" y="17"/>
              </a:cxn>
              <a:cxn ang="0">
                <a:pos x="87" y="10"/>
              </a:cxn>
              <a:cxn ang="0">
                <a:pos x="39" y="18"/>
              </a:cxn>
              <a:cxn ang="0">
                <a:pos x="43" y="32"/>
              </a:cxn>
              <a:cxn ang="0">
                <a:pos x="64" y="18"/>
              </a:cxn>
              <a:cxn ang="0">
                <a:pos x="63" y="27"/>
              </a:cxn>
            </a:cxnLst>
            <a:rect l="0" t="0" r="r" b="b"/>
            <a:pathLst>
              <a:path w="92" h="49">
                <a:moveTo>
                  <a:pt x="87" y="10"/>
                </a:moveTo>
                <a:cubicBezTo>
                  <a:pt x="84" y="10"/>
                  <a:pt x="85" y="13"/>
                  <a:pt x="83" y="15"/>
                </a:cubicBezTo>
                <a:cubicBezTo>
                  <a:pt x="78" y="16"/>
                  <a:pt x="73" y="17"/>
                  <a:pt x="69" y="18"/>
                </a:cubicBezTo>
                <a:cubicBezTo>
                  <a:pt x="68" y="16"/>
                  <a:pt x="66" y="15"/>
                  <a:pt x="65" y="13"/>
                </a:cubicBezTo>
                <a:cubicBezTo>
                  <a:pt x="66" y="13"/>
                  <a:pt x="66" y="11"/>
                  <a:pt x="67" y="11"/>
                </a:cubicBezTo>
                <a:cubicBezTo>
                  <a:pt x="68" y="10"/>
                  <a:pt x="71" y="11"/>
                  <a:pt x="71" y="10"/>
                </a:cubicBezTo>
                <a:cubicBezTo>
                  <a:pt x="70" y="8"/>
                  <a:pt x="70" y="6"/>
                  <a:pt x="66" y="6"/>
                </a:cubicBezTo>
                <a:cubicBezTo>
                  <a:pt x="64" y="8"/>
                  <a:pt x="67" y="11"/>
                  <a:pt x="63" y="13"/>
                </a:cubicBezTo>
                <a:cubicBezTo>
                  <a:pt x="61" y="11"/>
                  <a:pt x="57" y="11"/>
                  <a:pt x="55" y="10"/>
                </a:cubicBezTo>
                <a:cubicBezTo>
                  <a:pt x="56" y="9"/>
                  <a:pt x="56" y="7"/>
                  <a:pt x="56" y="6"/>
                </a:cubicBezTo>
                <a:cubicBezTo>
                  <a:pt x="57" y="6"/>
                  <a:pt x="59" y="7"/>
                  <a:pt x="59" y="6"/>
                </a:cubicBezTo>
                <a:cubicBezTo>
                  <a:pt x="59" y="3"/>
                  <a:pt x="53" y="0"/>
                  <a:pt x="52" y="5"/>
                </a:cubicBezTo>
                <a:cubicBezTo>
                  <a:pt x="52" y="7"/>
                  <a:pt x="54" y="5"/>
                  <a:pt x="54" y="7"/>
                </a:cubicBezTo>
                <a:cubicBezTo>
                  <a:pt x="54" y="8"/>
                  <a:pt x="54" y="9"/>
                  <a:pt x="53" y="10"/>
                </a:cubicBezTo>
                <a:cubicBezTo>
                  <a:pt x="49" y="10"/>
                  <a:pt x="45" y="9"/>
                  <a:pt x="42" y="11"/>
                </a:cubicBezTo>
                <a:cubicBezTo>
                  <a:pt x="41" y="9"/>
                  <a:pt x="40" y="9"/>
                  <a:pt x="40" y="7"/>
                </a:cubicBezTo>
                <a:cubicBezTo>
                  <a:pt x="42" y="7"/>
                  <a:pt x="43" y="7"/>
                  <a:pt x="43" y="5"/>
                </a:cubicBezTo>
                <a:cubicBezTo>
                  <a:pt x="42" y="3"/>
                  <a:pt x="38" y="3"/>
                  <a:pt x="36" y="4"/>
                </a:cubicBezTo>
                <a:cubicBezTo>
                  <a:pt x="36" y="7"/>
                  <a:pt x="36" y="7"/>
                  <a:pt x="36" y="7"/>
                </a:cubicBezTo>
                <a:cubicBezTo>
                  <a:pt x="37" y="8"/>
                  <a:pt x="39" y="7"/>
                  <a:pt x="39" y="8"/>
                </a:cubicBezTo>
                <a:cubicBezTo>
                  <a:pt x="40" y="9"/>
                  <a:pt x="40" y="10"/>
                  <a:pt x="40" y="11"/>
                </a:cubicBezTo>
                <a:cubicBezTo>
                  <a:pt x="36" y="12"/>
                  <a:pt x="34" y="15"/>
                  <a:pt x="31" y="17"/>
                </a:cubicBezTo>
                <a:cubicBezTo>
                  <a:pt x="28" y="15"/>
                  <a:pt x="31" y="10"/>
                  <a:pt x="27" y="9"/>
                </a:cubicBezTo>
                <a:cubicBezTo>
                  <a:pt x="25" y="9"/>
                  <a:pt x="22" y="12"/>
                  <a:pt x="23" y="16"/>
                </a:cubicBezTo>
                <a:cubicBezTo>
                  <a:pt x="37" y="15"/>
                  <a:pt x="25" y="21"/>
                  <a:pt x="26" y="29"/>
                </a:cubicBezTo>
                <a:cubicBezTo>
                  <a:pt x="20" y="30"/>
                  <a:pt x="14" y="33"/>
                  <a:pt x="7" y="34"/>
                </a:cubicBezTo>
                <a:cubicBezTo>
                  <a:pt x="6" y="34"/>
                  <a:pt x="7" y="32"/>
                  <a:pt x="5" y="33"/>
                </a:cubicBezTo>
                <a:cubicBezTo>
                  <a:pt x="1" y="33"/>
                  <a:pt x="0" y="39"/>
                  <a:pt x="2" y="42"/>
                </a:cubicBezTo>
                <a:cubicBezTo>
                  <a:pt x="4" y="42"/>
                  <a:pt x="4" y="42"/>
                  <a:pt x="6" y="42"/>
                </a:cubicBezTo>
                <a:cubicBezTo>
                  <a:pt x="7" y="41"/>
                  <a:pt x="7" y="39"/>
                  <a:pt x="8" y="37"/>
                </a:cubicBezTo>
                <a:cubicBezTo>
                  <a:pt x="14" y="35"/>
                  <a:pt x="20" y="32"/>
                  <a:pt x="27" y="31"/>
                </a:cubicBezTo>
                <a:cubicBezTo>
                  <a:pt x="27" y="34"/>
                  <a:pt x="29" y="36"/>
                  <a:pt x="31" y="38"/>
                </a:cubicBezTo>
                <a:cubicBezTo>
                  <a:pt x="30" y="41"/>
                  <a:pt x="27" y="39"/>
                  <a:pt x="25" y="41"/>
                </a:cubicBezTo>
                <a:cubicBezTo>
                  <a:pt x="25" y="45"/>
                  <a:pt x="29" y="46"/>
                  <a:pt x="32" y="45"/>
                </a:cubicBezTo>
                <a:cubicBezTo>
                  <a:pt x="32" y="43"/>
                  <a:pt x="31" y="43"/>
                  <a:pt x="31" y="42"/>
                </a:cubicBezTo>
                <a:cubicBezTo>
                  <a:pt x="32" y="41"/>
                  <a:pt x="32" y="39"/>
                  <a:pt x="33" y="39"/>
                </a:cubicBezTo>
                <a:cubicBezTo>
                  <a:pt x="35" y="40"/>
                  <a:pt x="39" y="39"/>
                  <a:pt x="41" y="40"/>
                </a:cubicBezTo>
                <a:cubicBezTo>
                  <a:pt x="42" y="44"/>
                  <a:pt x="39" y="43"/>
                  <a:pt x="39" y="46"/>
                </a:cubicBezTo>
                <a:cubicBezTo>
                  <a:pt x="40" y="49"/>
                  <a:pt x="47" y="49"/>
                  <a:pt x="46" y="44"/>
                </a:cubicBezTo>
                <a:cubicBezTo>
                  <a:pt x="46" y="43"/>
                  <a:pt x="43" y="44"/>
                  <a:pt x="44" y="42"/>
                </a:cubicBezTo>
                <a:cubicBezTo>
                  <a:pt x="43" y="41"/>
                  <a:pt x="44" y="40"/>
                  <a:pt x="44" y="39"/>
                </a:cubicBezTo>
                <a:cubicBezTo>
                  <a:pt x="48" y="39"/>
                  <a:pt x="50" y="38"/>
                  <a:pt x="53" y="37"/>
                </a:cubicBezTo>
                <a:cubicBezTo>
                  <a:pt x="54" y="38"/>
                  <a:pt x="54" y="39"/>
                  <a:pt x="55" y="40"/>
                </a:cubicBezTo>
                <a:cubicBezTo>
                  <a:pt x="54" y="42"/>
                  <a:pt x="53" y="42"/>
                  <a:pt x="53" y="44"/>
                </a:cubicBezTo>
                <a:cubicBezTo>
                  <a:pt x="56" y="46"/>
                  <a:pt x="60" y="43"/>
                  <a:pt x="60" y="40"/>
                </a:cubicBezTo>
                <a:cubicBezTo>
                  <a:pt x="60" y="38"/>
                  <a:pt x="57" y="40"/>
                  <a:pt x="56" y="39"/>
                </a:cubicBezTo>
                <a:cubicBezTo>
                  <a:pt x="56" y="38"/>
                  <a:pt x="55" y="37"/>
                  <a:pt x="55" y="36"/>
                </a:cubicBezTo>
                <a:cubicBezTo>
                  <a:pt x="58" y="35"/>
                  <a:pt x="59" y="33"/>
                  <a:pt x="62" y="33"/>
                </a:cubicBezTo>
                <a:cubicBezTo>
                  <a:pt x="65" y="34"/>
                  <a:pt x="64" y="36"/>
                  <a:pt x="65" y="39"/>
                </a:cubicBezTo>
                <a:cubicBezTo>
                  <a:pt x="68" y="39"/>
                  <a:pt x="70" y="38"/>
                  <a:pt x="71" y="34"/>
                </a:cubicBezTo>
                <a:cubicBezTo>
                  <a:pt x="68" y="32"/>
                  <a:pt x="64" y="35"/>
                  <a:pt x="64" y="31"/>
                </a:cubicBezTo>
                <a:cubicBezTo>
                  <a:pt x="66" y="30"/>
                  <a:pt x="67" y="28"/>
                  <a:pt x="69" y="27"/>
                </a:cubicBezTo>
                <a:cubicBezTo>
                  <a:pt x="70" y="27"/>
                  <a:pt x="71" y="27"/>
                  <a:pt x="72" y="27"/>
                </a:cubicBezTo>
                <a:cubicBezTo>
                  <a:pt x="72" y="29"/>
                  <a:pt x="72" y="31"/>
                  <a:pt x="74" y="31"/>
                </a:cubicBezTo>
                <a:cubicBezTo>
                  <a:pt x="78" y="32"/>
                  <a:pt x="78" y="26"/>
                  <a:pt x="76" y="24"/>
                </a:cubicBezTo>
                <a:cubicBezTo>
                  <a:pt x="73" y="24"/>
                  <a:pt x="72" y="27"/>
                  <a:pt x="69" y="25"/>
                </a:cubicBezTo>
                <a:cubicBezTo>
                  <a:pt x="70" y="23"/>
                  <a:pt x="69" y="20"/>
                  <a:pt x="70" y="19"/>
                </a:cubicBezTo>
                <a:cubicBezTo>
                  <a:pt x="74" y="18"/>
                  <a:pt x="79" y="17"/>
                  <a:pt x="83" y="17"/>
                </a:cubicBezTo>
                <a:cubicBezTo>
                  <a:pt x="85" y="19"/>
                  <a:pt x="90" y="21"/>
                  <a:pt x="92" y="17"/>
                </a:cubicBezTo>
                <a:cubicBezTo>
                  <a:pt x="91" y="13"/>
                  <a:pt x="90" y="10"/>
                  <a:pt x="87" y="10"/>
                </a:cubicBezTo>
                <a:close/>
                <a:moveTo>
                  <a:pt x="43" y="32"/>
                </a:moveTo>
                <a:cubicBezTo>
                  <a:pt x="38" y="31"/>
                  <a:pt x="34" y="21"/>
                  <a:pt x="39" y="18"/>
                </a:cubicBezTo>
                <a:cubicBezTo>
                  <a:pt x="44" y="16"/>
                  <a:pt x="52" y="19"/>
                  <a:pt x="52" y="23"/>
                </a:cubicBezTo>
                <a:cubicBezTo>
                  <a:pt x="53" y="28"/>
                  <a:pt x="47" y="32"/>
                  <a:pt x="43" y="32"/>
                </a:cubicBezTo>
                <a:close/>
                <a:moveTo>
                  <a:pt x="63" y="27"/>
                </a:moveTo>
                <a:cubicBezTo>
                  <a:pt x="55" y="27"/>
                  <a:pt x="59" y="13"/>
                  <a:pt x="64" y="18"/>
                </a:cubicBezTo>
                <a:cubicBezTo>
                  <a:pt x="64" y="21"/>
                  <a:pt x="65" y="25"/>
                  <a:pt x="63" y="27"/>
                </a:cubicBezTo>
                <a:close/>
                <a:moveTo>
                  <a:pt x="63" y="27"/>
                </a:moveTo>
                <a:cubicBezTo>
                  <a:pt x="63" y="27"/>
                  <a:pt x="63" y="27"/>
                  <a:pt x="63" y="27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6D4143E0-D195-5F45-ACD1-CEE970C598C2}"/>
              </a:ext>
            </a:extLst>
          </p:cNvPr>
          <p:cNvSpPr>
            <a:spLocks noEditPoints="1"/>
          </p:cNvSpPr>
          <p:nvPr/>
        </p:nvSpPr>
        <p:spPr bwMode="auto">
          <a:xfrm rot="21366453">
            <a:off x="4341879" y="2322417"/>
            <a:ext cx="459331" cy="493456"/>
          </a:xfrm>
          <a:custGeom>
            <a:avLst/>
            <a:gdLst/>
            <a:ahLst/>
            <a:cxnLst>
              <a:cxn ang="0">
                <a:pos x="261" y="74"/>
              </a:cxn>
              <a:cxn ang="0">
                <a:pos x="282" y="53"/>
              </a:cxn>
              <a:cxn ang="0">
                <a:pos x="261" y="32"/>
              </a:cxn>
              <a:cxn ang="0">
                <a:pos x="240" y="53"/>
              </a:cxn>
              <a:cxn ang="0">
                <a:pos x="244" y="65"/>
              </a:cxn>
              <a:cxn ang="0">
                <a:pos x="146" y="41"/>
              </a:cxn>
              <a:cxn ang="0">
                <a:pos x="162" y="21"/>
              </a:cxn>
              <a:cxn ang="0">
                <a:pos x="142" y="0"/>
              </a:cxn>
              <a:cxn ang="0">
                <a:pos x="121" y="21"/>
              </a:cxn>
              <a:cxn ang="0">
                <a:pos x="142" y="41"/>
              </a:cxn>
              <a:cxn ang="0">
                <a:pos x="144" y="41"/>
              </a:cxn>
              <a:cxn ang="0">
                <a:pos x="88" y="112"/>
              </a:cxn>
              <a:cxn ang="0">
                <a:pos x="90" y="105"/>
              </a:cxn>
              <a:cxn ang="0">
                <a:pos x="69" y="84"/>
              </a:cxn>
              <a:cxn ang="0">
                <a:pos x="48" y="105"/>
              </a:cxn>
              <a:cxn ang="0">
                <a:pos x="69" y="125"/>
              </a:cxn>
              <a:cxn ang="0">
                <a:pos x="85" y="118"/>
              </a:cxn>
              <a:cxn ang="0">
                <a:pos x="41" y="168"/>
              </a:cxn>
              <a:cxn ang="0">
                <a:pos x="41" y="164"/>
              </a:cxn>
              <a:cxn ang="0">
                <a:pos x="21" y="144"/>
              </a:cxn>
              <a:cxn ang="0">
                <a:pos x="0" y="164"/>
              </a:cxn>
              <a:cxn ang="0">
                <a:pos x="21" y="185"/>
              </a:cxn>
              <a:cxn ang="0">
                <a:pos x="41" y="169"/>
              </a:cxn>
              <a:cxn ang="0">
                <a:pos x="75" y="225"/>
              </a:cxn>
              <a:cxn ang="0">
                <a:pos x="62" y="220"/>
              </a:cxn>
              <a:cxn ang="0">
                <a:pos x="41" y="241"/>
              </a:cxn>
              <a:cxn ang="0">
                <a:pos x="62" y="262"/>
              </a:cxn>
              <a:cxn ang="0">
                <a:pos x="83" y="241"/>
              </a:cxn>
              <a:cxn ang="0">
                <a:pos x="78" y="228"/>
              </a:cxn>
              <a:cxn ang="0">
                <a:pos x="143" y="262"/>
              </a:cxn>
              <a:cxn ang="0">
                <a:pos x="127" y="283"/>
              </a:cxn>
              <a:cxn ang="0">
                <a:pos x="147" y="303"/>
              </a:cxn>
              <a:cxn ang="0">
                <a:pos x="168" y="283"/>
              </a:cxn>
              <a:cxn ang="0">
                <a:pos x="154" y="263"/>
              </a:cxn>
              <a:cxn ang="0">
                <a:pos x="222" y="242"/>
              </a:cxn>
              <a:cxn ang="0">
                <a:pos x="220" y="250"/>
              </a:cxn>
              <a:cxn ang="0">
                <a:pos x="241" y="271"/>
              </a:cxn>
              <a:cxn ang="0">
                <a:pos x="261" y="250"/>
              </a:cxn>
              <a:cxn ang="0">
                <a:pos x="241" y="229"/>
              </a:cxn>
              <a:cxn ang="0">
                <a:pos x="225" y="237"/>
              </a:cxn>
              <a:cxn ang="0">
                <a:pos x="228" y="162"/>
              </a:cxn>
              <a:cxn ang="0">
                <a:pos x="249" y="178"/>
              </a:cxn>
              <a:cxn ang="0">
                <a:pos x="269" y="157"/>
              </a:cxn>
              <a:cxn ang="0">
                <a:pos x="249" y="137"/>
              </a:cxn>
              <a:cxn ang="0">
                <a:pos x="229" y="151"/>
              </a:cxn>
              <a:cxn ang="0">
                <a:pos x="245" y="66"/>
              </a:cxn>
              <a:cxn ang="0">
                <a:pos x="261" y="74"/>
              </a:cxn>
              <a:cxn ang="0">
                <a:pos x="124" y="184"/>
              </a:cxn>
              <a:cxn ang="0">
                <a:pos x="115" y="176"/>
              </a:cxn>
              <a:cxn ang="0">
                <a:pos x="124" y="168"/>
              </a:cxn>
              <a:cxn ang="0">
                <a:pos x="132" y="176"/>
              </a:cxn>
              <a:cxn ang="0">
                <a:pos x="124" y="184"/>
              </a:cxn>
              <a:cxn ang="0">
                <a:pos x="168" y="145"/>
              </a:cxn>
              <a:cxn ang="0">
                <a:pos x="156" y="133"/>
              </a:cxn>
              <a:cxn ang="0">
                <a:pos x="168" y="121"/>
              </a:cxn>
              <a:cxn ang="0">
                <a:pos x="180" y="133"/>
              </a:cxn>
              <a:cxn ang="0">
                <a:pos x="168" y="145"/>
              </a:cxn>
              <a:cxn ang="0">
                <a:pos x="168" y="145"/>
              </a:cxn>
              <a:cxn ang="0">
                <a:pos x="168" y="145"/>
              </a:cxn>
            </a:cxnLst>
            <a:rect l="0" t="0" r="r" b="b"/>
            <a:pathLst>
              <a:path w="282" h="303">
                <a:moveTo>
                  <a:pt x="261" y="74"/>
                </a:moveTo>
                <a:cubicBezTo>
                  <a:pt x="272" y="74"/>
                  <a:pt x="282" y="64"/>
                  <a:pt x="282" y="53"/>
                </a:cubicBezTo>
                <a:cubicBezTo>
                  <a:pt x="282" y="41"/>
                  <a:pt x="272" y="32"/>
                  <a:pt x="261" y="32"/>
                </a:cubicBezTo>
                <a:cubicBezTo>
                  <a:pt x="249" y="32"/>
                  <a:pt x="240" y="41"/>
                  <a:pt x="240" y="53"/>
                </a:cubicBezTo>
                <a:cubicBezTo>
                  <a:pt x="240" y="57"/>
                  <a:pt x="242" y="61"/>
                  <a:pt x="244" y="65"/>
                </a:cubicBezTo>
                <a:cubicBezTo>
                  <a:pt x="217" y="86"/>
                  <a:pt x="165" y="114"/>
                  <a:pt x="146" y="41"/>
                </a:cubicBezTo>
                <a:cubicBezTo>
                  <a:pt x="155" y="39"/>
                  <a:pt x="162" y="31"/>
                  <a:pt x="162" y="21"/>
                </a:cubicBezTo>
                <a:cubicBezTo>
                  <a:pt x="162" y="9"/>
                  <a:pt x="153" y="0"/>
                  <a:pt x="142" y="0"/>
                </a:cubicBezTo>
                <a:cubicBezTo>
                  <a:pt x="130" y="0"/>
                  <a:pt x="121" y="9"/>
                  <a:pt x="121" y="21"/>
                </a:cubicBezTo>
                <a:cubicBezTo>
                  <a:pt x="121" y="32"/>
                  <a:pt x="130" y="41"/>
                  <a:pt x="142" y="41"/>
                </a:cubicBezTo>
                <a:cubicBezTo>
                  <a:pt x="142" y="41"/>
                  <a:pt x="143" y="41"/>
                  <a:pt x="144" y="41"/>
                </a:cubicBezTo>
                <a:cubicBezTo>
                  <a:pt x="143" y="95"/>
                  <a:pt x="145" y="143"/>
                  <a:pt x="88" y="112"/>
                </a:cubicBezTo>
                <a:cubicBezTo>
                  <a:pt x="89" y="110"/>
                  <a:pt x="90" y="107"/>
                  <a:pt x="90" y="105"/>
                </a:cubicBezTo>
                <a:cubicBezTo>
                  <a:pt x="90" y="93"/>
                  <a:pt x="81" y="84"/>
                  <a:pt x="69" y="84"/>
                </a:cubicBezTo>
                <a:cubicBezTo>
                  <a:pt x="58" y="84"/>
                  <a:pt x="48" y="93"/>
                  <a:pt x="48" y="105"/>
                </a:cubicBezTo>
                <a:cubicBezTo>
                  <a:pt x="48" y="116"/>
                  <a:pt x="58" y="125"/>
                  <a:pt x="69" y="125"/>
                </a:cubicBezTo>
                <a:cubicBezTo>
                  <a:pt x="75" y="125"/>
                  <a:pt x="81" y="123"/>
                  <a:pt x="85" y="118"/>
                </a:cubicBezTo>
                <a:cubicBezTo>
                  <a:pt x="119" y="159"/>
                  <a:pt x="102" y="167"/>
                  <a:pt x="41" y="168"/>
                </a:cubicBezTo>
                <a:cubicBezTo>
                  <a:pt x="41" y="167"/>
                  <a:pt x="41" y="166"/>
                  <a:pt x="41" y="164"/>
                </a:cubicBezTo>
                <a:cubicBezTo>
                  <a:pt x="41" y="153"/>
                  <a:pt x="32" y="144"/>
                  <a:pt x="21" y="144"/>
                </a:cubicBezTo>
                <a:cubicBezTo>
                  <a:pt x="9" y="144"/>
                  <a:pt x="0" y="153"/>
                  <a:pt x="0" y="164"/>
                </a:cubicBezTo>
                <a:cubicBezTo>
                  <a:pt x="0" y="176"/>
                  <a:pt x="9" y="185"/>
                  <a:pt x="21" y="185"/>
                </a:cubicBezTo>
                <a:cubicBezTo>
                  <a:pt x="31" y="185"/>
                  <a:pt x="39" y="178"/>
                  <a:pt x="41" y="169"/>
                </a:cubicBezTo>
                <a:cubicBezTo>
                  <a:pt x="82" y="184"/>
                  <a:pt x="92" y="196"/>
                  <a:pt x="75" y="225"/>
                </a:cubicBezTo>
                <a:cubicBezTo>
                  <a:pt x="71" y="222"/>
                  <a:pt x="67" y="220"/>
                  <a:pt x="62" y="220"/>
                </a:cubicBezTo>
                <a:cubicBezTo>
                  <a:pt x="51" y="220"/>
                  <a:pt x="41" y="230"/>
                  <a:pt x="41" y="241"/>
                </a:cubicBezTo>
                <a:cubicBezTo>
                  <a:pt x="41" y="253"/>
                  <a:pt x="51" y="262"/>
                  <a:pt x="62" y="262"/>
                </a:cubicBezTo>
                <a:cubicBezTo>
                  <a:pt x="74" y="262"/>
                  <a:pt x="83" y="253"/>
                  <a:pt x="83" y="241"/>
                </a:cubicBezTo>
                <a:cubicBezTo>
                  <a:pt x="83" y="236"/>
                  <a:pt x="81" y="232"/>
                  <a:pt x="78" y="228"/>
                </a:cubicBezTo>
                <a:cubicBezTo>
                  <a:pt x="121" y="197"/>
                  <a:pt x="141" y="198"/>
                  <a:pt x="143" y="262"/>
                </a:cubicBezTo>
                <a:cubicBezTo>
                  <a:pt x="134" y="264"/>
                  <a:pt x="127" y="273"/>
                  <a:pt x="127" y="283"/>
                </a:cubicBezTo>
                <a:cubicBezTo>
                  <a:pt x="127" y="294"/>
                  <a:pt x="136" y="303"/>
                  <a:pt x="147" y="303"/>
                </a:cubicBezTo>
                <a:cubicBezTo>
                  <a:pt x="159" y="303"/>
                  <a:pt x="168" y="294"/>
                  <a:pt x="168" y="283"/>
                </a:cubicBezTo>
                <a:cubicBezTo>
                  <a:pt x="168" y="273"/>
                  <a:pt x="162" y="265"/>
                  <a:pt x="154" y="263"/>
                </a:cubicBezTo>
                <a:cubicBezTo>
                  <a:pt x="172" y="230"/>
                  <a:pt x="188" y="225"/>
                  <a:pt x="222" y="242"/>
                </a:cubicBezTo>
                <a:cubicBezTo>
                  <a:pt x="221" y="244"/>
                  <a:pt x="220" y="247"/>
                  <a:pt x="220" y="250"/>
                </a:cubicBezTo>
                <a:cubicBezTo>
                  <a:pt x="220" y="261"/>
                  <a:pt x="229" y="271"/>
                  <a:pt x="241" y="271"/>
                </a:cubicBezTo>
                <a:cubicBezTo>
                  <a:pt x="252" y="271"/>
                  <a:pt x="261" y="261"/>
                  <a:pt x="261" y="250"/>
                </a:cubicBezTo>
                <a:cubicBezTo>
                  <a:pt x="261" y="238"/>
                  <a:pt x="252" y="229"/>
                  <a:pt x="241" y="229"/>
                </a:cubicBezTo>
                <a:cubicBezTo>
                  <a:pt x="234" y="229"/>
                  <a:pt x="229" y="232"/>
                  <a:pt x="225" y="237"/>
                </a:cubicBezTo>
                <a:cubicBezTo>
                  <a:pt x="200" y="211"/>
                  <a:pt x="182" y="177"/>
                  <a:pt x="228" y="162"/>
                </a:cubicBezTo>
                <a:cubicBezTo>
                  <a:pt x="230" y="171"/>
                  <a:pt x="239" y="178"/>
                  <a:pt x="249" y="178"/>
                </a:cubicBezTo>
                <a:cubicBezTo>
                  <a:pt x="260" y="178"/>
                  <a:pt x="269" y="169"/>
                  <a:pt x="269" y="157"/>
                </a:cubicBezTo>
                <a:cubicBezTo>
                  <a:pt x="269" y="146"/>
                  <a:pt x="260" y="137"/>
                  <a:pt x="249" y="137"/>
                </a:cubicBezTo>
                <a:cubicBezTo>
                  <a:pt x="239" y="137"/>
                  <a:pt x="232" y="142"/>
                  <a:pt x="229" y="151"/>
                </a:cubicBezTo>
                <a:cubicBezTo>
                  <a:pt x="199" y="129"/>
                  <a:pt x="226" y="89"/>
                  <a:pt x="245" y="66"/>
                </a:cubicBezTo>
                <a:cubicBezTo>
                  <a:pt x="249" y="71"/>
                  <a:pt x="255" y="74"/>
                  <a:pt x="261" y="74"/>
                </a:cubicBezTo>
                <a:close/>
                <a:moveTo>
                  <a:pt x="124" y="184"/>
                </a:moveTo>
                <a:cubicBezTo>
                  <a:pt x="119" y="184"/>
                  <a:pt x="115" y="181"/>
                  <a:pt x="115" y="176"/>
                </a:cubicBezTo>
                <a:cubicBezTo>
                  <a:pt x="115" y="172"/>
                  <a:pt x="119" y="168"/>
                  <a:pt x="124" y="168"/>
                </a:cubicBezTo>
                <a:cubicBezTo>
                  <a:pt x="128" y="168"/>
                  <a:pt x="132" y="172"/>
                  <a:pt x="132" y="176"/>
                </a:cubicBezTo>
                <a:cubicBezTo>
                  <a:pt x="132" y="181"/>
                  <a:pt x="128" y="184"/>
                  <a:pt x="124" y="184"/>
                </a:cubicBezTo>
                <a:close/>
                <a:moveTo>
                  <a:pt x="168" y="145"/>
                </a:moveTo>
                <a:cubicBezTo>
                  <a:pt x="161" y="145"/>
                  <a:pt x="156" y="140"/>
                  <a:pt x="156" y="133"/>
                </a:cubicBezTo>
                <a:cubicBezTo>
                  <a:pt x="156" y="126"/>
                  <a:pt x="161" y="121"/>
                  <a:pt x="168" y="121"/>
                </a:cubicBezTo>
                <a:cubicBezTo>
                  <a:pt x="175" y="121"/>
                  <a:pt x="180" y="126"/>
                  <a:pt x="180" y="133"/>
                </a:cubicBezTo>
                <a:cubicBezTo>
                  <a:pt x="180" y="140"/>
                  <a:pt x="175" y="145"/>
                  <a:pt x="168" y="145"/>
                </a:cubicBezTo>
                <a:close/>
                <a:moveTo>
                  <a:pt x="168" y="145"/>
                </a:moveTo>
                <a:cubicBezTo>
                  <a:pt x="168" y="145"/>
                  <a:pt x="168" y="145"/>
                  <a:pt x="168" y="145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13F3D464-3A00-284B-9D47-C090B5848CCA}"/>
              </a:ext>
            </a:extLst>
          </p:cNvPr>
          <p:cNvSpPr>
            <a:spLocks noEditPoints="1"/>
          </p:cNvSpPr>
          <p:nvPr/>
        </p:nvSpPr>
        <p:spPr bwMode="auto">
          <a:xfrm rot="5166453">
            <a:off x="4102086" y="3165448"/>
            <a:ext cx="850013" cy="465629"/>
          </a:xfrm>
          <a:custGeom>
            <a:avLst/>
            <a:gdLst/>
            <a:ahLst/>
            <a:cxnLst>
              <a:cxn ang="0">
                <a:pos x="83" y="15"/>
              </a:cxn>
              <a:cxn ang="0">
                <a:pos x="65" y="13"/>
              </a:cxn>
              <a:cxn ang="0">
                <a:pos x="71" y="10"/>
              </a:cxn>
              <a:cxn ang="0">
                <a:pos x="63" y="13"/>
              </a:cxn>
              <a:cxn ang="0">
                <a:pos x="56" y="6"/>
              </a:cxn>
              <a:cxn ang="0">
                <a:pos x="52" y="5"/>
              </a:cxn>
              <a:cxn ang="0">
                <a:pos x="53" y="10"/>
              </a:cxn>
              <a:cxn ang="0">
                <a:pos x="40" y="7"/>
              </a:cxn>
              <a:cxn ang="0">
                <a:pos x="36" y="4"/>
              </a:cxn>
              <a:cxn ang="0">
                <a:pos x="39" y="8"/>
              </a:cxn>
              <a:cxn ang="0">
                <a:pos x="31" y="17"/>
              </a:cxn>
              <a:cxn ang="0">
                <a:pos x="23" y="16"/>
              </a:cxn>
              <a:cxn ang="0">
                <a:pos x="7" y="34"/>
              </a:cxn>
              <a:cxn ang="0">
                <a:pos x="2" y="42"/>
              </a:cxn>
              <a:cxn ang="0">
                <a:pos x="8" y="37"/>
              </a:cxn>
              <a:cxn ang="0">
                <a:pos x="31" y="38"/>
              </a:cxn>
              <a:cxn ang="0">
                <a:pos x="32" y="45"/>
              </a:cxn>
              <a:cxn ang="0">
                <a:pos x="33" y="39"/>
              </a:cxn>
              <a:cxn ang="0">
                <a:pos x="39" y="46"/>
              </a:cxn>
              <a:cxn ang="0">
                <a:pos x="44" y="42"/>
              </a:cxn>
              <a:cxn ang="0">
                <a:pos x="53" y="37"/>
              </a:cxn>
              <a:cxn ang="0">
                <a:pos x="53" y="44"/>
              </a:cxn>
              <a:cxn ang="0">
                <a:pos x="56" y="39"/>
              </a:cxn>
              <a:cxn ang="0">
                <a:pos x="62" y="33"/>
              </a:cxn>
              <a:cxn ang="0">
                <a:pos x="71" y="34"/>
              </a:cxn>
              <a:cxn ang="0">
                <a:pos x="69" y="27"/>
              </a:cxn>
              <a:cxn ang="0">
                <a:pos x="74" y="31"/>
              </a:cxn>
              <a:cxn ang="0">
                <a:pos x="69" y="25"/>
              </a:cxn>
              <a:cxn ang="0">
                <a:pos x="83" y="17"/>
              </a:cxn>
              <a:cxn ang="0">
                <a:pos x="87" y="10"/>
              </a:cxn>
              <a:cxn ang="0">
                <a:pos x="39" y="18"/>
              </a:cxn>
              <a:cxn ang="0">
                <a:pos x="43" y="32"/>
              </a:cxn>
              <a:cxn ang="0">
                <a:pos x="64" y="18"/>
              </a:cxn>
              <a:cxn ang="0">
                <a:pos x="63" y="27"/>
              </a:cxn>
            </a:cxnLst>
            <a:rect l="0" t="0" r="r" b="b"/>
            <a:pathLst>
              <a:path w="92" h="49">
                <a:moveTo>
                  <a:pt x="87" y="10"/>
                </a:moveTo>
                <a:cubicBezTo>
                  <a:pt x="84" y="10"/>
                  <a:pt x="85" y="13"/>
                  <a:pt x="83" y="15"/>
                </a:cubicBezTo>
                <a:cubicBezTo>
                  <a:pt x="78" y="16"/>
                  <a:pt x="73" y="17"/>
                  <a:pt x="69" y="18"/>
                </a:cubicBezTo>
                <a:cubicBezTo>
                  <a:pt x="68" y="16"/>
                  <a:pt x="66" y="15"/>
                  <a:pt x="65" y="13"/>
                </a:cubicBezTo>
                <a:cubicBezTo>
                  <a:pt x="66" y="13"/>
                  <a:pt x="66" y="11"/>
                  <a:pt x="67" y="11"/>
                </a:cubicBezTo>
                <a:cubicBezTo>
                  <a:pt x="68" y="10"/>
                  <a:pt x="71" y="11"/>
                  <a:pt x="71" y="10"/>
                </a:cubicBezTo>
                <a:cubicBezTo>
                  <a:pt x="70" y="8"/>
                  <a:pt x="70" y="6"/>
                  <a:pt x="66" y="6"/>
                </a:cubicBezTo>
                <a:cubicBezTo>
                  <a:pt x="64" y="8"/>
                  <a:pt x="67" y="11"/>
                  <a:pt x="63" y="13"/>
                </a:cubicBezTo>
                <a:cubicBezTo>
                  <a:pt x="61" y="11"/>
                  <a:pt x="57" y="11"/>
                  <a:pt x="55" y="10"/>
                </a:cubicBezTo>
                <a:cubicBezTo>
                  <a:pt x="56" y="9"/>
                  <a:pt x="56" y="7"/>
                  <a:pt x="56" y="6"/>
                </a:cubicBezTo>
                <a:cubicBezTo>
                  <a:pt x="57" y="6"/>
                  <a:pt x="59" y="7"/>
                  <a:pt x="59" y="6"/>
                </a:cubicBezTo>
                <a:cubicBezTo>
                  <a:pt x="59" y="3"/>
                  <a:pt x="53" y="0"/>
                  <a:pt x="52" y="5"/>
                </a:cubicBezTo>
                <a:cubicBezTo>
                  <a:pt x="52" y="7"/>
                  <a:pt x="54" y="5"/>
                  <a:pt x="54" y="7"/>
                </a:cubicBezTo>
                <a:cubicBezTo>
                  <a:pt x="54" y="8"/>
                  <a:pt x="54" y="9"/>
                  <a:pt x="53" y="10"/>
                </a:cubicBezTo>
                <a:cubicBezTo>
                  <a:pt x="49" y="10"/>
                  <a:pt x="45" y="9"/>
                  <a:pt x="42" y="11"/>
                </a:cubicBezTo>
                <a:cubicBezTo>
                  <a:pt x="41" y="9"/>
                  <a:pt x="40" y="9"/>
                  <a:pt x="40" y="7"/>
                </a:cubicBezTo>
                <a:cubicBezTo>
                  <a:pt x="42" y="7"/>
                  <a:pt x="43" y="7"/>
                  <a:pt x="43" y="5"/>
                </a:cubicBezTo>
                <a:cubicBezTo>
                  <a:pt x="42" y="3"/>
                  <a:pt x="38" y="3"/>
                  <a:pt x="36" y="4"/>
                </a:cubicBezTo>
                <a:cubicBezTo>
                  <a:pt x="36" y="7"/>
                  <a:pt x="36" y="7"/>
                  <a:pt x="36" y="7"/>
                </a:cubicBezTo>
                <a:cubicBezTo>
                  <a:pt x="37" y="8"/>
                  <a:pt x="39" y="7"/>
                  <a:pt x="39" y="8"/>
                </a:cubicBezTo>
                <a:cubicBezTo>
                  <a:pt x="40" y="9"/>
                  <a:pt x="40" y="10"/>
                  <a:pt x="40" y="11"/>
                </a:cubicBezTo>
                <a:cubicBezTo>
                  <a:pt x="36" y="12"/>
                  <a:pt x="34" y="15"/>
                  <a:pt x="31" y="17"/>
                </a:cubicBezTo>
                <a:cubicBezTo>
                  <a:pt x="28" y="15"/>
                  <a:pt x="31" y="10"/>
                  <a:pt x="27" y="9"/>
                </a:cubicBezTo>
                <a:cubicBezTo>
                  <a:pt x="25" y="9"/>
                  <a:pt x="22" y="12"/>
                  <a:pt x="23" y="16"/>
                </a:cubicBezTo>
                <a:cubicBezTo>
                  <a:pt x="37" y="15"/>
                  <a:pt x="25" y="21"/>
                  <a:pt x="26" y="29"/>
                </a:cubicBezTo>
                <a:cubicBezTo>
                  <a:pt x="20" y="30"/>
                  <a:pt x="14" y="33"/>
                  <a:pt x="7" y="34"/>
                </a:cubicBezTo>
                <a:cubicBezTo>
                  <a:pt x="6" y="34"/>
                  <a:pt x="7" y="32"/>
                  <a:pt x="5" y="33"/>
                </a:cubicBezTo>
                <a:cubicBezTo>
                  <a:pt x="1" y="33"/>
                  <a:pt x="0" y="39"/>
                  <a:pt x="2" y="42"/>
                </a:cubicBezTo>
                <a:cubicBezTo>
                  <a:pt x="4" y="42"/>
                  <a:pt x="4" y="42"/>
                  <a:pt x="6" y="42"/>
                </a:cubicBezTo>
                <a:cubicBezTo>
                  <a:pt x="7" y="41"/>
                  <a:pt x="7" y="39"/>
                  <a:pt x="8" y="37"/>
                </a:cubicBezTo>
                <a:cubicBezTo>
                  <a:pt x="14" y="35"/>
                  <a:pt x="20" y="32"/>
                  <a:pt x="27" y="31"/>
                </a:cubicBezTo>
                <a:cubicBezTo>
                  <a:pt x="27" y="34"/>
                  <a:pt x="29" y="36"/>
                  <a:pt x="31" y="38"/>
                </a:cubicBezTo>
                <a:cubicBezTo>
                  <a:pt x="30" y="41"/>
                  <a:pt x="27" y="39"/>
                  <a:pt x="25" y="41"/>
                </a:cubicBezTo>
                <a:cubicBezTo>
                  <a:pt x="25" y="45"/>
                  <a:pt x="29" y="46"/>
                  <a:pt x="32" y="45"/>
                </a:cubicBezTo>
                <a:cubicBezTo>
                  <a:pt x="32" y="43"/>
                  <a:pt x="31" y="43"/>
                  <a:pt x="31" y="42"/>
                </a:cubicBezTo>
                <a:cubicBezTo>
                  <a:pt x="32" y="41"/>
                  <a:pt x="32" y="39"/>
                  <a:pt x="33" y="39"/>
                </a:cubicBezTo>
                <a:cubicBezTo>
                  <a:pt x="35" y="40"/>
                  <a:pt x="39" y="39"/>
                  <a:pt x="41" y="40"/>
                </a:cubicBezTo>
                <a:cubicBezTo>
                  <a:pt x="42" y="44"/>
                  <a:pt x="39" y="43"/>
                  <a:pt x="39" y="46"/>
                </a:cubicBezTo>
                <a:cubicBezTo>
                  <a:pt x="40" y="49"/>
                  <a:pt x="47" y="49"/>
                  <a:pt x="46" y="44"/>
                </a:cubicBezTo>
                <a:cubicBezTo>
                  <a:pt x="46" y="43"/>
                  <a:pt x="43" y="44"/>
                  <a:pt x="44" y="42"/>
                </a:cubicBezTo>
                <a:cubicBezTo>
                  <a:pt x="43" y="41"/>
                  <a:pt x="44" y="40"/>
                  <a:pt x="44" y="39"/>
                </a:cubicBezTo>
                <a:cubicBezTo>
                  <a:pt x="48" y="39"/>
                  <a:pt x="50" y="38"/>
                  <a:pt x="53" y="37"/>
                </a:cubicBezTo>
                <a:cubicBezTo>
                  <a:pt x="54" y="38"/>
                  <a:pt x="54" y="39"/>
                  <a:pt x="55" y="40"/>
                </a:cubicBezTo>
                <a:cubicBezTo>
                  <a:pt x="54" y="42"/>
                  <a:pt x="53" y="42"/>
                  <a:pt x="53" y="44"/>
                </a:cubicBezTo>
                <a:cubicBezTo>
                  <a:pt x="56" y="46"/>
                  <a:pt x="60" y="43"/>
                  <a:pt x="60" y="40"/>
                </a:cubicBezTo>
                <a:cubicBezTo>
                  <a:pt x="60" y="38"/>
                  <a:pt x="57" y="40"/>
                  <a:pt x="56" y="39"/>
                </a:cubicBezTo>
                <a:cubicBezTo>
                  <a:pt x="56" y="38"/>
                  <a:pt x="55" y="37"/>
                  <a:pt x="55" y="36"/>
                </a:cubicBezTo>
                <a:cubicBezTo>
                  <a:pt x="58" y="35"/>
                  <a:pt x="59" y="33"/>
                  <a:pt x="62" y="33"/>
                </a:cubicBezTo>
                <a:cubicBezTo>
                  <a:pt x="65" y="34"/>
                  <a:pt x="64" y="36"/>
                  <a:pt x="65" y="39"/>
                </a:cubicBezTo>
                <a:cubicBezTo>
                  <a:pt x="68" y="39"/>
                  <a:pt x="70" y="38"/>
                  <a:pt x="71" y="34"/>
                </a:cubicBezTo>
                <a:cubicBezTo>
                  <a:pt x="68" y="32"/>
                  <a:pt x="64" y="35"/>
                  <a:pt x="64" y="31"/>
                </a:cubicBezTo>
                <a:cubicBezTo>
                  <a:pt x="66" y="30"/>
                  <a:pt x="67" y="28"/>
                  <a:pt x="69" y="27"/>
                </a:cubicBezTo>
                <a:cubicBezTo>
                  <a:pt x="70" y="27"/>
                  <a:pt x="71" y="27"/>
                  <a:pt x="72" y="27"/>
                </a:cubicBezTo>
                <a:cubicBezTo>
                  <a:pt x="72" y="29"/>
                  <a:pt x="72" y="31"/>
                  <a:pt x="74" y="31"/>
                </a:cubicBezTo>
                <a:cubicBezTo>
                  <a:pt x="78" y="32"/>
                  <a:pt x="78" y="26"/>
                  <a:pt x="76" y="24"/>
                </a:cubicBezTo>
                <a:cubicBezTo>
                  <a:pt x="73" y="24"/>
                  <a:pt x="72" y="27"/>
                  <a:pt x="69" y="25"/>
                </a:cubicBezTo>
                <a:cubicBezTo>
                  <a:pt x="70" y="23"/>
                  <a:pt x="69" y="20"/>
                  <a:pt x="70" y="19"/>
                </a:cubicBezTo>
                <a:cubicBezTo>
                  <a:pt x="74" y="18"/>
                  <a:pt x="79" y="17"/>
                  <a:pt x="83" y="17"/>
                </a:cubicBezTo>
                <a:cubicBezTo>
                  <a:pt x="85" y="19"/>
                  <a:pt x="90" y="21"/>
                  <a:pt x="92" y="17"/>
                </a:cubicBezTo>
                <a:cubicBezTo>
                  <a:pt x="91" y="13"/>
                  <a:pt x="90" y="10"/>
                  <a:pt x="87" y="10"/>
                </a:cubicBezTo>
                <a:close/>
                <a:moveTo>
                  <a:pt x="43" y="32"/>
                </a:moveTo>
                <a:cubicBezTo>
                  <a:pt x="38" y="31"/>
                  <a:pt x="34" y="21"/>
                  <a:pt x="39" y="18"/>
                </a:cubicBezTo>
                <a:cubicBezTo>
                  <a:pt x="44" y="16"/>
                  <a:pt x="52" y="19"/>
                  <a:pt x="52" y="23"/>
                </a:cubicBezTo>
                <a:cubicBezTo>
                  <a:pt x="53" y="28"/>
                  <a:pt x="47" y="32"/>
                  <a:pt x="43" y="32"/>
                </a:cubicBezTo>
                <a:close/>
                <a:moveTo>
                  <a:pt x="63" y="27"/>
                </a:moveTo>
                <a:cubicBezTo>
                  <a:pt x="55" y="27"/>
                  <a:pt x="59" y="13"/>
                  <a:pt x="64" y="18"/>
                </a:cubicBezTo>
                <a:cubicBezTo>
                  <a:pt x="64" y="21"/>
                  <a:pt x="65" y="25"/>
                  <a:pt x="63" y="27"/>
                </a:cubicBezTo>
                <a:close/>
                <a:moveTo>
                  <a:pt x="63" y="27"/>
                </a:moveTo>
                <a:cubicBezTo>
                  <a:pt x="63" y="27"/>
                  <a:pt x="63" y="27"/>
                  <a:pt x="63" y="27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3A2298-21D9-3242-B3E0-9E2ADC0A3BEE}"/>
              </a:ext>
            </a:extLst>
          </p:cNvPr>
          <p:cNvSpPr>
            <a:spLocks noEditPoints="1"/>
          </p:cNvSpPr>
          <p:nvPr/>
        </p:nvSpPr>
        <p:spPr bwMode="auto">
          <a:xfrm rot="21366453">
            <a:off x="4778895" y="2804826"/>
            <a:ext cx="753811" cy="644563"/>
          </a:xfrm>
          <a:custGeom>
            <a:avLst/>
            <a:gdLst/>
            <a:ahLst/>
            <a:cxnLst>
              <a:cxn ang="0">
                <a:pos x="94" y="50"/>
              </a:cxn>
              <a:cxn ang="0">
                <a:pos x="77" y="48"/>
              </a:cxn>
              <a:cxn ang="0">
                <a:pos x="74" y="32"/>
              </a:cxn>
              <a:cxn ang="0">
                <a:pos x="86" y="26"/>
              </a:cxn>
              <a:cxn ang="0">
                <a:pos x="86" y="19"/>
              </a:cxn>
              <a:cxn ang="0">
                <a:pos x="83" y="23"/>
              </a:cxn>
              <a:cxn ang="0">
                <a:pos x="65" y="23"/>
              </a:cxn>
              <a:cxn ang="0">
                <a:pos x="74" y="11"/>
              </a:cxn>
              <a:cxn ang="0">
                <a:pos x="71" y="5"/>
              </a:cxn>
              <a:cxn ang="0">
                <a:pos x="70" y="10"/>
              </a:cxn>
              <a:cxn ang="0">
                <a:pos x="54" y="20"/>
              </a:cxn>
              <a:cxn ang="0">
                <a:pos x="57" y="10"/>
              </a:cxn>
              <a:cxn ang="0">
                <a:pos x="53" y="7"/>
              </a:cxn>
              <a:cxn ang="0">
                <a:pos x="54" y="10"/>
              </a:cxn>
              <a:cxn ang="0">
                <a:pos x="52" y="19"/>
              </a:cxn>
              <a:cxn ang="0">
                <a:pos x="35" y="8"/>
              </a:cxn>
              <a:cxn ang="0">
                <a:pos x="31" y="0"/>
              </a:cxn>
              <a:cxn ang="0">
                <a:pos x="31" y="10"/>
              </a:cxn>
              <a:cxn ang="0">
                <a:pos x="39" y="23"/>
              </a:cxn>
              <a:cxn ang="0">
                <a:pos x="20" y="23"/>
              </a:cxn>
              <a:cxn ang="0">
                <a:pos x="15" y="19"/>
              </a:cxn>
              <a:cxn ang="0">
                <a:pos x="18" y="25"/>
              </a:cxn>
              <a:cxn ang="0">
                <a:pos x="29" y="33"/>
              </a:cxn>
              <a:cxn ang="0">
                <a:pos x="11" y="43"/>
              </a:cxn>
              <a:cxn ang="0">
                <a:pos x="2" y="43"/>
              </a:cxn>
              <a:cxn ang="0">
                <a:pos x="11" y="47"/>
              </a:cxn>
              <a:cxn ang="0">
                <a:pos x="26" y="47"/>
              </a:cxn>
              <a:cxn ang="0">
                <a:pos x="17" y="56"/>
              </a:cxn>
              <a:cxn ang="0">
                <a:pos x="11" y="58"/>
              </a:cxn>
              <a:cxn ang="0">
                <a:pos x="18" y="59"/>
              </a:cxn>
              <a:cxn ang="0">
                <a:pos x="28" y="55"/>
              </a:cxn>
              <a:cxn ang="0">
                <a:pos x="33" y="71"/>
              </a:cxn>
              <a:cxn ang="0">
                <a:pos x="28" y="76"/>
              </a:cxn>
              <a:cxn ang="0">
                <a:pos x="35" y="73"/>
              </a:cxn>
              <a:cxn ang="0">
                <a:pos x="40" y="68"/>
              </a:cxn>
              <a:cxn ang="0">
                <a:pos x="47" y="83"/>
              </a:cxn>
              <a:cxn ang="0">
                <a:pos x="45" y="89"/>
              </a:cxn>
              <a:cxn ang="0">
                <a:pos x="50" y="84"/>
              </a:cxn>
              <a:cxn ang="0">
                <a:pos x="50" y="70"/>
              </a:cxn>
              <a:cxn ang="0">
                <a:pos x="61" y="69"/>
              </a:cxn>
              <a:cxn ang="0">
                <a:pos x="62" y="82"/>
              </a:cxn>
              <a:cxn ang="0">
                <a:pos x="69" y="84"/>
              </a:cxn>
              <a:cxn ang="0">
                <a:pos x="66" y="79"/>
              </a:cxn>
              <a:cxn ang="0">
                <a:pos x="69" y="64"/>
              </a:cxn>
              <a:cxn ang="0">
                <a:pos x="72" y="71"/>
              </a:cxn>
              <a:cxn ang="0">
                <a:pos x="77" y="70"/>
              </a:cxn>
              <a:cxn ang="0">
                <a:pos x="74" y="68"/>
              </a:cxn>
              <a:cxn ang="0">
                <a:pos x="76" y="53"/>
              </a:cxn>
              <a:cxn ang="0">
                <a:pos x="95" y="60"/>
              </a:cxn>
              <a:cxn ang="0">
                <a:pos x="103" y="49"/>
              </a:cxn>
              <a:cxn ang="0">
                <a:pos x="40" y="40"/>
              </a:cxn>
              <a:cxn ang="0">
                <a:pos x="48" y="40"/>
              </a:cxn>
              <a:cxn ang="0">
                <a:pos x="54" y="52"/>
              </a:cxn>
              <a:cxn ang="0">
                <a:pos x="54" y="46"/>
              </a:cxn>
              <a:cxn ang="0">
                <a:pos x="54" y="52"/>
              </a:cxn>
              <a:cxn ang="0">
                <a:pos x="60" y="36"/>
              </a:cxn>
              <a:cxn ang="0">
                <a:pos x="68" y="36"/>
              </a:cxn>
              <a:cxn ang="0">
                <a:pos x="64" y="40"/>
              </a:cxn>
            </a:cxnLst>
            <a:rect l="0" t="0" r="r" b="b"/>
            <a:pathLst>
              <a:path w="107" h="91">
                <a:moveTo>
                  <a:pt x="103" y="49"/>
                </a:moveTo>
                <a:cubicBezTo>
                  <a:pt x="100" y="47"/>
                  <a:pt x="96" y="47"/>
                  <a:pt x="94" y="50"/>
                </a:cubicBezTo>
                <a:cubicBezTo>
                  <a:pt x="94" y="51"/>
                  <a:pt x="93" y="51"/>
                  <a:pt x="93" y="51"/>
                </a:cubicBezTo>
                <a:cubicBezTo>
                  <a:pt x="77" y="48"/>
                  <a:pt x="77" y="48"/>
                  <a:pt x="77" y="48"/>
                </a:cubicBezTo>
                <a:cubicBezTo>
                  <a:pt x="77" y="47"/>
                  <a:pt x="77" y="46"/>
                  <a:pt x="77" y="45"/>
                </a:cubicBezTo>
                <a:cubicBezTo>
                  <a:pt x="77" y="40"/>
                  <a:pt x="76" y="36"/>
                  <a:pt x="74" y="32"/>
                </a:cubicBezTo>
                <a:cubicBezTo>
                  <a:pt x="84" y="25"/>
                  <a:pt x="84" y="25"/>
                  <a:pt x="84" y="25"/>
                </a:cubicBezTo>
                <a:cubicBezTo>
                  <a:pt x="85" y="26"/>
                  <a:pt x="86" y="26"/>
                  <a:pt x="86" y="26"/>
                </a:cubicBezTo>
                <a:cubicBezTo>
                  <a:pt x="88" y="26"/>
                  <a:pt x="90" y="24"/>
                  <a:pt x="90" y="22"/>
                </a:cubicBezTo>
                <a:cubicBezTo>
                  <a:pt x="89" y="20"/>
                  <a:pt x="88" y="19"/>
                  <a:pt x="86" y="19"/>
                </a:cubicBezTo>
                <a:cubicBezTo>
                  <a:pt x="84" y="19"/>
                  <a:pt x="82" y="21"/>
                  <a:pt x="82" y="23"/>
                </a:cubicBezTo>
                <a:cubicBezTo>
                  <a:pt x="82" y="23"/>
                  <a:pt x="83" y="23"/>
                  <a:pt x="83" y="23"/>
                </a:cubicBezTo>
                <a:cubicBezTo>
                  <a:pt x="72" y="30"/>
                  <a:pt x="72" y="30"/>
                  <a:pt x="72" y="30"/>
                </a:cubicBezTo>
                <a:cubicBezTo>
                  <a:pt x="70" y="27"/>
                  <a:pt x="68" y="25"/>
                  <a:pt x="65" y="23"/>
                </a:cubicBezTo>
                <a:cubicBezTo>
                  <a:pt x="72" y="11"/>
                  <a:pt x="72" y="11"/>
                  <a:pt x="72" y="11"/>
                </a:cubicBezTo>
                <a:cubicBezTo>
                  <a:pt x="73" y="11"/>
                  <a:pt x="74" y="11"/>
                  <a:pt x="74" y="11"/>
                </a:cubicBezTo>
                <a:cubicBezTo>
                  <a:pt x="76" y="10"/>
                  <a:pt x="77" y="8"/>
                  <a:pt x="76" y="6"/>
                </a:cubicBezTo>
                <a:cubicBezTo>
                  <a:pt x="75" y="4"/>
                  <a:pt x="73" y="4"/>
                  <a:pt x="71" y="5"/>
                </a:cubicBezTo>
                <a:cubicBezTo>
                  <a:pt x="69" y="6"/>
                  <a:pt x="68" y="8"/>
                  <a:pt x="69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62" y="22"/>
                  <a:pt x="62" y="22"/>
                  <a:pt x="62" y="22"/>
                </a:cubicBezTo>
                <a:cubicBezTo>
                  <a:pt x="60" y="21"/>
                  <a:pt x="57" y="20"/>
                  <a:pt x="54" y="20"/>
                </a:cubicBezTo>
                <a:cubicBezTo>
                  <a:pt x="56" y="11"/>
                  <a:pt x="56" y="11"/>
                  <a:pt x="56" y="11"/>
                </a:cubicBezTo>
                <a:cubicBezTo>
                  <a:pt x="56" y="11"/>
                  <a:pt x="57" y="10"/>
                  <a:pt x="57" y="10"/>
                </a:cubicBezTo>
                <a:cubicBezTo>
                  <a:pt x="58" y="9"/>
                  <a:pt x="58" y="7"/>
                  <a:pt x="57" y="6"/>
                </a:cubicBezTo>
                <a:cubicBezTo>
                  <a:pt x="56" y="5"/>
                  <a:pt x="54" y="5"/>
                  <a:pt x="53" y="7"/>
                </a:cubicBezTo>
                <a:cubicBezTo>
                  <a:pt x="52" y="8"/>
                  <a:pt x="52" y="9"/>
                  <a:pt x="53" y="10"/>
                </a:cubicBezTo>
                <a:cubicBezTo>
                  <a:pt x="54" y="10"/>
                  <a:pt x="54" y="10"/>
                  <a:pt x="54" y="10"/>
                </a:cubicBezTo>
                <a:cubicBezTo>
                  <a:pt x="52" y="20"/>
                  <a:pt x="52" y="20"/>
                  <a:pt x="52" y="20"/>
                </a:cubicBezTo>
                <a:cubicBezTo>
                  <a:pt x="52" y="20"/>
                  <a:pt x="52" y="19"/>
                  <a:pt x="52" y="19"/>
                </a:cubicBezTo>
                <a:cubicBezTo>
                  <a:pt x="48" y="19"/>
                  <a:pt x="45" y="20"/>
                  <a:pt x="42" y="21"/>
                </a:cubicBezTo>
                <a:cubicBezTo>
                  <a:pt x="35" y="8"/>
                  <a:pt x="35" y="8"/>
                  <a:pt x="35" y="8"/>
                </a:cubicBezTo>
                <a:cubicBezTo>
                  <a:pt x="36" y="7"/>
                  <a:pt x="36" y="6"/>
                  <a:pt x="36" y="5"/>
                </a:cubicBezTo>
                <a:cubicBezTo>
                  <a:pt x="36" y="2"/>
                  <a:pt x="34" y="0"/>
                  <a:pt x="31" y="0"/>
                </a:cubicBezTo>
                <a:cubicBezTo>
                  <a:pt x="28" y="0"/>
                  <a:pt x="26" y="2"/>
                  <a:pt x="26" y="5"/>
                </a:cubicBezTo>
                <a:cubicBezTo>
                  <a:pt x="26" y="8"/>
                  <a:pt x="29" y="10"/>
                  <a:pt x="31" y="10"/>
                </a:cubicBezTo>
                <a:cubicBezTo>
                  <a:pt x="32" y="10"/>
                  <a:pt x="32" y="10"/>
                  <a:pt x="32" y="10"/>
                </a:cubicBezTo>
                <a:cubicBezTo>
                  <a:pt x="39" y="23"/>
                  <a:pt x="39" y="23"/>
                  <a:pt x="39" y="23"/>
                </a:cubicBezTo>
                <a:cubicBezTo>
                  <a:pt x="36" y="25"/>
                  <a:pt x="33" y="28"/>
                  <a:pt x="30" y="31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1"/>
                  <a:pt x="20" y="20"/>
                </a:cubicBezTo>
                <a:cubicBezTo>
                  <a:pt x="19" y="19"/>
                  <a:pt x="17" y="18"/>
                  <a:pt x="15" y="19"/>
                </a:cubicBezTo>
                <a:cubicBezTo>
                  <a:pt x="13" y="19"/>
                  <a:pt x="12" y="21"/>
                  <a:pt x="13" y="23"/>
                </a:cubicBezTo>
                <a:cubicBezTo>
                  <a:pt x="14" y="25"/>
                  <a:pt x="16" y="26"/>
                  <a:pt x="18" y="25"/>
                </a:cubicBezTo>
                <a:cubicBezTo>
                  <a:pt x="18" y="25"/>
                  <a:pt x="18" y="25"/>
                  <a:pt x="19" y="25"/>
                </a:cubicBezTo>
                <a:cubicBezTo>
                  <a:pt x="29" y="33"/>
                  <a:pt x="29" y="33"/>
                  <a:pt x="29" y="33"/>
                </a:cubicBezTo>
                <a:cubicBezTo>
                  <a:pt x="28" y="36"/>
                  <a:pt x="27" y="39"/>
                  <a:pt x="26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0" y="42"/>
                  <a:pt x="9" y="41"/>
                  <a:pt x="8" y="41"/>
                </a:cubicBezTo>
                <a:cubicBezTo>
                  <a:pt x="6" y="39"/>
                  <a:pt x="3" y="40"/>
                  <a:pt x="2" y="43"/>
                </a:cubicBezTo>
                <a:cubicBezTo>
                  <a:pt x="0" y="45"/>
                  <a:pt x="1" y="48"/>
                  <a:pt x="4" y="49"/>
                </a:cubicBezTo>
                <a:cubicBezTo>
                  <a:pt x="6" y="51"/>
                  <a:pt x="9" y="50"/>
                  <a:pt x="11" y="47"/>
                </a:cubicBezTo>
                <a:cubicBezTo>
                  <a:pt x="11" y="47"/>
                  <a:pt x="11" y="47"/>
                  <a:pt x="11" y="47"/>
                </a:cubicBezTo>
                <a:cubicBezTo>
                  <a:pt x="26" y="47"/>
                  <a:pt x="26" y="47"/>
                  <a:pt x="26" y="47"/>
                </a:cubicBezTo>
                <a:cubicBezTo>
                  <a:pt x="26" y="49"/>
                  <a:pt x="27" y="51"/>
                  <a:pt x="27" y="52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6"/>
                  <a:pt x="16" y="55"/>
                  <a:pt x="15" y="55"/>
                </a:cubicBezTo>
                <a:cubicBezTo>
                  <a:pt x="13" y="55"/>
                  <a:pt x="11" y="56"/>
                  <a:pt x="11" y="58"/>
                </a:cubicBezTo>
                <a:cubicBezTo>
                  <a:pt x="11" y="60"/>
                  <a:pt x="12" y="62"/>
                  <a:pt x="14" y="62"/>
                </a:cubicBezTo>
                <a:cubicBezTo>
                  <a:pt x="16" y="63"/>
                  <a:pt x="18" y="61"/>
                  <a:pt x="18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28" y="55"/>
                  <a:pt x="28" y="55"/>
                  <a:pt x="28" y="55"/>
                </a:cubicBezTo>
                <a:cubicBezTo>
                  <a:pt x="30" y="59"/>
                  <a:pt x="33" y="63"/>
                  <a:pt x="38" y="66"/>
                </a:cubicBezTo>
                <a:cubicBezTo>
                  <a:pt x="33" y="71"/>
                  <a:pt x="33" y="71"/>
                  <a:pt x="33" y="71"/>
                </a:cubicBezTo>
                <a:cubicBezTo>
                  <a:pt x="32" y="71"/>
                  <a:pt x="31" y="71"/>
                  <a:pt x="30" y="71"/>
                </a:cubicBezTo>
                <a:cubicBezTo>
                  <a:pt x="28" y="72"/>
                  <a:pt x="27" y="74"/>
                  <a:pt x="28" y="76"/>
                </a:cubicBezTo>
                <a:cubicBezTo>
                  <a:pt x="29" y="78"/>
                  <a:pt x="31" y="79"/>
                  <a:pt x="33" y="78"/>
                </a:cubicBezTo>
                <a:cubicBezTo>
                  <a:pt x="35" y="77"/>
                  <a:pt x="36" y="75"/>
                  <a:pt x="35" y="73"/>
                </a:cubicBezTo>
                <a:cubicBezTo>
                  <a:pt x="35" y="73"/>
                  <a:pt x="35" y="73"/>
                  <a:pt x="35" y="73"/>
                </a:cubicBezTo>
                <a:cubicBezTo>
                  <a:pt x="40" y="68"/>
                  <a:pt x="40" y="68"/>
                  <a:pt x="40" y="68"/>
                </a:cubicBezTo>
                <a:cubicBezTo>
                  <a:pt x="42" y="69"/>
                  <a:pt x="45" y="70"/>
                  <a:pt x="48" y="70"/>
                </a:cubicBezTo>
                <a:cubicBezTo>
                  <a:pt x="47" y="83"/>
                  <a:pt x="47" y="83"/>
                  <a:pt x="47" y="83"/>
                </a:cubicBezTo>
                <a:cubicBezTo>
                  <a:pt x="46" y="83"/>
                  <a:pt x="45" y="84"/>
                  <a:pt x="44" y="84"/>
                </a:cubicBezTo>
                <a:cubicBezTo>
                  <a:pt x="43" y="86"/>
                  <a:pt x="44" y="88"/>
                  <a:pt x="45" y="89"/>
                </a:cubicBezTo>
                <a:cubicBezTo>
                  <a:pt x="47" y="91"/>
                  <a:pt x="49" y="90"/>
                  <a:pt x="50" y="89"/>
                </a:cubicBezTo>
                <a:cubicBezTo>
                  <a:pt x="51" y="87"/>
                  <a:pt x="51" y="85"/>
                  <a:pt x="50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50" y="70"/>
                  <a:pt x="50" y="70"/>
                  <a:pt x="50" y="70"/>
                </a:cubicBezTo>
                <a:cubicBezTo>
                  <a:pt x="51" y="70"/>
                  <a:pt x="51" y="70"/>
                  <a:pt x="52" y="70"/>
                </a:cubicBezTo>
                <a:cubicBezTo>
                  <a:pt x="55" y="70"/>
                  <a:pt x="58" y="70"/>
                  <a:pt x="61" y="69"/>
                </a:cubicBezTo>
                <a:cubicBezTo>
                  <a:pt x="64" y="80"/>
                  <a:pt x="64" y="80"/>
                  <a:pt x="64" y="80"/>
                </a:cubicBezTo>
                <a:cubicBezTo>
                  <a:pt x="63" y="81"/>
                  <a:pt x="63" y="81"/>
                  <a:pt x="62" y="82"/>
                </a:cubicBezTo>
                <a:cubicBezTo>
                  <a:pt x="62" y="84"/>
                  <a:pt x="63" y="86"/>
                  <a:pt x="65" y="86"/>
                </a:cubicBezTo>
                <a:cubicBezTo>
                  <a:pt x="67" y="87"/>
                  <a:pt x="69" y="86"/>
                  <a:pt x="69" y="84"/>
                </a:cubicBezTo>
                <a:cubicBezTo>
                  <a:pt x="70" y="82"/>
                  <a:pt x="69" y="80"/>
                  <a:pt x="67" y="80"/>
                </a:cubicBezTo>
                <a:cubicBezTo>
                  <a:pt x="67" y="79"/>
                  <a:pt x="66" y="79"/>
                  <a:pt x="66" y="79"/>
                </a:cubicBezTo>
                <a:cubicBezTo>
                  <a:pt x="63" y="68"/>
                  <a:pt x="63" y="68"/>
                  <a:pt x="63" y="68"/>
                </a:cubicBezTo>
                <a:cubicBezTo>
                  <a:pt x="65" y="67"/>
                  <a:pt x="67" y="65"/>
                  <a:pt x="69" y="64"/>
                </a:cubicBezTo>
                <a:cubicBezTo>
                  <a:pt x="72" y="69"/>
                  <a:pt x="72" y="69"/>
                  <a:pt x="72" y="69"/>
                </a:cubicBezTo>
                <a:cubicBezTo>
                  <a:pt x="72" y="70"/>
                  <a:pt x="72" y="70"/>
                  <a:pt x="72" y="71"/>
                </a:cubicBezTo>
                <a:cubicBezTo>
                  <a:pt x="72" y="72"/>
                  <a:pt x="73" y="73"/>
                  <a:pt x="75" y="73"/>
                </a:cubicBezTo>
                <a:cubicBezTo>
                  <a:pt x="76" y="73"/>
                  <a:pt x="77" y="71"/>
                  <a:pt x="77" y="70"/>
                </a:cubicBezTo>
                <a:cubicBezTo>
                  <a:pt x="77" y="69"/>
                  <a:pt x="75" y="68"/>
                  <a:pt x="74" y="68"/>
                </a:cubicBezTo>
                <a:cubicBezTo>
                  <a:pt x="74" y="68"/>
                  <a:pt x="74" y="68"/>
                  <a:pt x="74" y="68"/>
                </a:cubicBezTo>
                <a:cubicBezTo>
                  <a:pt x="70" y="63"/>
                  <a:pt x="70" y="63"/>
                  <a:pt x="70" y="63"/>
                </a:cubicBezTo>
                <a:cubicBezTo>
                  <a:pt x="73" y="60"/>
                  <a:pt x="75" y="57"/>
                  <a:pt x="76" y="53"/>
                </a:cubicBezTo>
                <a:cubicBezTo>
                  <a:pt x="93" y="56"/>
                  <a:pt x="93" y="56"/>
                  <a:pt x="93" y="56"/>
                </a:cubicBezTo>
                <a:cubicBezTo>
                  <a:pt x="93" y="57"/>
                  <a:pt x="94" y="59"/>
                  <a:pt x="95" y="60"/>
                </a:cubicBezTo>
                <a:cubicBezTo>
                  <a:pt x="98" y="62"/>
                  <a:pt x="102" y="61"/>
                  <a:pt x="104" y="58"/>
                </a:cubicBezTo>
                <a:cubicBezTo>
                  <a:pt x="107" y="55"/>
                  <a:pt x="106" y="51"/>
                  <a:pt x="103" y="49"/>
                </a:cubicBezTo>
                <a:close/>
                <a:moveTo>
                  <a:pt x="44" y="44"/>
                </a:moveTo>
                <a:cubicBezTo>
                  <a:pt x="42" y="44"/>
                  <a:pt x="40" y="42"/>
                  <a:pt x="40" y="40"/>
                </a:cubicBezTo>
                <a:cubicBezTo>
                  <a:pt x="40" y="38"/>
                  <a:pt x="42" y="36"/>
                  <a:pt x="44" y="36"/>
                </a:cubicBezTo>
                <a:cubicBezTo>
                  <a:pt x="46" y="36"/>
                  <a:pt x="48" y="38"/>
                  <a:pt x="48" y="40"/>
                </a:cubicBezTo>
                <a:cubicBezTo>
                  <a:pt x="48" y="42"/>
                  <a:pt x="46" y="44"/>
                  <a:pt x="44" y="44"/>
                </a:cubicBezTo>
                <a:close/>
                <a:moveTo>
                  <a:pt x="54" y="52"/>
                </a:moveTo>
                <a:cubicBezTo>
                  <a:pt x="52" y="52"/>
                  <a:pt x="51" y="51"/>
                  <a:pt x="51" y="49"/>
                </a:cubicBezTo>
                <a:cubicBezTo>
                  <a:pt x="51" y="48"/>
                  <a:pt x="52" y="46"/>
                  <a:pt x="54" y="46"/>
                </a:cubicBezTo>
                <a:cubicBezTo>
                  <a:pt x="55" y="46"/>
                  <a:pt x="56" y="48"/>
                  <a:pt x="56" y="49"/>
                </a:cubicBezTo>
                <a:cubicBezTo>
                  <a:pt x="56" y="51"/>
                  <a:pt x="55" y="52"/>
                  <a:pt x="54" y="52"/>
                </a:cubicBezTo>
                <a:close/>
                <a:moveTo>
                  <a:pt x="64" y="40"/>
                </a:moveTo>
                <a:cubicBezTo>
                  <a:pt x="62" y="40"/>
                  <a:pt x="60" y="38"/>
                  <a:pt x="60" y="36"/>
                </a:cubicBezTo>
                <a:cubicBezTo>
                  <a:pt x="60" y="34"/>
                  <a:pt x="62" y="32"/>
                  <a:pt x="64" y="32"/>
                </a:cubicBezTo>
                <a:cubicBezTo>
                  <a:pt x="66" y="32"/>
                  <a:pt x="68" y="34"/>
                  <a:pt x="68" y="36"/>
                </a:cubicBezTo>
                <a:cubicBezTo>
                  <a:pt x="68" y="38"/>
                  <a:pt x="66" y="40"/>
                  <a:pt x="64" y="40"/>
                </a:cubicBezTo>
                <a:close/>
                <a:moveTo>
                  <a:pt x="64" y="40"/>
                </a:moveTo>
                <a:cubicBezTo>
                  <a:pt x="64" y="40"/>
                  <a:pt x="64" y="40"/>
                  <a:pt x="64" y="40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E7C4777-4F21-0548-8A13-02C76BAEB7DA}"/>
              </a:ext>
            </a:extLst>
          </p:cNvPr>
          <p:cNvSpPr>
            <a:spLocks noEditPoints="1"/>
          </p:cNvSpPr>
          <p:nvPr/>
        </p:nvSpPr>
        <p:spPr bwMode="auto">
          <a:xfrm rot="21366453">
            <a:off x="5579388" y="2726514"/>
            <a:ext cx="459331" cy="392761"/>
          </a:xfrm>
          <a:custGeom>
            <a:avLst/>
            <a:gdLst/>
            <a:ahLst/>
            <a:cxnLst>
              <a:cxn ang="0">
                <a:pos x="94" y="50"/>
              </a:cxn>
              <a:cxn ang="0">
                <a:pos x="77" y="48"/>
              </a:cxn>
              <a:cxn ang="0">
                <a:pos x="74" y="32"/>
              </a:cxn>
              <a:cxn ang="0">
                <a:pos x="86" y="26"/>
              </a:cxn>
              <a:cxn ang="0">
                <a:pos x="86" y="19"/>
              </a:cxn>
              <a:cxn ang="0">
                <a:pos x="83" y="23"/>
              </a:cxn>
              <a:cxn ang="0">
                <a:pos x="65" y="23"/>
              </a:cxn>
              <a:cxn ang="0">
                <a:pos x="74" y="11"/>
              </a:cxn>
              <a:cxn ang="0">
                <a:pos x="71" y="5"/>
              </a:cxn>
              <a:cxn ang="0">
                <a:pos x="70" y="10"/>
              </a:cxn>
              <a:cxn ang="0">
                <a:pos x="54" y="20"/>
              </a:cxn>
              <a:cxn ang="0">
                <a:pos x="57" y="10"/>
              </a:cxn>
              <a:cxn ang="0">
                <a:pos x="53" y="7"/>
              </a:cxn>
              <a:cxn ang="0">
                <a:pos x="54" y="10"/>
              </a:cxn>
              <a:cxn ang="0">
                <a:pos x="52" y="19"/>
              </a:cxn>
              <a:cxn ang="0">
                <a:pos x="35" y="8"/>
              </a:cxn>
              <a:cxn ang="0">
                <a:pos x="31" y="0"/>
              </a:cxn>
              <a:cxn ang="0">
                <a:pos x="31" y="10"/>
              </a:cxn>
              <a:cxn ang="0">
                <a:pos x="39" y="23"/>
              </a:cxn>
              <a:cxn ang="0">
                <a:pos x="20" y="23"/>
              </a:cxn>
              <a:cxn ang="0">
                <a:pos x="15" y="19"/>
              </a:cxn>
              <a:cxn ang="0">
                <a:pos x="18" y="25"/>
              </a:cxn>
              <a:cxn ang="0">
                <a:pos x="29" y="33"/>
              </a:cxn>
              <a:cxn ang="0">
                <a:pos x="11" y="43"/>
              </a:cxn>
              <a:cxn ang="0">
                <a:pos x="2" y="43"/>
              </a:cxn>
              <a:cxn ang="0">
                <a:pos x="11" y="47"/>
              </a:cxn>
              <a:cxn ang="0">
                <a:pos x="26" y="47"/>
              </a:cxn>
              <a:cxn ang="0">
                <a:pos x="17" y="56"/>
              </a:cxn>
              <a:cxn ang="0">
                <a:pos x="11" y="58"/>
              </a:cxn>
              <a:cxn ang="0">
                <a:pos x="18" y="59"/>
              </a:cxn>
              <a:cxn ang="0">
                <a:pos x="28" y="55"/>
              </a:cxn>
              <a:cxn ang="0">
                <a:pos x="33" y="71"/>
              </a:cxn>
              <a:cxn ang="0">
                <a:pos x="28" y="76"/>
              </a:cxn>
              <a:cxn ang="0">
                <a:pos x="35" y="73"/>
              </a:cxn>
              <a:cxn ang="0">
                <a:pos x="40" y="68"/>
              </a:cxn>
              <a:cxn ang="0">
                <a:pos x="47" y="83"/>
              </a:cxn>
              <a:cxn ang="0">
                <a:pos x="45" y="89"/>
              </a:cxn>
              <a:cxn ang="0">
                <a:pos x="50" y="84"/>
              </a:cxn>
              <a:cxn ang="0">
                <a:pos x="50" y="70"/>
              </a:cxn>
              <a:cxn ang="0">
                <a:pos x="61" y="69"/>
              </a:cxn>
              <a:cxn ang="0">
                <a:pos x="62" y="82"/>
              </a:cxn>
              <a:cxn ang="0">
                <a:pos x="69" y="84"/>
              </a:cxn>
              <a:cxn ang="0">
                <a:pos x="66" y="79"/>
              </a:cxn>
              <a:cxn ang="0">
                <a:pos x="69" y="64"/>
              </a:cxn>
              <a:cxn ang="0">
                <a:pos x="72" y="71"/>
              </a:cxn>
              <a:cxn ang="0">
                <a:pos x="77" y="70"/>
              </a:cxn>
              <a:cxn ang="0">
                <a:pos x="74" y="68"/>
              </a:cxn>
              <a:cxn ang="0">
                <a:pos x="76" y="53"/>
              </a:cxn>
              <a:cxn ang="0">
                <a:pos x="95" y="60"/>
              </a:cxn>
              <a:cxn ang="0">
                <a:pos x="103" y="49"/>
              </a:cxn>
              <a:cxn ang="0">
                <a:pos x="40" y="40"/>
              </a:cxn>
              <a:cxn ang="0">
                <a:pos x="48" y="40"/>
              </a:cxn>
              <a:cxn ang="0">
                <a:pos x="54" y="52"/>
              </a:cxn>
              <a:cxn ang="0">
                <a:pos x="54" y="46"/>
              </a:cxn>
              <a:cxn ang="0">
                <a:pos x="54" y="52"/>
              </a:cxn>
              <a:cxn ang="0">
                <a:pos x="60" y="36"/>
              </a:cxn>
              <a:cxn ang="0">
                <a:pos x="68" y="36"/>
              </a:cxn>
              <a:cxn ang="0">
                <a:pos x="64" y="40"/>
              </a:cxn>
            </a:cxnLst>
            <a:rect l="0" t="0" r="r" b="b"/>
            <a:pathLst>
              <a:path w="107" h="91">
                <a:moveTo>
                  <a:pt x="103" y="49"/>
                </a:moveTo>
                <a:cubicBezTo>
                  <a:pt x="100" y="47"/>
                  <a:pt x="96" y="47"/>
                  <a:pt x="94" y="50"/>
                </a:cubicBezTo>
                <a:cubicBezTo>
                  <a:pt x="94" y="51"/>
                  <a:pt x="93" y="51"/>
                  <a:pt x="93" y="51"/>
                </a:cubicBezTo>
                <a:cubicBezTo>
                  <a:pt x="77" y="48"/>
                  <a:pt x="77" y="48"/>
                  <a:pt x="77" y="48"/>
                </a:cubicBezTo>
                <a:cubicBezTo>
                  <a:pt x="77" y="47"/>
                  <a:pt x="77" y="46"/>
                  <a:pt x="77" y="45"/>
                </a:cubicBezTo>
                <a:cubicBezTo>
                  <a:pt x="77" y="40"/>
                  <a:pt x="76" y="36"/>
                  <a:pt x="74" y="32"/>
                </a:cubicBezTo>
                <a:cubicBezTo>
                  <a:pt x="84" y="25"/>
                  <a:pt x="84" y="25"/>
                  <a:pt x="84" y="25"/>
                </a:cubicBezTo>
                <a:cubicBezTo>
                  <a:pt x="85" y="26"/>
                  <a:pt x="86" y="26"/>
                  <a:pt x="86" y="26"/>
                </a:cubicBezTo>
                <a:cubicBezTo>
                  <a:pt x="88" y="26"/>
                  <a:pt x="90" y="24"/>
                  <a:pt x="90" y="22"/>
                </a:cubicBezTo>
                <a:cubicBezTo>
                  <a:pt x="89" y="20"/>
                  <a:pt x="88" y="19"/>
                  <a:pt x="86" y="19"/>
                </a:cubicBezTo>
                <a:cubicBezTo>
                  <a:pt x="84" y="19"/>
                  <a:pt x="82" y="21"/>
                  <a:pt x="82" y="23"/>
                </a:cubicBezTo>
                <a:cubicBezTo>
                  <a:pt x="82" y="23"/>
                  <a:pt x="83" y="23"/>
                  <a:pt x="83" y="23"/>
                </a:cubicBezTo>
                <a:cubicBezTo>
                  <a:pt x="72" y="30"/>
                  <a:pt x="72" y="30"/>
                  <a:pt x="72" y="30"/>
                </a:cubicBezTo>
                <a:cubicBezTo>
                  <a:pt x="70" y="27"/>
                  <a:pt x="68" y="25"/>
                  <a:pt x="65" y="23"/>
                </a:cubicBezTo>
                <a:cubicBezTo>
                  <a:pt x="72" y="11"/>
                  <a:pt x="72" y="11"/>
                  <a:pt x="72" y="11"/>
                </a:cubicBezTo>
                <a:cubicBezTo>
                  <a:pt x="73" y="11"/>
                  <a:pt x="74" y="11"/>
                  <a:pt x="74" y="11"/>
                </a:cubicBezTo>
                <a:cubicBezTo>
                  <a:pt x="76" y="10"/>
                  <a:pt x="77" y="8"/>
                  <a:pt x="76" y="6"/>
                </a:cubicBezTo>
                <a:cubicBezTo>
                  <a:pt x="75" y="4"/>
                  <a:pt x="73" y="4"/>
                  <a:pt x="71" y="5"/>
                </a:cubicBezTo>
                <a:cubicBezTo>
                  <a:pt x="69" y="6"/>
                  <a:pt x="68" y="8"/>
                  <a:pt x="69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62" y="22"/>
                  <a:pt x="62" y="22"/>
                  <a:pt x="62" y="22"/>
                </a:cubicBezTo>
                <a:cubicBezTo>
                  <a:pt x="60" y="21"/>
                  <a:pt x="57" y="20"/>
                  <a:pt x="54" y="20"/>
                </a:cubicBezTo>
                <a:cubicBezTo>
                  <a:pt x="56" y="11"/>
                  <a:pt x="56" y="11"/>
                  <a:pt x="56" y="11"/>
                </a:cubicBezTo>
                <a:cubicBezTo>
                  <a:pt x="56" y="11"/>
                  <a:pt x="57" y="10"/>
                  <a:pt x="57" y="10"/>
                </a:cubicBezTo>
                <a:cubicBezTo>
                  <a:pt x="58" y="9"/>
                  <a:pt x="58" y="7"/>
                  <a:pt x="57" y="6"/>
                </a:cubicBezTo>
                <a:cubicBezTo>
                  <a:pt x="56" y="5"/>
                  <a:pt x="54" y="5"/>
                  <a:pt x="53" y="7"/>
                </a:cubicBezTo>
                <a:cubicBezTo>
                  <a:pt x="52" y="8"/>
                  <a:pt x="52" y="9"/>
                  <a:pt x="53" y="10"/>
                </a:cubicBezTo>
                <a:cubicBezTo>
                  <a:pt x="54" y="10"/>
                  <a:pt x="54" y="10"/>
                  <a:pt x="54" y="10"/>
                </a:cubicBezTo>
                <a:cubicBezTo>
                  <a:pt x="52" y="20"/>
                  <a:pt x="52" y="20"/>
                  <a:pt x="52" y="20"/>
                </a:cubicBezTo>
                <a:cubicBezTo>
                  <a:pt x="52" y="20"/>
                  <a:pt x="52" y="19"/>
                  <a:pt x="52" y="19"/>
                </a:cubicBezTo>
                <a:cubicBezTo>
                  <a:pt x="48" y="19"/>
                  <a:pt x="45" y="20"/>
                  <a:pt x="42" y="21"/>
                </a:cubicBezTo>
                <a:cubicBezTo>
                  <a:pt x="35" y="8"/>
                  <a:pt x="35" y="8"/>
                  <a:pt x="35" y="8"/>
                </a:cubicBezTo>
                <a:cubicBezTo>
                  <a:pt x="36" y="7"/>
                  <a:pt x="36" y="6"/>
                  <a:pt x="36" y="5"/>
                </a:cubicBezTo>
                <a:cubicBezTo>
                  <a:pt x="36" y="2"/>
                  <a:pt x="34" y="0"/>
                  <a:pt x="31" y="0"/>
                </a:cubicBezTo>
                <a:cubicBezTo>
                  <a:pt x="28" y="0"/>
                  <a:pt x="26" y="2"/>
                  <a:pt x="26" y="5"/>
                </a:cubicBezTo>
                <a:cubicBezTo>
                  <a:pt x="26" y="8"/>
                  <a:pt x="29" y="10"/>
                  <a:pt x="31" y="10"/>
                </a:cubicBezTo>
                <a:cubicBezTo>
                  <a:pt x="32" y="10"/>
                  <a:pt x="32" y="10"/>
                  <a:pt x="32" y="10"/>
                </a:cubicBezTo>
                <a:cubicBezTo>
                  <a:pt x="39" y="23"/>
                  <a:pt x="39" y="23"/>
                  <a:pt x="39" y="23"/>
                </a:cubicBezTo>
                <a:cubicBezTo>
                  <a:pt x="36" y="25"/>
                  <a:pt x="33" y="28"/>
                  <a:pt x="30" y="31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1"/>
                  <a:pt x="20" y="20"/>
                </a:cubicBezTo>
                <a:cubicBezTo>
                  <a:pt x="19" y="19"/>
                  <a:pt x="17" y="18"/>
                  <a:pt x="15" y="19"/>
                </a:cubicBezTo>
                <a:cubicBezTo>
                  <a:pt x="13" y="19"/>
                  <a:pt x="12" y="21"/>
                  <a:pt x="13" y="23"/>
                </a:cubicBezTo>
                <a:cubicBezTo>
                  <a:pt x="14" y="25"/>
                  <a:pt x="16" y="26"/>
                  <a:pt x="18" y="25"/>
                </a:cubicBezTo>
                <a:cubicBezTo>
                  <a:pt x="18" y="25"/>
                  <a:pt x="18" y="25"/>
                  <a:pt x="19" y="25"/>
                </a:cubicBezTo>
                <a:cubicBezTo>
                  <a:pt x="29" y="33"/>
                  <a:pt x="29" y="33"/>
                  <a:pt x="29" y="33"/>
                </a:cubicBezTo>
                <a:cubicBezTo>
                  <a:pt x="28" y="36"/>
                  <a:pt x="27" y="39"/>
                  <a:pt x="26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0" y="42"/>
                  <a:pt x="9" y="41"/>
                  <a:pt x="8" y="41"/>
                </a:cubicBezTo>
                <a:cubicBezTo>
                  <a:pt x="6" y="39"/>
                  <a:pt x="3" y="40"/>
                  <a:pt x="2" y="43"/>
                </a:cubicBezTo>
                <a:cubicBezTo>
                  <a:pt x="0" y="45"/>
                  <a:pt x="1" y="48"/>
                  <a:pt x="4" y="49"/>
                </a:cubicBezTo>
                <a:cubicBezTo>
                  <a:pt x="6" y="51"/>
                  <a:pt x="9" y="50"/>
                  <a:pt x="11" y="47"/>
                </a:cubicBezTo>
                <a:cubicBezTo>
                  <a:pt x="11" y="47"/>
                  <a:pt x="11" y="47"/>
                  <a:pt x="11" y="47"/>
                </a:cubicBezTo>
                <a:cubicBezTo>
                  <a:pt x="26" y="47"/>
                  <a:pt x="26" y="47"/>
                  <a:pt x="26" y="47"/>
                </a:cubicBezTo>
                <a:cubicBezTo>
                  <a:pt x="26" y="49"/>
                  <a:pt x="27" y="51"/>
                  <a:pt x="27" y="52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6"/>
                  <a:pt x="16" y="55"/>
                  <a:pt x="15" y="55"/>
                </a:cubicBezTo>
                <a:cubicBezTo>
                  <a:pt x="13" y="55"/>
                  <a:pt x="11" y="56"/>
                  <a:pt x="11" y="58"/>
                </a:cubicBezTo>
                <a:cubicBezTo>
                  <a:pt x="11" y="60"/>
                  <a:pt x="12" y="62"/>
                  <a:pt x="14" y="62"/>
                </a:cubicBezTo>
                <a:cubicBezTo>
                  <a:pt x="16" y="63"/>
                  <a:pt x="18" y="61"/>
                  <a:pt x="18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28" y="55"/>
                  <a:pt x="28" y="55"/>
                  <a:pt x="28" y="55"/>
                </a:cubicBezTo>
                <a:cubicBezTo>
                  <a:pt x="30" y="59"/>
                  <a:pt x="33" y="63"/>
                  <a:pt x="38" y="66"/>
                </a:cubicBezTo>
                <a:cubicBezTo>
                  <a:pt x="33" y="71"/>
                  <a:pt x="33" y="71"/>
                  <a:pt x="33" y="71"/>
                </a:cubicBezTo>
                <a:cubicBezTo>
                  <a:pt x="32" y="71"/>
                  <a:pt x="31" y="71"/>
                  <a:pt x="30" y="71"/>
                </a:cubicBezTo>
                <a:cubicBezTo>
                  <a:pt x="28" y="72"/>
                  <a:pt x="27" y="74"/>
                  <a:pt x="28" y="76"/>
                </a:cubicBezTo>
                <a:cubicBezTo>
                  <a:pt x="29" y="78"/>
                  <a:pt x="31" y="79"/>
                  <a:pt x="33" y="78"/>
                </a:cubicBezTo>
                <a:cubicBezTo>
                  <a:pt x="35" y="77"/>
                  <a:pt x="36" y="75"/>
                  <a:pt x="35" y="73"/>
                </a:cubicBezTo>
                <a:cubicBezTo>
                  <a:pt x="35" y="73"/>
                  <a:pt x="35" y="73"/>
                  <a:pt x="35" y="73"/>
                </a:cubicBezTo>
                <a:cubicBezTo>
                  <a:pt x="40" y="68"/>
                  <a:pt x="40" y="68"/>
                  <a:pt x="40" y="68"/>
                </a:cubicBezTo>
                <a:cubicBezTo>
                  <a:pt x="42" y="69"/>
                  <a:pt x="45" y="70"/>
                  <a:pt x="48" y="70"/>
                </a:cubicBezTo>
                <a:cubicBezTo>
                  <a:pt x="47" y="83"/>
                  <a:pt x="47" y="83"/>
                  <a:pt x="47" y="83"/>
                </a:cubicBezTo>
                <a:cubicBezTo>
                  <a:pt x="46" y="83"/>
                  <a:pt x="45" y="84"/>
                  <a:pt x="44" y="84"/>
                </a:cubicBezTo>
                <a:cubicBezTo>
                  <a:pt x="43" y="86"/>
                  <a:pt x="44" y="88"/>
                  <a:pt x="45" y="89"/>
                </a:cubicBezTo>
                <a:cubicBezTo>
                  <a:pt x="47" y="91"/>
                  <a:pt x="49" y="90"/>
                  <a:pt x="50" y="89"/>
                </a:cubicBezTo>
                <a:cubicBezTo>
                  <a:pt x="51" y="87"/>
                  <a:pt x="51" y="85"/>
                  <a:pt x="50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50" y="70"/>
                  <a:pt x="50" y="70"/>
                  <a:pt x="50" y="70"/>
                </a:cubicBezTo>
                <a:cubicBezTo>
                  <a:pt x="51" y="70"/>
                  <a:pt x="51" y="70"/>
                  <a:pt x="52" y="70"/>
                </a:cubicBezTo>
                <a:cubicBezTo>
                  <a:pt x="55" y="70"/>
                  <a:pt x="58" y="70"/>
                  <a:pt x="61" y="69"/>
                </a:cubicBezTo>
                <a:cubicBezTo>
                  <a:pt x="64" y="80"/>
                  <a:pt x="64" y="80"/>
                  <a:pt x="64" y="80"/>
                </a:cubicBezTo>
                <a:cubicBezTo>
                  <a:pt x="63" y="81"/>
                  <a:pt x="63" y="81"/>
                  <a:pt x="62" y="82"/>
                </a:cubicBezTo>
                <a:cubicBezTo>
                  <a:pt x="62" y="84"/>
                  <a:pt x="63" y="86"/>
                  <a:pt x="65" y="86"/>
                </a:cubicBezTo>
                <a:cubicBezTo>
                  <a:pt x="67" y="87"/>
                  <a:pt x="69" y="86"/>
                  <a:pt x="69" y="84"/>
                </a:cubicBezTo>
                <a:cubicBezTo>
                  <a:pt x="70" y="82"/>
                  <a:pt x="69" y="80"/>
                  <a:pt x="67" y="80"/>
                </a:cubicBezTo>
                <a:cubicBezTo>
                  <a:pt x="67" y="79"/>
                  <a:pt x="66" y="79"/>
                  <a:pt x="66" y="79"/>
                </a:cubicBezTo>
                <a:cubicBezTo>
                  <a:pt x="63" y="68"/>
                  <a:pt x="63" y="68"/>
                  <a:pt x="63" y="68"/>
                </a:cubicBezTo>
                <a:cubicBezTo>
                  <a:pt x="65" y="67"/>
                  <a:pt x="67" y="65"/>
                  <a:pt x="69" y="64"/>
                </a:cubicBezTo>
                <a:cubicBezTo>
                  <a:pt x="72" y="69"/>
                  <a:pt x="72" y="69"/>
                  <a:pt x="72" y="69"/>
                </a:cubicBezTo>
                <a:cubicBezTo>
                  <a:pt x="72" y="70"/>
                  <a:pt x="72" y="70"/>
                  <a:pt x="72" y="71"/>
                </a:cubicBezTo>
                <a:cubicBezTo>
                  <a:pt x="72" y="72"/>
                  <a:pt x="73" y="73"/>
                  <a:pt x="75" y="73"/>
                </a:cubicBezTo>
                <a:cubicBezTo>
                  <a:pt x="76" y="73"/>
                  <a:pt x="77" y="71"/>
                  <a:pt x="77" y="70"/>
                </a:cubicBezTo>
                <a:cubicBezTo>
                  <a:pt x="77" y="69"/>
                  <a:pt x="75" y="68"/>
                  <a:pt x="74" y="68"/>
                </a:cubicBezTo>
                <a:cubicBezTo>
                  <a:pt x="74" y="68"/>
                  <a:pt x="74" y="68"/>
                  <a:pt x="74" y="68"/>
                </a:cubicBezTo>
                <a:cubicBezTo>
                  <a:pt x="70" y="63"/>
                  <a:pt x="70" y="63"/>
                  <a:pt x="70" y="63"/>
                </a:cubicBezTo>
                <a:cubicBezTo>
                  <a:pt x="73" y="60"/>
                  <a:pt x="75" y="57"/>
                  <a:pt x="76" y="53"/>
                </a:cubicBezTo>
                <a:cubicBezTo>
                  <a:pt x="93" y="56"/>
                  <a:pt x="93" y="56"/>
                  <a:pt x="93" y="56"/>
                </a:cubicBezTo>
                <a:cubicBezTo>
                  <a:pt x="93" y="57"/>
                  <a:pt x="94" y="59"/>
                  <a:pt x="95" y="60"/>
                </a:cubicBezTo>
                <a:cubicBezTo>
                  <a:pt x="98" y="62"/>
                  <a:pt x="102" y="61"/>
                  <a:pt x="104" y="58"/>
                </a:cubicBezTo>
                <a:cubicBezTo>
                  <a:pt x="107" y="55"/>
                  <a:pt x="106" y="51"/>
                  <a:pt x="103" y="49"/>
                </a:cubicBezTo>
                <a:close/>
                <a:moveTo>
                  <a:pt x="44" y="44"/>
                </a:moveTo>
                <a:cubicBezTo>
                  <a:pt x="42" y="44"/>
                  <a:pt x="40" y="42"/>
                  <a:pt x="40" y="40"/>
                </a:cubicBezTo>
                <a:cubicBezTo>
                  <a:pt x="40" y="38"/>
                  <a:pt x="42" y="36"/>
                  <a:pt x="44" y="36"/>
                </a:cubicBezTo>
                <a:cubicBezTo>
                  <a:pt x="46" y="36"/>
                  <a:pt x="48" y="38"/>
                  <a:pt x="48" y="40"/>
                </a:cubicBezTo>
                <a:cubicBezTo>
                  <a:pt x="48" y="42"/>
                  <a:pt x="46" y="44"/>
                  <a:pt x="44" y="44"/>
                </a:cubicBezTo>
                <a:close/>
                <a:moveTo>
                  <a:pt x="54" y="52"/>
                </a:moveTo>
                <a:cubicBezTo>
                  <a:pt x="52" y="52"/>
                  <a:pt x="51" y="51"/>
                  <a:pt x="51" y="49"/>
                </a:cubicBezTo>
                <a:cubicBezTo>
                  <a:pt x="51" y="48"/>
                  <a:pt x="52" y="46"/>
                  <a:pt x="54" y="46"/>
                </a:cubicBezTo>
                <a:cubicBezTo>
                  <a:pt x="55" y="46"/>
                  <a:pt x="56" y="48"/>
                  <a:pt x="56" y="49"/>
                </a:cubicBezTo>
                <a:cubicBezTo>
                  <a:pt x="56" y="51"/>
                  <a:pt x="55" y="52"/>
                  <a:pt x="54" y="52"/>
                </a:cubicBezTo>
                <a:close/>
                <a:moveTo>
                  <a:pt x="64" y="40"/>
                </a:moveTo>
                <a:cubicBezTo>
                  <a:pt x="62" y="40"/>
                  <a:pt x="60" y="38"/>
                  <a:pt x="60" y="36"/>
                </a:cubicBezTo>
                <a:cubicBezTo>
                  <a:pt x="60" y="34"/>
                  <a:pt x="62" y="32"/>
                  <a:pt x="64" y="32"/>
                </a:cubicBezTo>
                <a:cubicBezTo>
                  <a:pt x="66" y="32"/>
                  <a:pt x="68" y="34"/>
                  <a:pt x="68" y="36"/>
                </a:cubicBezTo>
                <a:cubicBezTo>
                  <a:pt x="68" y="38"/>
                  <a:pt x="66" y="40"/>
                  <a:pt x="64" y="40"/>
                </a:cubicBezTo>
                <a:close/>
                <a:moveTo>
                  <a:pt x="64" y="40"/>
                </a:moveTo>
                <a:cubicBezTo>
                  <a:pt x="64" y="40"/>
                  <a:pt x="64" y="40"/>
                  <a:pt x="64" y="40"/>
                </a:cubicBezTo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D90FD4C4-189C-CB4A-A402-208F6750A92F}"/>
              </a:ext>
            </a:extLst>
          </p:cNvPr>
          <p:cNvSpPr>
            <a:spLocks noEditPoints="1"/>
          </p:cNvSpPr>
          <p:nvPr/>
        </p:nvSpPr>
        <p:spPr bwMode="auto">
          <a:xfrm rot="17122296">
            <a:off x="4843785" y="3540349"/>
            <a:ext cx="459331" cy="493456"/>
          </a:xfrm>
          <a:custGeom>
            <a:avLst/>
            <a:gdLst/>
            <a:ahLst/>
            <a:cxnLst>
              <a:cxn ang="0">
                <a:pos x="261" y="74"/>
              </a:cxn>
              <a:cxn ang="0">
                <a:pos x="282" y="53"/>
              </a:cxn>
              <a:cxn ang="0">
                <a:pos x="261" y="32"/>
              </a:cxn>
              <a:cxn ang="0">
                <a:pos x="240" y="53"/>
              </a:cxn>
              <a:cxn ang="0">
                <a:pos x="244" y="65"/>
              </a:cxn>
              <a:cxn ang="0">
                <a:pos x="146" y="41"/>
              </a:cxn>
              <a:cxn ang="0">
                <a:pos x="162" y="21"/>
              </a:cxn>
              <a:cxn ang="0">
                <a:pos x="142" y="0"/>
              </a:cxn>
              <a:cxn ang="0">
                <a:pos x="121" y="21"/>
              </a:cxn>
              <a:cxn ang="0">
                <a:pos x="142" y="41"/>
              </a:cxn>
              <a:cxn ang="0">
                <a:pos x="144" y="41"/>
              </a:cxn>
              <a:cxn ang="0">
                <a:pos x="88" y="112"/>
              </a:cxn>
              <a:cxn ang="0">
                <a:pos x="90" y="105"/>
              </a:cxn>
              <a:cxn ang="0">
                <a:pos x="69" y="84"/>
              </a:cxn>
              <a:cxn ang="0">
                <a:pos x="48" y="105"/>
              </a:cxn>
              <a:cxn ang="0">
                <a:pos x="69" y="125"/>
              </a:cxn>
              <a:cxn ang="0">
                <a:pos x="85" y="118"/>
              </a:cxn>
              <a:cxn ang="0">
                <a:pos x="41" y="168"/>
              </a:cxn>
              <a:cxn ang="0">
                <a:pos x="41" y="164"/>
              </a:cxn>
              <a:cxn ang="0">
                <a:pos x="21" y="144"/>
              </a:cxn>
              <a:cxn ang="0">
                <a:pos x="0" y="164"/>
              </a:cxn>
              <a:cxn ang="0">
                <a:pos x="21" y="185"/>
              </a:cxn>
              <a:cxn ang="0">
                <a:pos x="41" y="169"/>
              </a:cxn>
              <a:cxn ang="0">
                <a:pos x="75" y="225"/>
              </a:cxn>
              <a:cxn ang="0">
                <a:pos x="62" y="220"/>
              </a:cxn>
              <a:cxn ang="0">
                <a:pos x="41" y="241"/>
              </a:cxn>
              <a:cxn ang="0">
                <a:pos x="62" y="262"/>
              </a:cxn>
              <a:cxn ang="0">
                <a:pos x="83" y="241"/>
              </a:cxn>
              <a:cxn ang="0">
                <a:pos x="78" y="228"/>
              </a:cxn>
              <a:cxn ang="0">
                <a:pos x="143" y="262"/>
              </a:cxn>
              <a:cxn ang="0">
                <a:pos x="127" y="283"/>
              </a:cxn>
              <a:cxn ang="0">
                <a:pos x="147" y="303"/>
              </a:cxn>
              <a:cxn ang="0">
                <a:pos x="168" y="283"/>
              </a:cxn>
              <a:cxn ang="0">
                <a:pos x="154" y="263"/>
              </a:cxn>
              <a:cxn ang="0">
                <a:pos x="222" y="242"/>
              </a:cxn>
              <a:cxn ang="0">
                <a:pos x="220" y="250"/>
              </a:cxn>
              <a:cxn ang="0">
                <a:pos x="241" y="271"/>
              </a:cxn>
              <a:cxn ang="0">
                <a:pos x="261" y="250"/>
              </a:cxn>
              <a:cxn ang="0">
                <a:pos x="241" y="229"/>
              </a:cxn>
              <a:cxn ang="0">
                <a:pos x="225" y="237"/>
              </a:cxn>
              <a:cxn ang="0">
                <a:pos x="228" y="162"/>
              </a:cxn>
              <a:cxn ang="0">
                <a:pos x="249" y="178"/>
              </a:cxn>
              <a:cxn ang="0">
                <a:pos x="269" y="157"/>
              </a:cxn>
              <a:cxn ang="0">
                <a:pos x="249" y="137"/>
              </a:cxn>
              <a:cxn ang="0">
                <a:pos x="229" y="151"/>
              </a:cxn>
              <a:cxn ang="0">
                <a:pos x="245" y="66"/>
              </a:cxn>
              <a:cxn ang="0">
                <a:pos x="261" y="74"/>
              </a:cxn>
              <a:cxn ang="0">
                <a:pos x="124" y="184"/>
              </a:cxn>
              <a:cxn ang="0">
                <a:pos x="115" y="176"/>
              </a:cxn>
              <a:cxn ang="0">
                <a:pos x="124" y="168"/>
              </a:cxn>
              <a:cxn ang="0">
                <a:pos x="132" y="176"/>
              </a:cxn>
              <a:cxn ang="0">
                <a:pos x="124" y="184"/>
              </a:cxn>
              <a:cxn ang="0">
                <a:pos x="168" y="145"/>
              </a:cxn>
              <a:cxn ang="0">
                <a:pos x="156" y="133"/>
              </a:cxn>
              <a:cxn ang="0">
                <a:pos x="168" y="121"/>
              </a:cxn>
              <a:cxn ang="0">
                <a:pos x="180" y="133"/>
              </a:cxn>
              <a:cxn ang="0">
                <a:pos x="168" y="145"/>
              </a:cxn>
              <a:cxn ang="0">
                <a:pos x="168" y="145"/>
              </a:cxn>
              <a:cxn ang="0">
                <a:pos x="168" y="145"/>
              </a:cxn>
            </a:cxnLst>
            <a:rect l="0" t="0" r="r" b="b"/>
            <a:pathLst>
              <a:path w="282" h="303">
                <a:moveTo>
                  <a:pt x="261" y="74"/>
                </a:moveTo>
                <a:cubicBezTo>
                  <a:pt x="272" y="74"/>
                  <a:pt x="282" y="64"/>
                  <a:pt x="282" y="53"/>
                </a:cubicBezTo>
                <a:cubicBezTo>
                  <a:pt x="282" y="41"/>
                  <a:pt x="272" y="32"/>
                  <a:pt x="261" y="32"/>
                </a:cubicBezTo>
                <a:cubicBezTo>
                  <a:pt x="249" y="32"/>
                  <a:pt x="240" y="41"/>
                  <a:pt x="240" y="53"/>
                </a:cubicBezTo>
                <a:cubicBezTo>
                  <a:pt x="240" y="57"/>
                  <a:pt x="242" y="61"/>
                  <a:pt x="244" y="65"/>
                </a:cubicBezTo>
                <a:cubicBezTo>
                  <a:pt x="217" y="86"/>
                  <a:pt x="165" y="114"/>
                  <a:pt x="146" y="41"/>
                </a:cubicBezTo>
                <a:cubicBezTo>
                  <a:pt x="155" y="39"/>
                  <a:pt x="162" y="31"/>
                  <a:pt x="162" y="21"/>
                </a:cubicBezTo>
                <a:cubicBezTo>
                  <a:pt x="162" y="9"/>
                  <a:pt x="153" y="0"/>
                  <a:pt x="142" y="0"/>
                </a:cubicBezTo>
                <a:cubicBezTo>
                  <a:pt x="130" y="0"/>
                  <a:pt x="121" y="9"/>
                  <a:pt x="121" y="21"/>
                </a:cubicBezTo>
                <a:cubicBezTo>
                  <a:pt x="121" y="32"/>
                  <a:pt x="130" y="41"/>
                  <a:pt x="142" y="41"/>
                </a:cubicBezTo>
                <a:cubicBezTo>
                  <a:pt x="142" y="41"/>
                  <a:pt x="143" y="41"/>
                  <a:pt x="144" y="41"/>
                </a:cubicBezTo>
                <a:cubicBezTo>
                  <a:pt x="143" y="95"/>
                  <a:pt x="145" y="143"/>
                  <a:pt x="88" y="112"/>
                </a:cubicBezTo>
                <a:cubicBezTo>
                  <a:pt x="89" y="110"/>
                  <a:pt x="90" y="107"/>
                  <a:pt x="90" y="105"/>
                </a:cubicBezTo>
                <a:cubicBezTo>
                  <a:pt x="90" y="93"/>
                  <a:pt x="81" y="84"/>
                  <a:pt x="69" y="84"/>
                </a:cubicBezTo>
                <a:cubicBezTo>
                  <a:pt x="58" y="84"/>
                  <a:pt x="48" y="93"/>
                  <a:pt x="48" y="105"/>
                </a:cubicBezTo>
                <a:cubicBezTo>
                  <a:pt x="48" y="116"/>
                  <a:pt x="58" y="125"/>
                  <a:pt x="69" y="125"/>
                </a:cubicBezTo>
                <a:cubicBezTo>
                  <a:pt x="75" y="125"/>
                  <a:pt x="81" y="123"/>
                  <a:pt x="85" y="118"/>
                </a:cubicBezTo>
                <a:cubicBezTo>
                  <a:pt x="119" y="159"/>
                  <a:pt x="102" y="167"/>
                  <a:pt x="41" y="168"/>
                </a:cubicBezTo>
                <a:cubicBezTo>
                  <a:pt x="41" y="167"/>
                  <a:pt x="41" y="166"/>
                  <a:pt x="41" y="164"/>
                </a:cubicBezTo>
                <a:cubicBezTo>
                  <a:pt x="41" y="153"/>
                  <a:pt x="32" y="144"/>
                  <a:pt x="21" y="144"/>
                </a:cubicBezTo>
                <a:cubicBezTo>
                  <a:pt x="9" y="144"/>
                  <a:pt x="0" y="153"/>
                  <a:pt x="0" y="164"/>
                </a:cubicBezTo>
                <a:cubicBezTo>
                  <a:pt x="0" y="176"/>
                  <a:pt x="9" y="185"/>
                  <a:pt x="21" y="185"/>
                </a:cubicBezTo>
                <a:cubicBezTo>
                  <a:pt x="31" y="185"/>
                  <a:pt x="39" y="178"/>
                  <a:pt x="41" y="169"/>
                </a:cubicBezTo>
                <a:cubicBezTo>
                  <a:pt x="82" y="184"/>
                  <a:pt x="92" y="196"/>
                  <a:pt x="75" y="225"/>
                </a:cubicBezTo>
                <a:cubicBezTo>
                  <a:pt x="71" y="222"/>
                  <a:pt x="67" y="220"/>
                  <a:pt x="62" y="220"/>
                </a:cubicBezTo>
                <a:cubicBezTo>
                  <a:pt x="51" y="220"/>
                  <a:pt x="41" y="230"/>
                  <a:pt x="41" y="241"/>
                </a:cubicBezTo>
                <a:cubicBezTo>
                  <a:pt x="41" y="253"/>
                  <a:pt x="51" y="262"/>
                  <a:pt x="62" y="262"/>
                </a:cubicBezTo>
                <a:cubicBezTo>
                  <a:pt x="74" y="262"/>
                  <a:pt x="83" y="253"/>
                  <a:pt x="83" y="241"/>
                </a:cubicBezTo>
                <a:cubicBezTo>
                  <a:pt x="83" y="236"/>
                  <a:pt x="81" y="232"/>
                  <a:pt x="78" y="228"/>
                </a:cubicBezTo>
                <a:cubicBezTo>
                  <a:pt x="121" y="197"/>
                  <a:pt x="141" y="198"/>
                  <a:pt x="143" y="262"/>
                </a:cubicBezTo>
                <a:cubicBezTo>
                  <a:pt x="134" y="264"/>
                  <a:pt x="127" y="273"/>
                  <a:pt x="127" y="283"/>
                </a:cubicBezTo>
                <a:cubicBezTo>
                  <a:pt x="127" y="294"/>
                  <a:pt x="136" y="303"/>
                  <a:pt x="147" y="303"/>
                </a:cubicBezTo>
                <a:cubicBezTo>
                  <a:pt x="159" y="303"/>
                  <a:pt x="168" y="294"/>
                  <a:pt x="168" y="283"/>
                </a:cubicBezTo>
                <a:cubicBezTo>
                  <a:pt x="168" y="273"/>
                  <a:pt x="162" y="265"/>
                  <a:pt x="154" y="263"/>
                </a:cubicBezTo>
                <a:cubicBezTo>
                  <a:pt x="172" y="230"/>
                  <a:pt x="188" y="225"/>
                  <a:pt x="222" y="242"/>
                </a:cubicBezTo>
                <a:cubicBezTo>
                  <a:pt x="221" y="244"/>
                  <a:pt x="220" y="247"/>
                  <a:pt x="220" y="250"/>
                </a:cubicBezTo>
                <a:cubicBezTo>
                  <a:pt x="220" y="261"/>
                  <a:pt x="229" y="271"/>
                  <a:pt x="241" y="271"/>
                </a:cubicBezTo>
                <a:cubicBezTo>
                  <a:pt x="252" y="271"/>
                  <a:pt x="261" y="261"/>
                  <a:pt x="261" y="250"/>
                </a:cubicBezTo>
                <a:cubicBezTo>
                  <a:pt x="261" y="238"/>
                  <a:pt x="252" y="229"/>
                  <a:pt x="241" y="229"/>
                </a:cubicBezTo>
                <a:cubicBezTo>
                  <a:pt x="234" y="229"/>
                  <a:pt x="229" y="232"/>
                  <a:pt x="225" y="237"/>
                </a:cubicBezTo>
                <a:cubicBezTo>
                  <a:pt x="200" y="211"/>
                  <a:pt x="182" y="177"/>
                  <a:pt x="228" y="162"/>
                </a:cubicBezTo>
                <a:cubicBezTo>
                  <a:pt x="230" y="171"/>
                  <a:pt x="239" y="178"/>
                  <a:pt x="249" y="178"/>
                </a:cubicBezTo>
                <a:cubicBezTo>
                  <a:pt x="260" y="178"/>
                  <a:pt x="269" y="169"/>
                  <a:pt x="269" y="157"/>
                </a:cubicBezTo>
                <a:cubicBezTo>
                  <a:pt x="269" y="146"/>
                  <a:pt x="260" y="137"/>
                  <a:pt x="249" y="137"/>
                </a:cubicBezTo>
                <a:cubicBezTo>
                  <a:pt x="239" y="137"/>
                  <a:pt x="232" y="142"/>
                  <a:pt x="229" y="151"/>
                </a:cubicBezTo>
                <a:cubicBezTo>
                  <a:pt x="199" y="129"/>
                  <a:pt x="226" y="89"/>
                  <a:pt x="245" y="66"/>
                </a:cubicBezTo>
                <a:cubicBezTo>
                  <a:pt x="249" y="71"/>
                  <a:pt x="255" y="74"/>
                  <a:pt x="261" y="74"/>
                </a:cubicBezTo>
                <a:close/>
                <a:moveTo>
                  <a:pt x="124" y="184"/>
                </a:moveTo>
                <a:cubicBezTo>
                  <a:pt x="119" y="184"/>
                  <a:pt x="115" y="181"/>
                  <a:pt x="115" y="176"/>
                </a:cubicBezTo>
                <a:cubicBezTo>
                  <a:pt x="115" y="172"/>
                  <a:pt x="119" y="168"/>
                  <a:pt x="124" y="168"/>
                </a:cubicBezTo>
                <a:cubicBezTo>
                  <a:pt x="128" y="168"/>
                  <a:pt x="132" y="172"/>
                  <a:pt x="132" y="176"/>
                </a:cubicBezTo>
                <a:cubicBezTo>
                  <a:pt x="132" y="181"/>
                  <a:pt x="128" y="184"/>
                  <a:pt x="124" y="184"/>
                </a:cubicBezTo>
                <a:close/>
                <a:moveTo>
                  <a:pt x="168" y="145"/>
                </a:moveTo>
                <a:cubicBezTo>
                  <a:pt x="161" y="145"/>
                  <a:pt x="156" y="140"/>
                  <a:pt x="156" y="133"/>
                </a:cubicBezTo>
                <a:cubicBezTo>
                  <a:pt x="156" y="126"/>
                  <a:pt x="161" y="121"/>
                  <a:pt x="168" y="121"/>
                </a:cubicBezTo>
                <a:cubicBezTo>
                  <a:pt x="175" y="121"/>
                  <a:pt x="180" y="126"/>
                  <a:pt x="180" y="133"/>
                </a:cubicBezTo>
                <a:cubicBezTo>
                  <a:pt x="180" y="140"/>
                  <a:pt x="175" y="145"/>
                  <a:pt x="168" y="145"/>
                </a:cubicBezTo>
                <a:close/>
                <a:moveTo>
                  <a:pt x="168" y="145"/>
                </a:moveTo>
                <a:cubicBezTo>
                  <a:pt x="168" y="145"/>
                  <a:pt x="168" y="145"/>
                  <a:pt x="168" y="145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6" name="Group 240">
            <a:extLst>
              <a:ext uri="{FF2B5EF4-FFF2-40B4-BE49-F238E27FC236}">
                <a16:creationId xmlns:a16="http://schemas.microsoft.com/office/drawing/2014/main" id="{F53214A2-A4B0-D64F-908F-9CCFA0426CF3}"/>
              </a:ext>
            </a:extLst>
          </p:cNvPr>
          <p:cNvGrpSpPr/>
          <p:nvPr/>
        </p:nvGrpSpPr>
        <p:grpSpPr>
          <a:xfrm>
            <a:off x="5211852" y="4843221"/>
            <a:ext cx="660405" cy="599308"/>
            <a:chOff x="4104490" y="3438027"/>
            <a:chExt cx="495304" cy="449481"/>
          </a:xfrm>
          <a:solidFill>
            <a:schemeClr val="bg1"/>
          </a:solidFill>
        </p:grpSpPr>
        <p:grpSp>
          <p:nvGrpSpPr>
            <p:cNvPr id="17" name="Group 179">
              <a:extLst>
                <a:ext uri="{FF2B5EF4-FFF2-40B4-BE49-F238E27FC236}">
                  <a16:creationId xmlns:a16="http://schemas.microsoft.com/office/drawing/2014/main" id="{559DE829-57CC-DE41-83C1-D6635E1F970B}"/>
                </a:ext>
              </a:extLst>
            </p:cNvPr>
            <p:cNvGrpSpPr/>
            <p:nvPr/>
          </p:nvGrpSpPr>
          <p:grpSpPr>
            <a:xfrm>
              <a:off x="4424169" y="3438027"/>
              <a:ext cx="175625" cy="449481"/>
              <a:chOff x="5054600" y="1652588"/>
              <a:chExt cx="187325" cy="479424"/>
            </a:xfrm>
            <a:grpFill/>
          </p:grpSpPr>
          <p:sp>
            <p:nvSpPr>
              <p:cNvPr id="21" name="Freeform 96">
                <a:extLst>
                  <a:ext uri="{FF2B5EF4-FFF2-40B4-BE49-F238E27FC236}">
                    <a16:creationId xmlns:a16="http://schemas.microsoft.com/office/drawing/2014/main" id="{114A9150-E3CE-9D4E-9EB3-8950609DC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22" name="Oval 97">
                <a:extLst>
                  <a:ext uri="{FF2B5EF4-FFF2-40B4-BE49-F238E27FC236}">
                    <a16:creationId xmlns:a16="http://schemas.microsoft.com/office/drawing/2014/main" id="{3BD53736-6527-8248-AAB4-DE565B481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18" name="Group 179">
              <a:extLst>
                <a:ext uri="{FF2B5EF4-FFF2-40B4-BE49-F238E27FC236}">
                  <a16:creationId xmlns:a16="http://schemas.microsoft.com/office/drawing/2014/main" id="{E7D05A2E-BC49-814E-887B-BF3773598464}"/>
                </a:ext>
              </a:extLst>
            </p:cNvPr>
            <p:cNvGrpSpPr/>
            <p:nvPr/>
          </p:nvGrpSpPr>
          <p:grpSpPr>
            <a:xfrm>
              <a:off x="4104490" y="3438027"/>
              <a:ext cx="175625" cy="449481"/>
              <a:chOff x="5054600" y="1652588"/>
              <a:chExt cx="187325" cy="479424"/>
            </a:xfrm>
            <a:grpFill/>
          </p:grpSpPr>
          <p:sp>
            <p:nvSpPr>
              <p:cNvPr id="19" name="Freeform 96">
                <a:extLst>
                  <a:ext uri="{FF2B5EF4-FFF2-40B4-BE49-F238E27FC236}">
                    <a16:creationId xmlns:a16="http://schemas.microsoft.com/office/drawing/2014/main" id="{1AC19B24-B1B4-3C4D-918F-9336640D2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20" name="Oval 97">
                <a:extLst>
                  <a:ext uri="{FF2B5EF4-FFF2-40B4-BE49-F238E27FC236}">
                    <a16:creationId xmlns:a16="http://schemas.microsoft.com/office/drawing/2014/main" id="{9D2AC416-F4D5-8A47-AD10-3D0B45C01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23" name="Group 241">
            <a:extLst>
              <a:ext uri="{FF2B5EF4-FFF2-40B4-BE49-F238E27FC236}">
                <a16:creationId xmlns:a16="http://schemas.microsoft.com/office/drawing/2014/main" id="{34E57646-2513-9649-8917-F9DF4F583DBE}"/>
              </a:ext>
            </a:extLst>
          </p:cNvPr>
          <p:cNvGrpSpPr/>
          <p:nvPr/>
        </p:nvGrpSpPr>
        <p:grpSpPr>
          <a:xfrm>
            <a:off x="5184528" y="5670050"/>
            <a:ext cx="727480" cy="649865"/>
            <a:chOff x="4083997" y="4058148"/>
            <a:chExt cx="545610" cy="487399"/>
          </a:xfrm>
          <a:solidFill>
            <a:schemeClr val="bg1"/>
          </a:solidFill>
        </p:grpSpPr>
        <p:grpSp>
          <p:nvGrpSpPr>
            <p:cNvPr id="24" name="Group 184">
              <a:extLst>
                <a:ext uri="{FF2B5EF4-FFF2-40B4-BE49-F238E27FC236}">
                  <a16:creationId xmlns:a16="http://schemas.microsoft.com/office/drawing/2014/main" id="{D7FF3F14-DF15-BD49-A398-49CE6B6E95BD}"/>
                </a:ext>
              </a:extLst>
            </p:cNvPr>
            <p:cNvGrpSpPr/>
            <p:nvPr/>
          </p:nvGrpSpPr>
          <p:grpSpPr>
            <a:xfrm>
              <a:off x="4402576" y="4058148"/>
              <a:ext cx="227031" cy="487399"/>
              <a:chOff x="6213475" y="1668463"/>
              <a:chExt cx="227013" cy="487362"/>
            </a:xfrm>
            <a:grpFill/>
          </p:grpSpPr>
          <p:sp>
            <p:nvSpPr>
              <p:cNvPr id="28" name="Oval 98">
                <a:extLst>
                  <a:ext uri="{FF2B5EF4-FFF2-40B4-BE49-F238E27FC236}">
                    <a16:creationId xmlns:a16="http://schemas.microsoft.com/office/drawing/2014/main" id="{0729BEEE-C63D-3448-ABDC-B0DCA330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189A80">
                      <a:lumMod val="50000"/>
                    </a:srgbClr>
                  </a:solidFill>
                  <a:latin typeface="Arial"/>
                </a:endParaRPr>
              </a:p>
            </p:txBody>
          </p:sp>
          <p:sp>
            <p:nvSpPr>
              <p:cNvPr id="29" name="Freeform 99">
                <a:extLst>
                  <a:ext uri="{FF2B5EF4-FFF2-40B4-BE49-F238E27FC236}">
                    <a16:creationId xmlns:a16="http://schemas.microsoft.com/office/drawing/2014/main" id="{F39D3AC3-14D4-3843-BDB7-ACB19095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189A80">
                      <a:lumMod val="50000"/>
                    </a:srgbClr>
                  </a:solidFill>
                  <a:latin typeface="Arial"/>
                </a:endParaRPr>
              </a:p>
            </p:txBody>
          </p:sp>
        </p:grpSp>
        <p:grpSp>
          <p:nvGrpSpPr>
            <p:cNvPr id="25" name="Group 184">
              <a:extLst>
                <a:ext uri="{FF2B5EF4-FFF2-40B4-BE49-F238E27FC236}">
                  <a16:creationId xmlns:a16="http://schemas.microsoft.com/office/drawing/2014/main" id="{88B635B1-D23D-9447-8D39-51FC593F9259}"/>
                </a:ext>
              </a:extLst>
            </p:cNvPr>
            <p:cNvGrpSpPr/>
            <p:nvPr/>
          </p:nvGrpSpPr>
          <p:grpSpPr>
            <a:xfrm>
              <a:off x="4083997" y="4058148"/>
              <a:ext cx="227031" cy="487399"/>
              <a:chOff x="6213475" y="1668463"/>
              <a:chExt cx="227013" cy="487362"/>
            </a:xfrm>
            <a:grpFill/>
          </p:grpSpPr>
          <p:sp>
            <p:nvSpPr>
              <p:cNvPr id="26" name="Oval 98">
                <a:extLst>
                  <a:ext uri="{FF2B5EF4-FFF2-40B4-BE49-F238E27FC236}">
                    <a16:creationId xmlns:a16="http://schemas.microsoft.com/office/drawing/2014/main" id="{F5CA40FC-9B9B-D54A-9C76-B93A21B96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189A80">
                      <a:lumMod val="50000"/>
                    </a:srgbClr>
                  </a:solidFill>
                  <a:latin typeface="Arial"/>
                </a:endParaRPr>
              </a:p>
            </p:txBody>
          </p:sp>
          <p:sp>
            <p:nvSpPr>
              <p:cNvPr id="27" name="Freeform 99">
                <a:extLst>
                  <a:ext uri="{FF2B5EF4-FFF2-40B4-BE49-F238E27FC236}">
                    <a16:creationId xmlns:a16="http://schemas.microsoft.com/office/drawing/2014/main" id="{D8CFD721-F801-1F45-804B-AA914052F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189A80">
                      <a:lumMod val="50000"/>
                    </a:srgbClr>
                  </a:solidFill>
                  <a:latin typeface="Arial"/>
                </a:endParaRPr>
              </a:p>
            </p:txBody>
          </p:sp>
        </p:grpSp>
      </p:grpSp>
      <p:grpSp>
        <p:nvGrpSpPr>
          <p:cNvPr id="30" name="Group 144">
            <a:extLst>
              <a:ext uri="{FF2B5EF4-FFF2-40B4-BE49-F238E27FC236}">
                <a16:creationId xmlns:a16="http://schemas.microsoft.com/office/drawing/2014/main" id="{CEA2A89F-7870-0C40-B573-3F017B83B2CE}"/>
              </a:ext>
            </a:extLst>
          </p:cNvPr>
          <p:cNvGrpSpPr/>
          <p:nvPr/>
        </p:nvGrpSpPr>
        <p:grpSpPr>
          <a:xfrm>
            <a:off x="10152148" y="4221153"/>
            <a:ext cx="452424" cy="1087076"/>
            <a:chOff x="7380288" y="2552700"/>
            <a:chExt cx="457200" cy="1098550"/>
          </a:xfrm>
          <a:solidFill>
            <a:schemeClr val="accent2"/>
          </a:solidFill>
        </p:grpSpPr>
        <p:sp>
          <p:nvSpPr>
            <p:cNvPr id="31" name="Freeform 75">
              <a:extLst>
                <a:ext uri="{FF2B5EF4-FFF2-40B4-BE49-F238E27FC236}">
                  <a16:creationId xmlns:a16="http://schemas.microsoft.com/office/drawing/2014/main" id="{DF1EC0B8-6750-7745-90BD-540C13EE4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0288" y="2790825"/>
              <a:ext cx="457200" cy="860425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14" y="0"/>
                </a:cxn>
                <a:cxn ang="0">
                  <a:pos x="0" y="14"/>
                </a:cxn>
                <a:cxn ang="0">
                  <a:pos x="14" y="29"/>
                </a:cxn>
                <a:cxn ang="0">
                  <a:pos x="25" y="29"/>
                </a:cxn>
                <a:cxn ang="0">
                  <a:pos x="25" y="243"/>
                </a:cxn>
                <a:cxn ang="0">
                  <a:pos x="79" y="297"/>
                </a:cxn>
                <a:cxn ang="0">
                  <a:pos x="133" y="243"/>
                </a:cxn>
                <a:cxn ang="0">
                  <a:pos x="133" y="29"/>
                </a:cxn>
                <a:cxn ang="0">
                  <a:pos x="143" y="29"/>
                </a:cxn>
                <a:cxn ang="0">
                  <a:pos x="158" y="14"/>
                </a:cxn>
                <a:cxn ang="0">
                  <a:pos x="143" y="0"/>
                </a:cxn>
                <a:cxn ang="0">
                  <a:pos x="102" y="29"/>
                </a:cxn>
                <a:cxn ang="0">
                  <a:pos x="102" y="165"/>
                </a:cxn>
                <a:cxn ang="0">
                  <a:pos x="56" y="165"/>
                </a:cxn>
                <a:cxn ang="0">
                  <a:pos x="56" y="29"/>
                </a:cxn>
                <a:cxn ang="0">
                  <a:pos x="102" y="29"/>
                </a:cxn>
                <a:cxn ang="0">
                  <a:pos x="102" y="29"/>
                </a:cxn>
                <a:cxn ang="0">
                  <a:pos x="102" y="29"/>
                </a:cxn>
              </a:cxnLst>
              <a:rect l="0" t="0" r="r" b="b"/>
              <a:pathLst>
                <a:path w="158" h="297">
                  <a:moveTo>
                    <a:pt x="14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73"/>
                    <a:pt x="49" y="297"/>
                    <a:pt x="79" y="297"/>
                  </a:cubicBezTo>
                  <a:cubicBezTo>
                    <a:pt x="108" y="297"/>
                    <a:pt x="133" y="273"/>
                    <a:pt x="133" y="243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52" y="29"/>
                    <a:pt x="158" y="23"/>
                    <a:pt x="158" y="14"/>
                  </a:cubicBezTo>
                  <a:cubicBezTo>
                    <a:pt x="158" y="6"/>
                    <a:pt x="152" y="0"/>
                    <a:pt x="143" y="0"/>
                  </a:cubicBezTo>
                  <a:close/>
                  <a:moveTo>
                    <a:pt x="102" y="29"/>
                  </a:moveTo>
                  <a:cubicBezTo>
                    <a:pt x="102" y="165"/>
                    <a:pt x="102" y="165"/>
                    <a:pt x="102" y="165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6" y="29"/>
                    <a:pt x="56" y="29"/>
                    <a:pt x="56" y="29"/>
                  </a:cubicBezTo>
                  <a:lnTo>
                    <a:pt x="102" y="29"/>
                  </a:lnTo>
                  <a:close/>
                  <a:moveTo>
                    <a:pt x="102" y="29"/>
                  </a:moveTo>
                  <a:cubicBezTo>
                    <a:pt x="102" y="29"/>
                    <a:pt x="102" y="29"/>
                    <a:pt x="102" y="2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76">
              <a:extLst>
                <a:ext uri="{FF2B5EF4-FFF2-40B4-BE49-F238E27FC236}">
                  <a16:creationId xmlns:a16="http://schemas.microsoft.com/office/drawing/2014/main" id="{25BEC27E-9CFE-0D48-A218-3EA2067F1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7288" y="2552700"/>
              <a:ext cx="101600" cy="98425"/>
            </a:xfrm>
            <a:custGeom>
              <a:avLst/>
              <a:gdLst/>
              <a:ahLst/>
              <a:cxnLst>
                <a:cxn ang="0">
                  <a:pos x="35" y="17"/>
                </a:cxn>
                <a:cxn ang="0">
                  <a:pos x="18" y="34"/>
                </a:cxn>
                <a:cxn ang="0">
                  <a:pos x="0" y="17"/>
                </a:cxn>
                <a:cxn ang="0">
                  <a:pos x="18" y="0"/>
                </a:cxn>
                <a:cxn ang="0">
                  <a:pos x="35" y="17"/>
                </a:cxn>
                <a:cxn ang="0">
                  <a:pos x="35" y="17"/>
                </a:cxn>
                <a:cxn ang="0">
                  <a:pos x="35" y="17"/>
                </a:cxn>
              </a:cxnLst>
              <a:rect l="0" t="0" r="r" b="b"/>
              <a:pathLst>
                <a:path w="35" h="34">
                  <a:moveTo>
                    <a:pt x="35" y="17"/>
                  </a:moveTo>
                  <a:cubicBezTo>
                    <a:pt x="35" y="26"/>
                    <a:pt x="27" y="34"/>
                    <a:pt x="18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lose/>
                  <a:moveTo>
                    <a:pt x="35" y="17"/>
                  </a:moveTo>
                  <a:cubicBezTo>
                    <a:pt x="35" y="17"/>
                    <a:pt x="35" y="17"/>
                    <a:pt x="35" y="1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" name="Freeform 77">
              <a:extLst>
                <a:ext uri="{FF2B5EF4-FFF2-40B4-BE49-F238E27FC236}">
                  <a16:creationId xmlns:a16="http://schemas.microsoft.com/office/drawing/2014/main" id="{27F94A27-70CE-C040-85F1-BFF5C8C86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100" y="2671763"/>
              <a:ext cx="57150" cy="57150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" name="Freeform 78">
              <a:extLst>
                <a:ext uri="{FF2B5EF4-FFF2-40B4-BE49-F238E27FC236}">
                  <a16:creationId xmlns:a16="http://schemas.microsoft.com/office/drawing/2014/main" id="{6E861D71-F7AF-4244-8F7F-3F02516FE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8250" y="3111500"/>
              <a:ext cx="57150" cy="58738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" name="Freeform 79">
              <a:extLst>
                <a:ext uri="{FF2B5EF4-FFF2-40B4-BE49-F238E27FC236}">
                  <a16:creationId xmlns:a16="http://schemas.microsoft.com/office/drawing/2014/main" id="{78A912FE-A6A8-1949-8D8F-163D050A1C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1900" y="2689225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" name="Freeform 80">
              <a:extLst>
                <a:ext uri="{FF2B5EF4-FFF2-40B4-BE49-F238E27FC236}">
                  <a16:creationId xmlns:a16="http://schemas.microsoft.com/office/drawing/2014/main" id="{6DA9F0DD-BD75-E343-95D9-A701E908FF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4438" y="3201988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7" name="Group 20">
            <a:extLst>
              <a:ext uri="{FF2B5EF4-FFF2-40B4-BE49-F238E27FC236}">
                <a16:creationId xmlns:a16="http://schemas.microsoft.com/office/drawing/2014/main" id="{1B6C07B1-64DB-0142-831A-463D586397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31013" y="4283272"/>
            <a:ext cx="616819" cy="962839"/>
            <a:chOff x="3578" y="2075"/>
            <a:chExt cx="451" cy="704"/>
          </a:xfrm>
          <a:solidFill>
            <a:schemeClr val="accent6"/>
          </a:solidFill>
        </p:grpSpPr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8D2DC362-A125-DE4C-8D72-8C0D475512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2075"/>
              <a:ext cx="451" cy="704"/>
            </a:xfrm>
            <a:custGeom>
              <a:avLst/>
              <a:gdLst/>
              <a:ahLst/>
              <a:cxnLst>
                <a:cxn ang="0">
                  <a:pos x="137" y="117"/>
                </a:cxn>
                <a:cxn ang="0">
                  <a:pos x="137" y="64"/>
                </a:cxn>
                <a:cxn ang="0">
                  <a:pos x="147" y="50"/>
                </a:cxn>
                <a:cxn ang="0">
                  <a:pos x="147" y="15"/>
                </a:cxn>
                <a:cxn ang="0">
                  <a:pos x="132" y="0"/>
                </a:cxn>
                <a:cxn ang="0">
                  <a:pos x="56" y="0"/>
                </a:cxn>
                <a:cxn ang="0">
                  <a:pos x="41" y="15"/>
                </a:cxn>
                <a:cxn ang="0">
                  <a:pos x="41" y="50"/>
                </a:cxn>
                <a:cxn ang="0">
                  <a:pos x="52" y="64"/>
                </a:cxn>
                <a:cxn ang="0">
                  <a:pos x="52" y="117"/>
                </a:cxn>
                <a:cxn ang="0">
                  <a:pos x="0" y="201"/>
                </a:cxn>
                <a:cxn ang="0">
                  <a:pos x="94" y="295"/>
                </a:cxn>
                <a:cxn ang="0">
                  <a:pos x="188" y="201"/>
                </a:cxn>
                <a:cxn ang="0">
                  <a:pos x="137" y="117"/>
                </a:cxn>
                <a:cxn ang="0">
                  <a:pos x="15" y="201"/>
                </a:cxn>
                <a:cxn ang="0">
                  <a:pos x="66" y="126"/>
                </a:cxn>
                <a:cxn ang="0">
                  <a:pos x="66" y="50"/>
                </a:cxn>
                <a:cxn ang="0">
                  <a:pos x="56" y="50"/>
                </a:cxn>
                <a:cxn ang="0">
                  <a:pos x="56" y="15"/>
                </a:cxn>
                <a:cxn ang="0">
                  <a:pos x="132" y="15"/>
                </a:cxn>
                <a:cxn ang="0">
                  <a:pos x="132" y="50"/>
                </a:cxn>
                <a:cxn ang="0">
                  <a:pos x="122" y="50"/>
                </a:cxn>
                <a:cxn ang="0">
                  <a:pos x="122" y="126"/>
                </a:cxn>
                <a:cxn ang="0">
                  <a:pos x="174" y="201"/>
                </a:cxn>
                <a:cxn ang="0">
                  <a:pos x="15" y="201"/>
                </a:cxn>
                <a:cxn ang="0">
                  <a:pos x="15" y="201"/>
                </a:cxn>
                <a:cxn ang="0">
                  <a:pos x="15" y="201"/>
                </a:cxn>
              </a:cxnLst>
              <a:rect l="0" t="0" r="r" b="b"/>
              <a:pathLst>
                <a:path w="188" h="295">
                  <a:moveTo>
                    <a:pt x="137" y="117"/>
                  </a:moveTo>
                  <a:cubicBezTo>
                    <a:pt x="137" y="64"/>
                    <a:pt x="137" y="64"/>
                    <a:pt x="137" y="64"/>
                  </a:cubicBezTo>
                  <a:cubicBezTo>
                    <a:pt x="143" y="62"/>
                    <a:pt x="147" y="56"/>
                    <a:pt x="147" y="50"/>
                  </a:cubicBezTo>
                  <a:cubicBezTo>
                    <a:pt x="147" y="15"/>
                    <a:pt x="147" y="15"/>
                    <a:pt x="147" y="15"/>
                  </a:cubicBezTo>
                  <a:cubicBezTo>
                    <a:pt x="147" y="7"/>
                    <a:pt x="140" y="0"/>
                    <a:pt x="13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41" y="7"/>
                    <a:pt x="41" y="15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6"/>
                    <a:pt x="46" y="62"/>
                    <a:pt x="52" y="64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20" y="133"/>
                    <a:pt x="0" y="165"/>
                    <a:pt x="0" y="201"/>
                  </a:cubicBezTo>
                  <a:cubicBezTo>
                    <a:pt x="0" y="253"/>
                    <a:pt x="42" y="295"/>
                    <a:pt x="94" y="295"/>
                  </a:cubicBezTo>
                  <a:cubicBezTo>
                    <a:pt x="146" y="295"/>
                    <a:pt x="188" y="253"/>
                    <a:pt x="188" y="201"/>
                  </a:cubicBezTo>
                  <a:cubicBezTo>
                    <a:pt x="188" y="165"/>
                    <a:pt x="168" y="133"/>
                    <a:pt x="137" y="117"/>
                  </a:cubicBezTo>
                  <a:close/>
                  <a:moveTo>
                    <a:pt x="15" y="201"/>
                  </a:moveTo>
                  <a:cubicBezTo>
                    <a:pt x="15" y="167"/>
                    <a:pt x="36" y="138"/>
                    <a:pt x="66" y="12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132" y="15"/>
                    <a:pt x="132" y="15"/>
                    <a:pt x="132" y="15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126"/>
                    <a:pt x="122" y="126"/>
                    <a:pt x="122" y="126"/>
                  </a:cubicBezTo>
                  <a:cubicBezTo>
                    <a:pt x="152" y="138"/>
                    <a:pt x="174" y="167"/>
                    <a:pt x="174" y="201"/>
                  </a:cubicBezTo>
                  <a:lnTo>
                    <a:pt x="15" y="201"/>
                  </a:lnTo>
                  <a:close/>
                  <a:moveTo>
                    <a:pt x="15" y="201"/>
                  </a:moveTo>
                  <a:cubicBezTo>
                    <a:pt x="15" y="201"/>
                    <a:pt x="15" y="201"/>
                    <a:pt x="15" y="20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CF6CF177-5906-744A-8013-A0620B787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304"/>
              <a:ext cx="53" cy="55"/>
            </a:xfrm>
            <a:custGeom>
              <a:avLst/>
              <a:gdLst/>
              <a:ahLst/>
              <a:cxnLst>
                <a:cxn ang="0">
                  <a:pos x="22" y="12"/>
                </a:cxn>
                <a:cxn ang="0">
                  <a:pos x="11" y="23"/>
                </a:cxn>
                <a:cxn ang="0">
                  <a:pos x="0" y="12"/>
                </a:cxn>
                <a:cxn ang="0">
                  <a:pos x="11" y="0"/>
                </a:cxn>
                <a:cxn ang="0">
                  <a:pos x="22" y="12"/>
                </a:cxn>
                <a:cxn ang="0">
                  <a:pos x="22" y="12"/>
                </a:cxn>
                <a:cxn ang="0">
                  <a:pos x="22" y="12"/>
                </a:cxn>
              </a:cxnLst>
              <a:rect l="0" t="0" r="r" b="b"/>
              <a:pathLst>
                <a:path w="22" h="23">
                  <a:moveTo>
                    <a:pt x="22" y="12"/>
                  </a:moveTo>
                  <a:cubicBezTo>
                    <a:pt x="22" y="18"/>
                    <a:pt x="17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2" y="5"/>
                    <a:pt x="22" y="12"/>
                  </a:cubicBezTo>
                  <a:close/>
                  <a:moveTo>
                    <a:pt x="22" y="12"/>
                  </a:moveTo>
                  <a:cubicBezTo>
                    <a:pt x="22" y="12"/>
                    <a:pt x="22" y="12"/>
                    <a:pt x="22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C49DCB37-418C-E943-A634-4E0269489A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1" y="2416"/>
              <a:ext cx="91" cy="93"/>
            </a:xfrm>
            <a:custGeom>
              <a:avLst/>
              <a:gdLst/>
              <a:ahLst/>
              <a:cxnLst>
                <a:cxn ang="0">
                  <a:pos x="38" y="20"/>
                </a:cxn>
                <a:cxn ang="0">
                  <a:pos x="19" y="39"/>
                </a:cxn>
                <a:cxn ang="0">
                  <a:pos x="0" y="20"/>
                </a:cxn>
                <a:cxn ang="0">
                  <a:pos x="19" y="0"/>
                </a:cxn>
                <a:cxn ang="0">
                  <a:pos x="38" y="20"/>
                </a:cxn>
                <a:cxn ang="0">
                  <a:pos x="38" y="20"/>
                </a:cxn>
                <a:cxn ang="0">
                  <a:pos x="38" y="20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cubicBezTo>
                    <a:pt x="38" y="30"/>
                    <a:pt x="30" y="39"/>
                    <a:pt x="19" y="39"/>
                  </a:cubicBezTo>
                  <a:cubicBezTo>
                    <a:pt x="8" y="39"/>
                    <a:pt x="0" y="3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30" y="0"/>
                    <a:pt x="38" y="9"/>
                    <a:pt x="38" y="20"/>
                  </a:cubicBezTo>
                  <a:close/>
                  <a:moveTo>
                    <a:pt x="38" y="20"/>
                  </a:moveTo>
                  <a:cubicBezTo>
                    <a:pt x="38" y="20"/>
                    <a:pt x="38" y="20"/>
                    <a:pt x="38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1" name="Group 26">
            <a:extLst>
              <a:ext uri="{FF2B5EF4-FFF2-40B4-BE49-F238E27FC236}">
                <a16:creationId xmlns:a16="http://schemas.microsoft.com/office/drawing/2014/main" id="{E1E4A1A5-9479-044E-92AB-DF22484007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9090" y="2107691"/>
            <a:ext cx="738541" cy="888984"/>
            <a:chOff x="2916" y="2090"/>
            <a:chExt cx="540" cy="650"/>
          </a:xfrm>
          <a:solidFill>
            <a:schemeClr val="accent5"/>
          </a:solidFill>
        </p:grpSpPr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6D96D0FD-5E86-4042-B261-1B61C9D31C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" y="2090"/>
              <a:ext cx="540" cy="650"/>
            </a:xfrm>
            <a:custGeom>
              <a:avLst/>
              <a:gdLst/>
              <a:ahLst/>
              <a:cxnLst>
                <a:cxn ang="0">
                  <a:pos x="59" y="50"/>
                </a:cxn>
                <a:cxn ang="0">
                  <a:pos x="59" y="10"/>
                </a:cxn>
                <a:cxn ang="0">
                  <a:pos x="51" y="10"/>
                </a:cxn>
                <a:cxn ang="0">
                  <a:pos x="53" y="0"/>
                </a:cxn>
                <a:cxn ang="0">
                  <a:pos x="29" y="0"/>
                </a:cxn>
                <a:cxn ang="0">
                  <a:pos x="30" y="10"/>
                </a:cxn>
                <a:cxn ang="0">
                  <a:pos x="22" y="10"/>
                </a:cxn>
                <a:cxn ang="0">
                  <a:pos x="22" y="50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23" y="102"/>
                </a:cxn>
                <a:cxn ang="0">
                  <a:pos x="61" y="102"/>
                </a:cxn>
                <a:cxn ang="0">
                  <a:pos x="76" y="100"/>
                </a:cxn>
                <a:cxn ang="0">
                  <a:pos x="84" y="86"/>
                </a:cxn>
                <a:cxn ang="0">
                  <a:pos x="84" y="85"/>
                </a:cxn>
                <a:cxn ang="0">
                  <a:pos x="59" y="50"/>
                </a:cxn>
                <a:cxn ang="0">
                  <a:pos x="77" y="86"/>
                </a:cxn>
                <a:cxn ang="0">
                  <a:pos x="73" y="93"/>
                </a:cxn>
                <a:cxn ang="0">
                  <a:pos x="61" y="95"/>
                </a:cxn>
                <a:cxn ang="0">
                  <a:pos x="24" y="95"/>
                </a:cxn>
                <a:cxn ang="0">
                  <a:pos x="7" y="86"/>
                </a:cxn>
                <a:cxn ang="0">
                  <a:pos x="7" y="85"/>
                </a:cxn>
                <a:cxn ang="0">
                  <a:pos x="28" y="55"/>
                </a:cxn>
                <a:cxn ang="0">
                  <a:pos x="29" y="54"/>
                </a:cxn>
                <a:cxn ang="0">
                  <a:pos x="29" y="18"/>
                </a:cxn>
                <a:cxn ang="0">
                  <a:pos x="31" y="18"/>
                </a:cxn>
                <a:cxn ang="0">
                  <a:pos x="32" y="21"/>
                </a:cxn>
                <a:cxn ang="0">
                  <a:pos x="49" y="21"/>
                </a:cxn>
                <a:cxn ang="0">
                  <a:pos x="49" y="18"/>
                </a:cxn>
                <a:cxn ang="0">
                  <a:pos x="51" y="18"/>
                </a:cxn>
                <a:cxn ang="0">
                  <a:pos x="51" y="54"/>
                </a:cxn>
                <a:cxn ang="0">
                  <a:pos x="53" y="55"/>
                </a:cxn>
                <a:cxn ang="0">
                  <a:pos x="77" y="85"/>
                </a:cxn>
                <a:cxn ang="0">
                  <a:pos x="77" y="86"/>
                </a:cxn>
                <a:cxn ang="0">
                  <a:pos x="77" y="86"/>
                </a:cxn>
                <a:cxn ang="0">
                  <a:pos x="77" y="86"/>
                </a:cxn>
              </a:cxnLst>
              <a:rect l="0" t="0" r="r" b="b"/>
              <a:pathLst>
                <a:path w="84" h="102">
                  <a:moveTo>
                    <a:pt x="59" y="50"/>
                  </a:moveTo>
                  <a:cubicBezTo>
                    <a:pt x="59" y="10"/>
                    <a:pt x="59" y="10"/>
                    <a:pt x="59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4" y="57"/>
                    <a:pt x="0" y="73"/>
                    <a:pt x="0" y="8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102"/>
                    <a:pt x="14" y="102"/>
                    <a:pt x="23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7" y="102"/>
                    <a:pt x="72" y="102"/>
                    <a:pt x="76" y="100"/>
                  </a:cubicBezTo>
                  <a:cubicBezTo>
                    <a:pt x="82" y="98"/>
                    <a:pt x="84" y="93"/>
                    <a:pt x="84" y="86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4" y="74"/>
                    <a:pt x="75" y="61"/>
                    <a:pt x="59" y="50"/>
                  </a:cubicBezTo>
                  <a:close/>
                  <a:moveTo>
                    <a:pt x="77" y="86"/>
                  </a:moveTo>
                  <a:cubicBezTo>
                    <a:pt x="77" y="91"/>
                    <a:pt x="75" y="92"/>
                    <a:pt x="73" y="93"/>
                  </a:cubicBezTo>
                  <a:cubicBezTo>
                    <a:pt x="71" y="94"/>
                    <a:pt x="66" y="95"/>
                    <a:pt x="61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5"/>
                    <a:pt x="7" y="93"/>
                    <a:pt x="7" y="86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76"/>
                    <a:pt x="20" y="61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67" y="65"/>
                    <a:pt x="77" y="77"/>
                    <a:pt x="77" y="85"/>
                  </a:cubicBezTo>
                  <a:lnTo>
                    <a:pt x="77" y="86"/>
                  </a:lnTo>
                  <a:close/>
                  <a:moveTo>
                    <a:pt x="77" y="86"/>
                  </a:moveTo>
                  <a:cubicBezTo>
                    <a:pt x="77" y="86"/>
                    <a:pt x="77" y="86"/>
                    <a:pt x="77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D2E5DF02-793F-864C-87A3-DCCCFD2D2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" y="2460"/>
              <a:ext cx="431" cy="197"/>
            </a:xfrm>
            <a:custGeom>
              <a:avLst/>
              <a:gdLst/>
              <a:ahLst/>
              <a:cxnLst>
                <a:cxn ang="0">
                  <a:pos x="41" y="0"/>
                </a:cxn>
                <a:cxn ang="0">
                  <a:pos x="23" y="0"/>
                </a:cxn>
                <a:cxn ang="0">
                  <a:pos x="6" y="28"/>
                </a:cxn>
                <a:cxn ang="0">
                  <a:pos x="14" y="31"/>
                </a:cxn>
                <a:cxn ang="0">
                  <a:pos x="59" y="31"/>
                </a:cxn>
                <a:cxn ang="0">
                  <a:pos x="64" y="24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0" t="0" r="r" b="b"/>
              <a:pathLst>
                <a:path w="67" h="31">
                  <a:moveTo>
                    <a:pt x="41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0" y="17"/>
                    <a:pt x="6" y="28"/>
                  </a:cubicBezTo>
                  <a:cubicBezTo>
                    <a:pt x="6" y="28"/>
                    <a:pt x="8" y="31"/>
                    <a:pt x="14" y="31"/>
                  </a:cubicBezTo>
                  <a:cubicBezTo>
                    <a:pt x="19" y="31"/>
                    <a:pt x="59" y="31"/>
                    <a:pt x="59" y="31"/>
                  </a:cubicBezTo>
                  <a:cubicBezTo>
                    <a:pt x="59" y="31"/>
                    <a:pt x="67" y="31"/>
                    <a:pt x="64" y="24"/>
                  </a:cubicBezTo>
                  <a:cubicBezTo>
                    <a:pt x="62" y="21"/>
                    <a:pt x="55" y="5"/>
                    <a:pt x="41" y="0"/>
                  </a:cubicBez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3404C3A-EA30-2444-B5C3-22F685041A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0" y="2370"/>
              <a:ext cx="32" cy="3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561C2053-7CC0-3A45-ABC1-C39E3B7C54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" y="2294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2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A564044-5596-6840-8A9A-679810C99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7" y="2243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47" name="Freeform 35">
            <a:extLst>
              <a:ext uri="{FF2B5EF4-FFF2-40B4-BE49-F238E27FC236}">
                <a16:creationId xmlns:a16="http://schemas.microsoft.com/office/drawing/2014/main" id="{03510393-458F-9E47-83BA-C2CAD12E3987}"/>
              </a:ext>
            </a:extLst>
          </p:cNvPr>
          <p:cNvSpPr>
            <a:spLocks noEditPoints="1"/>
          </p:cNvSpPr>
          <p:nvPr/>
        </p:nvSpPr>
        <p:spPr bwMode="auto">
          <a:xfrm>
            <a:off x="7568101" y="2169108"/>
            <a:ext cx="742643" cy="891717"/>
          </a:xfrm>
          <a:custGeom>
            <a:avLst/>
            <a:gdLst/>
            <a:ahLst/>
            <a:cxnLst>
              <a:cxn ang="0">
                <a:pos x="37" y="23"/>
              </a:cxn>
              <a:cxn ang="0">
                <a:pos x="37" y="3"/>
              </a:cxn>
              <a:cxn ang="0">
                <a:pos x="40" y="3"/>
              </a:cxn>
              <a:cxn ang="0">
                <a:pos x="40" y="0"/>
              </a:cxn>
              <a:cxn ang="0">
                <a:pos x="17" y="0"/>
              </a:cxn>
              <a:cxn ang="0">
                <a:pos x="17" y="3"/>
              </a:cxn>
              <a:cxn ang="0">
                <a:pos x="20" y="3"/>
              </a:cxn>
              <a:cxn ang="0">
                <a:pos x="20" y="23"/>
              </a:cxn>
              <a:cxn ang="0">
                <a:pos x="0" y="60"/>
              </a:cxn>
              <a:cxn ang="0">
                <a:pos x="9" y="69"/>
              </a:cxn>
              <a:cxn ang="0">
                <a:pos x="49" y="69"/>
              </a:cxn>
              <a:cxn ang="0">
                <a:pos x="57" y="60"/>
              </a:cxn>
              <a:cxn ang="0">
                <a:pos x="37" y="23"/>
              </a:cxn>
              <a:cxn ang="0">
                <a:pos x="49" y="66"/>
              </a:cxn>
              <a:cxn ang="0">
                <a:pos x="9" y="66"/>
              </a:cxn>
              <a:cxn ang="0">
                <a:pos x="3" y="60"/>
              </a:cxn>
              <a:cxn ang="0">
                <a:pos x="22" y="24"/>
              </a:cxn>
              <a:cxn ang="0">
                <a:pos x="23" y="24"/>
              </a:cxn>
              <a:cxn ang="0">
                <a:pos x="23" y="3"/>
              </a:cxn>
              <a:cxn ang="0">
                <a:pos x="34" y="3"/>
              </a:cxn>
              <a:cxn ang="0">
                <a:pos x="34" y="24"/>
              </a:cxn>
              <a:cxn ang="0">
                <a:pos x="35" y="24"/>
              </a:cxn>
              <a:cxn ang="0">
                <a:pos x="54" y="60"/>
              </a:cxn>
              <a:cxn ang="0">
                <a:pos x="49" y="66"/>
              </a:cxn>
              <a:cxn ang="0">
                <a:pos x="20" y="55"/>
              </a:cxn>
              <a:cxn ang="0">
                <a:pos x="17" y="58"/>
              </a:cxn>
              <a:cxn ang="0">
                <a:pos x="14" y="55"/>
              </a:cxn>
              <a:cxn ang="0">
                <a:pos x="17" y="52"/>
              </a:cxn>
              <a:cxn ang="0">
                <a:pos x="20" y="55"/>
              </a:cxn>
              <a:cxn ang="0">
                <a:pos x="37" y="59"/>
              </a:cxn>
              <a:cxn ang="0">
                <a:pos x="33" y="63"/>
              </a:cxn>
              <a:cxn ang="0">
                <a:pos x="29" y="59"/>
              </a:cxn>
              <a:cxn ang="0">
                <a:pos x="33" y="55"/>
              </a:cxn>
              <a:cxn ang="0">
                <a:pos x="37" y="59"/>
              </a:cxn>
              <a:cxn ang="0">
                <a:pos x="30" y="54"/>
              </a:cxn>
              <a:cxn ang="0">
                <a:pos x="27" y="57"/>
              </a:cxn>
              <a:cxn ang="0">
                <a:pos x="23" y="54"/>
              </a:cxn>
              <a:cxn ang="0">
                <a:pos x="27" y="50"/>
              </a:cxn>
              <a:cxn ang="0">
                <a:pos x="30" y="54"/>
              </a:cxn>
              <a:cxn ang="0">
                <a:pos x="26" y="49"/>
              </a:cxn>
              <a:cxn ang="0">
                <a:pos x="21" y="44"/>
              </a:cxn>
              <a:cxn ang="0">
                <a:pos x="26" y="39"/>
              </a:cxn>
              <a:cxn ang="0">
                <a:pos x="31" y="44"/>
              </a:cxn>
              <a:cxn ang="0">
                <a:pos x="26" y="49"/>
              </a:cxn>
              <a:cxn ang="0">
                <a:pos x="34" y="44"/>
              </a:cxn>
              <a:cxn ang="0">
                <a:pos x="37" y="41"/>
              </a:cxn>
              <a:cxn ang="0">
                <a:pos x="40" y="44"/>
              </a:cxn>
              <a:cxn ang="0">
                <a:pos x="37" y="47"/>
              </a:cxn>
              <a:cxn ang="0">
                <a:pos x="34" y="44"/>
              </a:cxn>
              <a:cxn ang="0">
                <a:pos x="37" y="51"/>
              </a:cxn>
              <a:cxn ang="0">
                <a:pos x="35" y="53"/>
              </a:cxn>
              <a:cxn ang="0">
                <a:pos x="33" y="51"/>
              </a:cxn>
              <a:cxn ang="0">
                <a:pos x="35" y="49"/>
              </a:cxn>
              <a:cxn ang="0">
                <a:pos x="37" y="51"/>
              </a:cxn>
              <a:cxn ang="0">
                <a:pos x="37" y="51"/>
              </a:cxn>
              <a:cxn ang="0">
                <a:pos x="37" y="51"/>
              </a:cxn>
            </a:cxnLst>
            <a:rect l="0" t="0" r="r" b="b"/>
            <a:pathLst>
              <a:path w="57" h="69">
                <a:moveTo>
                  <a:pt x="37" y="23"/>
                </a:moveTo>
                <a:cubicBezTo>
                  <a:pt x="37" y="3"/>
                  <a:pt x="37" y="3"/>
                  <a:pt x="37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0"/>
                  <a:pt x="40" y="0"/>
                  <a:pt x="4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0" y="51"/>
                  <a:pt x="0" y="60"/>
                </a:cubicBezTo>
                <a:cubicBezTo>
                  <a:pt x="0" y="69"/>
                  <a:pt x="9" y="69"/>
                  <a:pt x="9" y="69"/>
                </a:cubicBezTo>
                <a:cubicBezTo>
                  <a:pt x="49" y="69"/>
                  <a:pt x="49" y="69"/>
                  <a:pt x="49" y="69"/>
                </a:cubicBezTo>
                <a:cubicBezTo>
                  <a:pt x="49" y="69"/>
                  <a:pt x="57" y="69"/>
                  <a:pt x="57" y="60"/>
                </a:cubicBezTo>
                <a:cubicBezTo>
                  <a:pt x="57" y="51"/>
                  <a:pt x="37" y="23"/>
                  <a:pt x="37" y="23"/>
                </a:cubicBezTo>
                <a:close/>
                <a:moveTo>
                  <a:pt x="49" y="66"/>
                </a:moveTo>
                <a:cubicBezTo>
                  <a:pt x="9" y="66"/>
                  <a:pt x="9" y="66"/>
                  <a:pt x="9" y="66"/>
                </a:cubicBezTo>
                <a:cubicBezTo>
                  <a:pt x="8" y="66"/>
                  <a:pt x="3" y="65"/>
                  <a:pt x="3" y="60"/>
                </a:cubicBezTo>
                <a:cubicBezTo>
                  <a:pt x="3" y="54"/>
                  <a:pt x="15" y="35"/>
                  <a:pt x="22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3"/>
                  <a:pt x="23" y="3"/>
                  <a:pt x="23" y="3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24"/>
                  <a:pt x="34" y="24"/>
                  <a:pt x="34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42" y="35"/>
                  <a:pt x="54" y="54"/>
                  <a:pt x="54" y="60"/>
                </a:cubicBezTo>
                <a:cubicBezTo>
                  <a:pt x="54" y="65"/>
                  <a:pt x="50" y="66"/>
                  <a:pt x="49" y="66"/>
                </a:cubicBezTo>
                <a:close/>
                <a:moveTo>
                  <a:pt x="20" y="55"/>
                </a:moveTo>
                <a:cubicBezTo>
                  <a:pt x="20" y="56"/>
                  <a:pt x="19" y="58"/>
                  <a:pt x="17" y="58"/>
                </a:cubicBezTo>
                <a:cubicBezTo>
                  <a:pt x="16" y="58"/>
                  <a:pt x="14" y="56"/>
                  <a:pt x="14" y="55"/>
                </a:cubicBezTo>
                <a:cubicBezTo>
                  <a:pt x="14" y="53"/>
                  <a:pt x="16" y="52"/>
                  <a:pt x="17" y="52"/>
                </a:cubicBezTo>
                <a:cubicBezTo>
                  <a:pt x="19" y="52"/>
                  <a:pt x="20" y="53"/>
                  <a:pt x="20" y="55"/>
                </a:cubicBezTo>
                <a:close/>
                <a:moveTo>
                  <a:pt x="37" y="59"/>
                </a:moveTo>
                <a:cubicBezTo>
                  <a:pt x="37" y="61"/>
                  <a:pt x="35" y="63"/>
                  <a:pt x="33" y="63"/>
                </a:cubicBezTo>
                <a:cubicBezTo>
                  <a:pt x="31" y="63"/>
                  <a:pt x="29" y="61"/>
                  <a:pt x="29" y="59"/>
                </a:cubicBezTo>
                <a:cubicBezTo>
                  <a:pt x="29" y="57"/>
                  <a:pt x="31" y="55"/>
                  <a:pt x="33" y="55"/>
                </a:cubicBezTo>
                <a:cubicBezTo>
                  <a:pt x="35" y="55"/>
                  <a:pt x="37" y="57"/>
                  <a:pt x="37" y="59"/>
                </a:cubicBezTo>
                <a:close/>
                <a:moveTo>
                  <a:pt x="30" y="54"/>
                </a:moveTo>
                <a:cubicBezTo>
                  <a:pt x="30" y="56"/>
                  <a:pt x="29" y="57"/>
                  <a:pt x="27" y="57"/>
                </a:cubicBezTo>
                <a:cubicBezTo>
                  <a:pt x="25" y="57"/>
                  <a:pt x="23" y="56"/>
                  <a:pt x="23" y="54"/>
                </a:cubicBezTo>
                <a:cubicBezTo>
                  <a:pt x="23" y="52"/>
                  <a:pt x="25" y="50"/>
                  <a:pt x="27" y="50"/>
                </a:cubicBezTo>
                <a:cubicBezTo>
                  <a:pt x="29" y="50"/>
                  <a:pt x="30" y="52"/>
                  <a:pt x="30" y="54"/>
                </a:cubicBezTo>
                <a:close/>
                <a:moveTo>
                  <a:pt x="26" y="49"/>
                </a:moveTo>
                <a:cubicBezTo>
                  <a:pt x="23" y="49"/>
                  <a:pt x="21" y="47"/>
                  <a:pt x="21" y="44"/>
                </a:cubicBezTo>
                <a:cubicBezTo>
                  <a:pt x="21" y="41"/>
                  <a:pt x="23" y="39"/>
                  <a:pt x="26" y="39"/>
                </a:cubicBezTo>
                <a:cubicBezTo>
                  <a:pt x="29" y="39"/>
                  <a:pt x="31" y="41"/>
                  <a:pt x="31" y="44"/>
                </a:cubicBezTo>
                <a:cubicBezTo>
                  <a:pt x="31" y="47"/>
                  <a:pt x="29" y="49"/>
                  <a:pt x="26" y="49"/>
                </a:cubicBezTo>
                <a:close/>
                <a:moveTo>
                  <a:pt x="34" y="44"/>
                </a:moveTo>
                <a:cubicBezTo>
                  <a:pt x="34" y="43"/>
                  <a:pt x="35" y="41"/>
                  <a:pt x="37" y="41"/>
                </a:cubicBezTo>
                <a:cubicBezTo>
                  <a:pt x="38" y="41"/>
                  <a:pt x="40" y="43"/>
                  <a:pt x="40" y="44"/>
                </a:cubicBezTo>
                <a:cubicBezTo>
                  <a:pt x="40" y="46"/>
                  <a:pt x="38" y="47"/>
                  <a:pt x="37" y="47"/>
                </a:cubicBezTo>
                <a:cubicBezTo>
                  <a:pt x="35" y="47"/>
                  <a:pt x="34" y="46"/>
                  <a:pt x="34" y="44"/>
                </a:cubicBezTo>
                <a:close/>
                <a:moveTo>
                  <a:pt x="37" y="51"/>
                </a:moveTo>
                <a:cubicBezTo>
                  <a:pt x="37" y="52"/>
                  <a:pt x="36" y="53"/>
                  <a:pt x="35" y="53"/>
                </a:cubicBezTo>
                <a:cubicBezTo>
                  <a:pt x="34" y="53"/>
                  <a:pt x="33" y="52"/>
                  <a:pt x="33" y="51"/>
                </a:cubicBezTo>
                <a:cubicBezTo>
                  <a:pt x="33" y="50"/>
                  <a:pt x="34" y="49"/>
                  <a:pt x="35" y="49"/>
                </a:cubicBezTo>
                <a:cubicBezTo>
                  <a:pt x="36" y="49"/>
                  <a:pt x="37" y="50"/>
                  <a:pt x="37" y="51"/>
                </a:cubicBezTo>
                <a:close/>
                <a:moveTo>
                  <a:pt x="37" y="51"/>
                </a:moveTo>
                <a:cubicBezTo>
                  <a:pt x="37" y="51"/>
                  <a:pt x="37" y="51"/>
                  <a:pt x="37" y="51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8" name="TextBox 205">
            <a:extLst>
              <a:ext uri="{FF2B5EF4-FFF2-40B4-BE49-F238E27FC236}">
                <a16:creationId xmlns:a16="http://schemas.microsoft.com/office/drawing/2014/main" id="{AB092B44-8AC2-D34D-923D-B385F013423B}"/>
              </a:ext>
            </a:extLst>
          </p:cNvPr>
          <p:cNvSpPr txBox="1"/>
          <p:nvPr/>
        </p:nvSpPr>
        <p:spPr>
          <a:xfrm>
            <a:off x="6864094" y="3167842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TextBox 206">
            <a:extLst>
              <a:ext uri="{FF2B5EF4-FFF2-40B4-BE49-F238E27FC236}">
                <a16:creationId xmlns:a16="http://schemas.microsoft.com/office/drawing/2014/main" id="{203DE10C-3FE3-AE48-9D07-3C087081D317}"/>
              </a:ext>
            </a:extLst>
          </p:cNvPr>
          <p:cNvSpPr txBox="1"/>
          <p:nvPr/>
        </p:nvSpPr>
        <p:spPr>
          <a:xfrm>
            <a:off x="6864094" y="5395313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6868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6868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Box 217">
            <a:extLst>
              <a:ext uri="{FF2B5EF4-FFF2-40B4-BE49-F238E27FC236}">
                <a16:creationId xmlns:a16="http://schemas.microsoft.com/office/drawing/2014/main" id="{A6FC32E3-D6A1-2143-A471-1B4A1DE3127A}"/>
              </a:ext>
            </a:extLst>
          </p:cNvPr>
          <p:cNvSpPr txBox="1"/>
          <p:nvPr/>
        </p:nvSpPr>
        <p:spPr>
          <a:xfrm>
            <a:off x="9303031" y="3167842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564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564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Box 229">
            <a:extLst>
              <a:ext uri="{FF2B5EF4-FFF2-40B4-BE49-F238E27FC236}">
                <a16:creationId xmlns:a16="http://schemas.microsoft.com/office/drawing/2014/main" id="{B9E8A941-82B4-2846-B7D7-F79276365EE0}"/>
              </a:ext>
            </a:extLst>
          </p:cNvPr>
          <p:cNvSpPr txBox="1"/>
          <p:nvPr/>
        </p:nvSpPr>
        <p:spPr>
          <a:xfrm>
            <a:off x="9303031" y="5395313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Freeform 39">
            <a:extLst>
              <a:ext uri="{FF2B5EF4-FFF2-40B4-BE49-F238E27FC236}">
                <a16:creationId xmlns:a16="http://schemas.microsoft.com/office/drawing/2014/main" id="{857B7A5D-461E-D148-8E92-93981D390AC4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872966" y="1949832"/>
            <a:ext cx="2743949" cy="4381567"/>
          </a:xfrm>
          <a:custGeom>
            <a:avLst/>
            <a:gdLst/>
            <a:ahLst/>
            <a:cxnLst>
              <a:cxn ang="0">
                <a:pos x="132" y="74"/>
              </a:cxn>
              <a:cxn ang="0">
                <a:pos x="88" y="47"/>
              </a:cxn>
              <a:cxn ang="0">
                <a:pos x="82" y="25"/>
              </a:cxn>
              <a:cxn ang="0">
                <a:pos x="81" y="13"/>
              </a:cxn>
              <a:cxn ang="0">
                <a:pos x="92" y="8"/>
              </a:cxn>
              <a:cxn ang="0">
                <a:pos x="87" y="0"/>
              </a:cxn>
              <a:cxn ang="0">
                <a:pos x="45" y="5"/>
              </a:cxn>
              <a:cxn ang="0">
                <a:pos x="50" y="13"/>
              </a:cxn>
              <a:cxn ang="0">
                <a:pos x="56" y="14"/>
              </a:cxn>
              <a:cxn ang="0">
                <a:pos x="50" y="32"/>
              </a:cxn>
              <a:cxn ang="0">
                <a:pos x="57" y="145"/>
              </a:cxn>
              <a:cxn ang="0">
                <a:pos x="57" y="193"/>
              </a:cxn>
              <a:cxn ang="0">
                <a:pos x="81" y="193"/>
              </a:cxn>
              <a:cxn ang="0">
                <a:pos x="81" y="145"/>
              </a:cxn>
              <a:cxn ang="0">
                <a:pos x="88" y="111"/>
              </a:cxn>
              <a:cxn ang="0">
                <a:pos x="127" y="97"/>
              </a:cxn>
              <a:cxn ang="0">
                <a:pos x="147" y="209"/>
              </a:cxn>
              <a:cxn ang="0">
                <a:pos x="123" y="218"/>
              </a:cxn>
              <a:cxn ang="0">
                <a:pos x="28" y="228"/>
              </a:cxn>
              <a:cxn ang="0">
                <a:pos x="123" y="224"/>
              </a:cxn>
              <a:cxn ang="0">
                <a:pos x="90" y="240"/>
              </a:cxn>
              <a:cxn ang="0">
                <a:pos x="69" y="240"/>
              </a:cxn>
              <a:cxn ang="0">
                <a:pos x="0" y="265"/>
              </a:cxn>
              <a:cxn ang="0">
                <a:pos x="150" y="294"/>
              </a:cxn>
              <a:cxn ang="0">
                <a:pos x="112" y="265"/>
              </a:cxn>
              <a:cxn ang="0">
                <a:pos x="183" y="163"/>
              </a:cxn>
              <a:cxn ang="0">
                <a:pos x="72" y="79"/>
              </a:cxn>
              <a:cxn ang="0">
                <a:pos x="124" y="70"/>
              </a:cxn>
              <a:cxn ang="0">
                <a:pos x="99" y="60"/>
              </a:cxn>
              <a:cxn ang="0">
                <a:pos x="99" y="99"/>
              </a:cxn>
              <a:cxn ang="0">
                <a:pos x="121" y="93"/>
              </a:cxn>
              <a:cxn ang="0">
                <a:pos x="99" y="106"/>
              </a:cxn>
            </a:cxnLst>
            <a:rect l="0" t="0" r="r" b="b"/>
            <a:pathLst>
              <a:path w="183" h="294">
                <a:moveTo>
                  <a:pt x="183" y="163"/>
                </a:moveTo>
                <a:cubicBezTo>
                  <a:pt x="183" y="124"/>
                  <a:pt x="162" y="91"/>
                  <a:pt x="132" y="74"/>
                </a:cubicBezTo>
                <a:cubicBezTo>
                  <a:pt x="130" y="58"/>
                  <a:pt x="116" y="46"/>
                  <a:pt x="99" y="46"/>
                </a:cubicBezTo>
                <a:cubicBezTo>
                  <a:pt x="95" y="46"/>
                  <a:pt x="91" y="46"/>
                  <a:pt x="88" y="47"/>
                </a:cubicBezTo>
                <a:cubicBezTo>
                  <a:pt x="88" y="32"/>
                  <a:pt x="88" y="32"/>
                  <a:pt x="88" y="32"/>
                </a:cubicBezTo>
                <a:cubicBezTo>
                  <a:pt x="88" y="29"/>
                  <a:pt x="85" y="26"/>
                  <a:pt x="82" y="25"/>
                </a:cubicBezTo>
                <a:cubicBezTo>
                  <a:pt x="82" y="14"/>
                  <a:pt x="82" y="14"/>
                  <a:pt x="82" y="14"/>
                </a:cubicBezTo>
                <a:cubicBezTo>
                  <a:pt x="82" y="13"/>
                  <a:pt x="82" y="13"/>
                  <a:pt x="81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90" y="13"/>
                  <a:pt x="92" y="11"/>
                  <a:pt x="92" y="8"/>
                </a:cubicBezTo>
                <a:cubicBezTo>
                  <a:pt x="92" y="5"/>
                  <a:pt x="92" y="5"/>
                  <a:pt x="92" y="5"/>
                </a:cubicBezTo>
                <a:cubicBezTo>
                  <a:pt x="92" y="2"/>
                  <a:pt x="90" y="0"/>
                  <a:pt x="8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48" y="0"/>
                  <a:pt x="45" y="2"/>
                  <a:pt x="45" y="5"/>
                </a:cubicBezTo>
                <a:cubicBezTo>
                  <a:pt x="45" y="8"/>
                  <a:pt x="45" y="8"/>
                  <a:pt x="45" y="8"/>
                </a:cubicBezTo>
                <a:cubicBezTo>
                  <a:pt x="45" y="11"/>
                  <a:pt x="48" y="13"/>
                  <a:pt x="50" y="13"/>
                </a:cubicBezTo>
                <a:cubicBezTo>
                  <a:pt x="56" y="13"/>
                  <a:pt x="56" y="13"/>
                  <a:pt x="56" y="13"/>
                </a:cubicBezTo>
                <a:cubicBezTo>
                  <a:pt x="56" y="13"/>
                  <a:pt x="56" y="13"/>
                  <a:pt x="56" y="14"/>
                </a:cubicBezTo>
                <a:cubicBezTo>
                  <a:pt x="56" y="25"/>
                  <a:pt x="56" y="25"/>
                  <a:pt x="56" y="25"/>
                </a:cubicBezTo>
                <a:cubicBezTo>
                  <a:pt x="52" y="26"/>
                  <a:pt x="50" y="29"/>
                  <a:pt x="50" y="32"/>
                </a:cubicBezTo>
                <a:cubicBezTo>
                  <a:pt x="50" y="138"/>
                  <a:pt x="50" y="138"/>
                  <a:pt x="50" y="138"/>
                </a:cubicBezTo>
                <a:cubicBezTo>
                  <a:pt x="50" y="142"/>
                  <a:pt x="53" y="145"/>
                  <a:pt x="57" y="145"/>
                </a:cubicBezTo>
                <a:cubicBezTo>
                  <a:pt x="57" y="193"/>
                  <a:pt x="57" y="193"/>
                  <a:pt x="57" y="193"/>
                </a:cubicBezTo>
                <a:cubicBezTo>
                  <a:pt x="57" y="193"/>
                  <a:pt x="57" y="193"/>
                  <a:pt x="57" y="193"/>
                </a:cubicBezTo>
                <a:cubicBezTo>
                  <a:pt x="58" y="195"/>
                  <a:pt x="63" y="197"/>
                  <a:pt x="69" y="197"/>
                </a:cubicBezTo>
                <a:cubicBezTo>
                  <a:pt x="75" y="197"/>
                  <a:pt x="80" y="195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85" y="145"/>
                  <a:pt x="88" y="142"/>
                  <a:pt x="88" y="138"/>
                </a:cubicBezTo>
                <a:cubicBezTo>
                  <a:pt x="88" y="111"/>
                  <a:pt x="88" y="111"/>
                  <a:pt x="88" y="111"/>
                </a:cubicBezTo>
                <a:cubicBezTo>
                  <a:pt x="91" y="112"/>
                  <a:pt x="95" y="113"/>
                  <a:pt x="99" y="113"/>
                </a:cubicBezTo>
                <a:cubicBezTo>
                  <a:pt x="111" y="113"/>
                  <a:pt x="121" y="106"/>
                  <a:pt x="127" y="97"/>
                </a:cubicBezTo>
                <a:cubicBezTo>
                  <a:pt x="148" y="110"/>
                  <a:pt x="161" y="135"/>
                  <a:pt x="161" y="163"/>
                </a:cubicBezTo>
                <a:cubicBezTo>
                  <a:pt x="161" y="180"/>
                  <a:pt x="156" y="196"/>
                  <a:pt x="147" y="209"/>
                </a:cubicBezTo>
                <a:cubicBezTo>
                  <a:pt x="123" y="219"/>
                  <a:pt x="123" y="219"/>
                  <a:pt x="123" y="219"/>
                </a:cubicBezTo>
                <a:cubicBezTo>
                  <a:pt x="123" y="218"/>
                  <a:pt x="123" y="218"/>
                  <a:pt x="123" y="218"/>
                </a:cubicBezTo>
                <a:cubicBezTo>
                  <a:pt x="28" y="218"/>
                  <a:pt x="28" y="218"/>
                  <a:pt x="28" y="218"/>
                </a:cubicBezTo>
                <a:cubicBezTo>
                  <a:pt x="28" y="228"/>
                  <a:pt x="28" y="228"/>
                  <a:pt x="28" y="228"/>
                </a:cubicBezTo>
                <a:cubicBezTo>
                  <a:pt x="123" y="228"/>
                  <a:pt x="123" y="228"/>
                  <a:pt x="123" y="228"/>
                </a:cubicBezTo>
                <a:cubicBezTo>
                  <a:pt x="123" y="224"/>
                  <a:pt x="123" y="224"/>
                  <a:pt x="123" y="224"/>
                </a:cubicBezTo>
                <a:cubicBezTo>
                  <a:pt x="141" y="216"/>
                  <a:pt x="141" y="216"/>
                  <a:pt x="141" y="216"/>
                </a:cubicBezTo>
                <a:cubicBezTo>
                  <a:pt x="128" y="231"/>
                  <a:pt x="110" y="240"/>
                  <a:pt x="90" y="240"/>
                </a:cubicBezTo>
                <a:cubicBezTo>
                  <a:pt x="90" y="240"/>
                  <a:pt x="90" y="240"/>
                  <a:pt x="90" y="240"/>
                </a:cubicBezTo>
                <a:cubicBezTo>
                  <a:pt x="69" y="240"/>
                  <a:pt x="69" y="240"/>
                  <a:pt x="69" y="240"/>
                </a:cubicBezTo>
                <a:cubicBezTo>
                  <a:pt x="69" y="265"/>
                  <a:pt x="69" y="265"/>
                  <a:pt x="69" y="265"/>
                </a:cubicBezTo>
                <a:cubicBezTo>
                  <a:pt x="0" y="265"/>
                  <a:pt x="0" y="265"/>
                  <a:pt x="0" y="265"/>
                </a:cubicBezTo>
                <a:cubicBezTo>
                  <a:pt x="0" y="294"/>
                  <a:pt x="0" y="294"/>
                  <a:pt x="0" y="294"/>
                </a:cubicBezTo>
                <a:cubicBezTo>
                  <a:pt x="150" y="294"/>
                  <a:pt x="150" y="294"/>
                  <a:pt x="150" y="294"/>
                </a:cubicBezTo>
                <a:cubicBezTo>
                  <a:pt x="150" y="265"/>
                  <a:pt x="150" y="265"/>
                  <a:pt x="150" y="265"/>
                </a:cubicBezTo>
                <a:cubicBezTo>
                  <a:pt x="112" y="265"/>
                  <a:pt x="112" y="265"/>
                  <a:pt x="112" y="265"/>
                </a:cubicBezTo>
                <a:cubicBezTo>
                  <a:pt x="112" y="259"/>
                  <a:pt x="112" y="259"/>
                  <a:pt x="112" y="259"/>
                </a:cubicBezTo>
                <a:cubicBezTo>
                  <a:pt x="153" y="248"/>
                  <a:pt x="183" y="209"/>
                  <a:pt x="183" y="163"/>
                </a:cubicBezTo>
                <a:close/>
                <a:moveTo>
                  <a:pt x="99" y="106"/>
                </a:moveTo>
                <a:cubicBezTo>
                  <a:pt x="84" y="106"/>
                  <a:pt x="72" y="94"/>
                  <a:pt x="72" y="79"/>
                </a:cubicBezTo>
                <a:cubicBezTo>
                  <a:pt x="72" y="65"/>
                  <a:pt x="84" y="53"/>
                  <a:pt x="99" y="53"/>
                </a:cubicBezTo>
                <a:cubicBezTo>
                  <a:pt x="110" y="53"/>
                  <a:pt x="120" y="60"/>
                  <a:pt x="124" y="70"/>
                </a:cubicBezTo>
                <a:cubicBezTo>
                  <a:pt x="121" y="69"/>
                  <a:pt x="117" y="68"/>
                  <a:pt x="114" y="67"/>
                </a:cubicBezTo>
                <a:cubicBezTo>
                  <a:pt x="110" y="63"/>
                  <a:pt x="105" y="60"/>
                  <a:pt x="99" y="60"/>
                </a:cubicBezTo>
                <a:cubicBezTo>
                  <a:pt x="88" y="60"/>
                  <a:pt x="79" y="68"/>
                  <a:pt x="79" y="79"/>
                </a:cubicBezTo>
                <a:cubicBezTo>
                  <a:pt x="79" y="90"/>
                  <a:pt x="88" y="99"/>
                  <a:pt x="99" y="99"/>
                </a:cubicBezTo>
                <a:cubicBezTo>
                  <a:pt x="105" y="99"/>
                  <a:pt x="111" y="95"/>
                  <a:pt x="115" y="90"/>
                </a:cubicBezTo>
                <a:cubicBezTo>
                  <a:pt x="117" y="91"/>
                  <a:pt x="119" y="92"/>
                  <a:pt x="121" y="93"/>
                </a:cubicBezTo>
                <a:cubicBezTo>
                  <a:pt x="116" y="101"/>
                  <a:pt x="108" y="106"/>
                  <a:pt x="99" y="106"/>
                </a:cubicBezTo>
                <a:close/>
                <a:moveTo>
                  <a:pt x="99" y="106"/>
                </a:moveTo>
                <a:cubicBezTo>
                  <a:pt x="99" y="106"/>
                  <a:pt x="99" y="106"/>
                  <a:pt x="99" y="106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94038C25-05CF-B74B-9983-1C5AE350C9B6}"/>
              </a:ext>
            </a:extLst>
          </p:cNvPr>
          <p:cNvSpPr txBox="1">
            <a:spLocks/>
          </p:cNvSpPr>
          <p:nvPr/>
        </p:nvSpPr>
        <p:spPr>
          <a:xfrm>
            <a:off x="4145169" y="4855680"/>
            <a:ext cx="958596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3733" dirty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A33F750C-A009-4745-8624-D643369C87E4}"/>
              </a:ext>
            </a:extLst>
          </p:cNvPr>
          <p:cNvSpPr txBox="1">
            <a:spLocks/>
          </p:cNvSpPr>
          <p:nvPr/>
        </p:nvSpPr>
        <p:spPr>
          <a:xfrm>
            <a:off x="4186265" y="5707787"/>
            <a:ext cx="958596" cy="57445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r" defTabSz="1219170">
              <a:spcBef>
                <a:spcPct val="20000"/>
              </a:spcBef>
              <a:defRPr/>
            </a:pPr>
            <a:r>
              <a:rPr lang="en-US" sz="3733" dirty="0">
                <a:solidFill>
                  <a:srgbClr val="FFFFFF"/>
                </a:solidFill>
                <a:latin typeface="Arial"/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953045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500"/>
                            </p:stCondLst>
                            <p:childTnLst>
                              <p:par>
                                <p:cTn id="9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000"/>
                            </p:stCondLst>
                            <p:childTnLst>
                              <p:par>
                                <p:cTn id="9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000"/>
                            </p:stCondLst>
                            <p:childTnLst>
                              <p:par>
                                <p:cTn id="10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500"/>
                            </p:stCondLst>
                            <p:childTnLst>
                              <p:par>
                                <p:cTn id="10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1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7" grpId="0" animBg="1"/>
      <p:bldP spid="48" grpId="0"/>
      <p:bldP spid="49" grpId="0"/>
      <p:bldP spid="50" grpId="0"/>
      <p:bldP spid="51" grpId="0"/>
      <p:bldP spid="52" grpId="0" animBg="1"/>
      <p:bldP spid="53" grpId="0"/>
      <p:bldP spid="5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0">
            <a:extLst>
              <a:ext uri="{FF2B5EF4-FFF2-40B4-BE49-F238E27FC236}">
                <a16:creationId xmlns:a16="http://schemas.microsoft.com/office/drawing/2014/main" id="{76734CE9-1D23-7542-94B5-ECEDA0B47346}"/>
              </a:ext>
            </a:extLst>
          </p:cNvPr>
          <p:cNvSpPr>
            <a:spLocks noEditPoints="1"/>
          </p:cNvSpPr>
          <p:nvPr/>
        </p:nvSpPr>
        <p:spPr bwMode="auto">
          <a:xfrm>
            <a:off x="1048182" y="1755511"/>
            <a:ext cx="3781452" cy="2589473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1D0639B6-903F-6647-868C-A8493AC882E3}"/>
              </a:ext>
            </a:extLst>
          </p:cNvPr>
          <p:cNvGrpSpPr/>
          <p:nvPr/>
        </p:nvGrpSpPr>
        <p:grpSpPr>
          <a:xfrm>
            <a:off x="9292461" y="2071584"/>
            <a:ext cx="1361016" cy="1511300"/>
            <a:chOff x="5265738" y="1744663"/>
            <a:chExt cx="1020762" cy="1133475"/>
          </a:xfrm>
          <a:solidFill>
            <a:schemeClr val="accent4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75A094A-CAAD-4F48-8BCC-B1D8843D1D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2108201"/>
              <a:ext cx="481012" cy="338138"/>
            </a:xfrm>
            <a:custGeom>
              <a:avLst/>
              <a:gdLst/>
              <a:ahLst/>
              <a:cxnLst>
                <a:cxn ang="0">
                  <a:pos x="64" y="88"/>
                </a:cxn>
                <a:cxn ang="0">
                  <a:pos x="127" y="0"/>
                </a:cxn>
                <a:cxn ang="0">
                  <a:pos x="0" y="0"/>
                </a:cxn>
                <a:cxn ang="0">
                  <a:pos x="64" y="88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127" h="89">
                  <a:moveTo>
                    <a:pt x="64" y="88"/>
                  </a:moveTo>
                  <a:cubicBezTo>
                    <a:pt x="102" y="87"/>
                    <a:pt x="127" y="52"/>
                    <a:pt x="1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4"/>
                    <a:pt x="25" y="89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DCE1B88-7B95-BD4B-B3CF-F1E3A3CB2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738" y="2430463"/>
              <a:ext cx="1020762" cy="447675"/>
            </a:xfrm>
            <a:custGeom>
              <a:avLst/>
              <a:gdLst/>
              <a:ahLst/>
              <a:cxnLst>
                <a:cxn ang="0">
                  <a:pos x="222" y="39"/>
                </a:cxn>
                <a:cxn ang="0">
                  <a:pos x="210" y="28"/>
                </a:cxn>
                <a:cxn ang="0">
                  <a:pos x="176" y="13"/>
                </a:cxn>
                <a:cxn ang="0">
                  <a:pos x="162" y="1"/>
                </a:cxn>
                <a:cxn ang="0">
                  <a:pos x="134" y="26"/>
                </a:cxn>
                <a:cxn ang="0">
                  <a:pos x="108" y="0"/>
                </a:cxn>
                <a:cxn ang="0">
                  <a:pos x="92" y="14"/>
                </a:cxn>
                <a:cxn ang="0">
                  <a:pos x="59" y="29"/>
                </a:cxn>
                <a:cxn ang="0">
                  <a:pos x="48" y="39"/>
                </a:cxn>
                <a:cxn ang="0">
                  <a:pos x="0" y="118"/>
                </a:cxn>
                <a:cxn ang="0">
                  <a:pos x="121" y="118"/>
                </a:cxn>
                <a:cxn ang="0">
                  <a:pos x="134" y="53"/>
                </a:cxn>
                <a:cxn ang="0">
                  <a:pos x="148" y="118"/>
                </a:cxn>
                <a:cxn ang="0">
                  <a:pos x="269" y="118"/>
                </a:cxn>
                <a:cxn ang="0">
                  <a:pos x="222" y="39"/>
                </a:cxn>
                <a:cxn ang="0">
                  <a:pos x="212" y="86"/>
                </a:cxn>
                <a:cxn ang="0">
                  <a:pos x="200" y="86"/>
                </a:cxn>
                <a:cxn ang="0">
                  <a:pos x="200" y="98"/>
                </a:cxn>
                <a:cxn ang="0">
                  <a:pos x="185" y="98"/>
                </a:cxn>
                <a:cxn ang="0">
                  <a:pos x="185" y="86"/>
                </a:cxn>
                <a:cxn ang="0">
                  <a:pos x="173" y="86"/>
                </a:cxn>
                <a:cxn ang="0">
                  <a:pos x="173" y="72"/>
                </a:cxn>
                <a:cxn ang="0">
                  <a:pos x="185" y="72"/>
                </a:cxn>
                <a:cxn ang="0">
                  <a:pos x="185" y="59"/>
                </a:cxn>
                <a:cxn ang="0">
                  <a:pos x="200" y="59"/>
                </a:cxn>
                <a:cxn ang="0">
                  <a:pos x="200" y="72"/>
                </a:cxn>
                <a:cxn ang="0">
                  <a:pos x="212" y="72"/>
                </a:cxn>
                <a:cxn ang="0">
                  <a:pos x="212" y="86"/>
                </a:cxn>
                <a:cxn ang="0">
                  <a:pos x="212" y="86"/>
                </a:cxn>
                <a:cxn ang="0">
                  <a:pos x="212" y="86"/>
                </a:cxn>
              </a:cxnLst>
              <a:rect l="0" t="0" r="r" b="b"/>
              <a:pathLst>
                <a:path w="269" h="118">
                  <a:moveTo>
                    <a:pt x="222" y="39"/>
                  </a:moveTo>
                  <a:cubicBezTo>
                    <a:pt x="219" y="34"/>
                    <a:pt x="214" y="30"/>
                    <a:pt x="210" y="28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62" y="1"/>
                    <a:pt x="162" y="1"/>
                    <a:pt x="162" y="1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5" y="31"/>
                    <a:pt x="50" y="34"/>
                    <a:pt x="48" y="39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269" y="118"/>
                    <a:pt x="269" y="118"/>
                    <a:pt x="269" y="118"/>
                  </a:cubicBezTo>
                  <a:lnTo>
                    <a:pt x="222" y="39"/>
                  </a:lnTo>
                  <a:close/>
                  <a:moveTo>
                    <a:pt x="212" y="86"/>
                  </a:moveTo>
                  <a:cubicBezTo>
                    <a:pt x="200" y="86"/>
                    <a:pt x="200" y="86"/>
                    <a:pt x="200" y="86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86"/>
                    <a:pt x="185" y="86"/>
                    <a:pt x="185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5" y="59"/>
                    <a:pt x="185" y="59"/>
                    <a:pt x="185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12" y="72"/>
                    <a:pt x="212" y="72"/>
                    <a:pt x="212" y="72"/>
                  </a:cubicBezTo>
                  <a:lnTo>
                    <a:pt x="212" y="86"/>
                  </a:lnTo>
                  <a:close/>
                  <a:moveTo>
                    <a:pt x="212" y="86"/>
                  </a:moveTo>
                  <a:cubicBezTo>
                    <a:pt x="212" y="86"/>
                    <a:pt x="212" y="86"/>
                    <a:pt x="212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AF96306-612A-0341-B029-63C03AC99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1744663"/>
              <a:ext cx="481012" cy="311150"/>
            </a:xfrm>
            <a:custGeom>
              <a:avLst/>
              <a:gdLst/>
              <a:ahLst/>
              <a:cxnLst>
                <a:cxn ang="0">
                  <a:pos x="127" y="65"/>
                </a:cxn>
                <a:cxn ang="0">
                  <a:pos x="92" y="28"/>
                </a:cxn>
                <a:cxn ang="0">
                  <a:pos x="92" y="28"/>
                </a:cxn>
                <a:cxn ang="0">
                  <a:pos x="64" y="0"/>
                </a:cxn>
                <a:cxn ang="0">
                  <a:pos x="36" y="28"/>
                </a:cxn>
                <a:cxn ang="0">
                  <a:pos x="36" y="28"/>
                </a:cxn>
                <a:cxn ang="0">
                  <a:pos x="0" y="65"/>
                </a:cxn>
                <a:cxn ang="0">
                  <a:pos x="0" y="82"/>
                </a:cxn>
                <a:cxn ang="0">
                  <a:pos x="127" y="82"/>
                </a:cxn>
                <a:cxn ang="0">
                  <a:pos x="127" y="65"/>
                </a:cxn>
                <a:cxn ang="0">
                  <a:pos x="64" y="12"/>
                </a:cxn>
                <a:cxn ang="0">
                  <a:pos x="79" y="28"/>
                </a:cxn>
                <a:cxn ang="0">
                  <a:pos x="64" y="44"/>
                </a:cxn>
                <a:cxn ang="0">
                  <a:pos x="48" y="28"/>
                </a:cxn>
                <a:cxn ang="0">
                  <a:pos x="64" y="12"/>
                </a:cxn>
                <a:cxn ang="0">
                  <a:pos x="64" y="12"/>
                </a:cxn>
                <a:cxn ang="0">
                  <a:pos x="64" y="12"/>
                </a:cxn>
              </a:cxnLst>
              <a:rect l="0" t="0" r="r" b="b"/>
              <a:pathLst>
                <a:path w="127" h="82">
                  <a:moveTo>
                    <a:pt x="127" y="65"/>
                  </a:moveTo>
                  <a:cubicBezTo>
                    <a:pt x="127" y="45"/>
                    <a:pt x="111" y="29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12"/>
                    <a:pt x="79" y="0"/>
                    <a:pt x="64" y="0"/>
                  </a:cubicBezTo>
                  <a:cubicBezTo>
                    <a:pt x="48" y="0"/>
                    <a:pt x="36" y="12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16" y="29"/>
                    <a:pt x="0" y="45"/>
                    <a:pt x="0" y="6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27" y="82"/>
                    <a:pt x="127" y="82"/>
                    <a:pt x="127" y="82"/>
                  </a:cubicBezTo>
                  <a:lnTo>
                    <a:pt x="127" y="65"/>
                  </a:lnTo>
                  <a:close/>
                  <a:moveTo>
                    <a:pt x="64" y="12"/>
                  </a:moveTo>
                  <a:cubicBezTo>
                    <a:pt x="72" y="12"/>
                    <a:pt x="79" y="19"/>
                    <a:pt x="79" y="28"/>
                  </a:cubicBezTo>
                  <a:cubicBezTo>
                    <a:pt x="79" y="37"/>
                    <a:pt x="72" y="44"/>
                    <a:pt x="64" y="44"/>
                  </a:cubicBezTo>
                  <a:cubicBezTo>
                    <a:pt x="55" y="44"/>
                    <a:pt x="48" y="37"/>
                    <a:pt x="48" y="28"/>
                  </a:cubicBezTo>
                  <a:cubicBezTo>
                    <a:pt x="48" y="19"/>
                    <a:pt x="55" y="12"/>
                    <a:pt x="64" y="12"/>
                  </a:cubicBezTo>
                  <a:close/>
                  <a:moveTo>
                    <a:pt x="64" y="12"/>
                  </a:moveTo>
                  <a:cubicBezTo>
                    <a:pt x="64" y="12"/>
                    <a:pt x="64" y="12"/>
                    <a:pt x="64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662BF962-A4B7-934E-93CB-6924522508C8}"/>
              </a:ext>
            </a:extLst>
          </p:cNvPr>
          <p:cNvGrpSpPr/>
          <p:nvPr/>
        </p:nvGrpSpPr>
        <p:grpSpPr>
          <a:xfrm>
            <a:off x="6468350" y="2071584"/>
            <a:ext cx="1529769" cy="1521884"/>
            <a:chOff x="4265613" y="2273301"/>
            <a:chExt cx="615950" cy="612775"/>
          </a:xfrm>
          <a:solidFill>
            <a:schemeClr val="accent3"/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493219E-2BCD-1D4E-B17A-B61A12A801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5613" y="2273301"/>
              <a:ext cx="615950" cy="612775"/>
            </a:xfrm>
            <a:custGeom>
              <a:avLst/>
              <a:gdLst/>
              <a:ahLst/>
              <a:cxnLst>
                <a:cxn ang="0">
                  <a:pos x="147" y="135"/>
                </a:cxn>
                <a:cxn ang="0">
                  <a:pos x="120" y="125"/>
                </a:cxn>
                <a:cxn ang="0">
                  <a:pos x="113" y="120"/>
                </a:cxn>
                <a:cxn ang="0">
                  <a:pos x="110" y="119"/>
                </a:cxn>
                <a:cxn ang="0">
                  <a:pos x="103" y="114"/>
                </a:cxn>
                <a:cxn ang="0">
                  <a:pos x="102" y="100"/>
                </a:cxn>
                <a:cxn ang="0">
                  <a:pos x="106" y="96"/>
                </a:cxn>
                <a:cxn ang="0">
                  <a:pos x="127" y="90"/>
                </a:cxn>
                <a:cxn ang="0">
                  <a:pos x="130" y="85"/>
                </a:cxn>
                <a:cxn ang="0">
                  <a:pos x="118" y="50"/>
                </a:cxn>
                <a:cxn ang="0">
                  <a:pos x="119" y="49"/>
                </a:cxn>
                <a:cxn ang="0">
                  <a:pos x="124" y="13"/>
                </a:cxn>
                <a:cxn ang="0">
                  <a:pos x="122" y="10"/>
                </a:cxn>
                <a:cxn ang="0">
                  <a:pos x="80" y="0"/>
                </a:cxn>
                <a:cxn ang="0">
                  <a:pos x="78" y="0"/>
                </a:cxn>
                <a:cxn ang="0">
                  <a:pos x="36" y="10"/>
                </a:cxn>
                <a:cxn ang="0">
                  <a:pos x="34" y="13"/>
                </a:cxn>
                <a:cxn ang="0">
                  <a:pos x="39" y="49"/>
                </a:cxn>
                <a:cxn ang="0">
                  <a:pos x="40" y="51"/>
                </a:cxn>
                <a:cxn ang="0">
                  <a:pos x="39" y="53"/>
                </a:cxn>
                <a:cxn ang="0">
                  <a:pos x="31" y="85"/>
                </a:cxn>
                <a:cxn ang="0">
                  <a:pos x="34" y="90"/>
                </a:cxn>
                <a:cxn ang="0">
                  <a:pos x="55" y="96"/>
                </a:cxn>
                <a:cxn ang="0">
                  <a:pos x="59" y="100"/>
                </a:cxn>
                <a:cxn ang="0">
                  <a:pos x="58" y="114"/>
                </a:cxn>
                <a:cxn ang="0">
                  <a:pos x="51" y="119"/>
                </a:cxn>
                <a:cxn ang="0">
                  <a:pos x="48" y="120"/>
                </a:cxn>
                <a:cxn ang="0">
                  <a:pos x="41" y="125"/>
                </a:cxn>
                <a:cxn ang="0">
                  <a:pos x="14" y="135"/>
                </a:cxn>
                <a:cxn ang="0">
                  <a:pos x="3" y="160"/>
                </a:cxn>
                <a:cxn ang="0">
                  <a:pos x="158" y="160"/>
                </a:cxn>
                <a:cxn ang="0">
                  <a:pos x="147" y="135"/>
                </a:cxn>
                <a:cxn ang="0">
                  <a:pos x="79" y="5"/>
                </a:cxn>
                <a:cxn ang="0">
                  <a:pos x="118" y="15"/>
                </a:cxn>
                <a:cxn ang="0">
                  <a:pos x="114" y="46"/>
                </a:cxn>
                <a:cxn ang="0">
                  <a:pos x="44" y="46"/>
                </a:cxn>
                <a:cxn ang="0">
                  <a:pos x="40" y="15"/>
                </a:cxn>
                <a:cxn ang="0">
                  <a:pos x="79" y="5"/>
                </a:cxn>
                <a:cxn ang="0">
                  <a:pos x="79" y="5"/>
                </a:cxn>
                <a:cxn ang="0">
                  <a:pos x="79" y="5"/>
                </a:cxn>
              </a:cxnLst>
              <a:rect l="0" t="0" r="r" b="b"/>
              <a:pathLst>
                <a:path w="161" h="160">
                  <a:moveTo>
                    <a:pt x="147" y="135"/>
                  </a:moveTo>
                  <a:cubicBezTo>
                    <a:pt x="138" y="132"/>
                    <a:pt x="129" y="128"/>
                    <a:pt x="120" y="125"/>
                  </a:cubicBezTo>
                  <a:cubicBezTo>
                    <a:pt x="117" y="124"/>
                    <a:pt x="116" y="122"/>
                    <a:pt x="113" y="120"/>
                  </a:cubicBezTo>
                  <a:cubicBezTo>
                    <a:pt x="112" y="120"/>
                    <a:pt x="111" y="119"/>
                    <a:pt x="110" y="119"/>
                  </a:cubicBezTo>
                  <a:cubicBezTo>
                    <a:pt x="106" y="118"/>
                    <a:pt x="104" y="117"/>
                    <a:pt x="103" y="114"/>
                  </a:cubicBezTo>
                  <a:cubicBezTo>
                    <a:pt x="102" y="109"/>
                    <a:pt x="101" y="104"/>
                    <a:pt x="102" y="100"/>
                  </a:cubicBezTo>
                  <a:cubicBezTo>
                    <a:pt x="102" y="98"/>
                    <a:pt x="103" y="96"/>
                    <a:pt x="106" y="96"/>
                  </a:cubicBezTo>
                  <a:cubicBezTo>
                    <a:pt x="110" y="94"/>
                    <a:pt x="122" y="92"/>
                    <a:pt x="127" y="90"/>
                  </a:cubicBezTo>
                  <a:cubicBezTo>
                    <a:pt x="131" y="89"/>
                    <a:pt x="131" y="88"/>
                    <a:pt x="130" y="85"/>
                  </a:cubicBezTo>
                  <a:cubicBezTo>
                    <a:pt x="127" y="77"/>
                    <a:pt x="123" y="62"/>
                    <a:pt x="118" y="50"/>
                  </a:cubicBezTo>
                  <a:cubicBezTo>
                    <a:pt x="119" y="50"/>
                    <a:pt x="119" y="50"/>
                    <a:pt x="119" y="49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4" y="12"/>
                    <a:pt x="123" y="10"/>
                    <a:pt x="122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50"/>
                    <a:pt x="39" y="50"/>
                    <a:pt x="40" y="51"/>
                  </a:cubicBezTo>
                  <a:cubicBezTo>
                    <a:pt x="40" y="52"/>
                    <a:pt x="39" y="53"/>
                    <a:pt x="39" y="53"/>
                  </a:cubicBezTo>
                  <a:cubicBezTo>
                    <a:pt x="38" y="64"/>
                    <a:pt x="35" y="75"/>
                    <a:pt x="31" y="85"/>
                  </a:cubicBezTo>
                  <a:cubicBezTo>
                    <a:pt x="30" y="88"/>
                    <a:pt x="30" y="89"/>
                    <a:pt x="34" y="90"/>
                  </a:cubicBezTo>
                  <a:cubicBezTo>
                    <a:pt x="38" y="92"/>
                    <a:pt x="51" y="94"/>
                    <a:pt x="55" y="96"/>
                  </a:cubicBezTo>
                  <a:cubicBezTo>
                    <a:pt x="58" y="96"/>
                    <a:pt x="59" y="98"/>
                    <a:pt x="59" y="100"/>
                  </a:cubicBezTo>
                  <a:cubicBezTo>
                    <a:pt x="60" y="104"/>
                    <a:pt x="59" y="109"/>
                    <a:pt x="58" y="114"/>
                  </a:cubicBezTo>
                  <a:cubicBezTo>
                    <a:pt x="57" y="117"/>
                    <a:pt x="55" y="118"/>
                    <a:pt x="51" y="119"/>
                  </a:cubicBezTo>
                  <a:cubicBezTo>
                    <a:pt x="50" y="119"/>
                    <a:pt x="49" y="120"/>
                    <a:pt x="48" y="120"/>
                  </a:cubicBezTo>
                  <a:cubicBezTo>
                    <a:pt x="45" y="122"/>
                    <a:pt x="44" y="124"/>
                    <a:pt x="41" y="125"/>
                  </a:cubicBezTo>
                  <a:cubicBezTo>
                    <a:pt x="32" y="128"/>
                    <a:pt x="23" y="132"/>
                    <a:pt x="14" y="135"/>
                  </a:cubicBezTo>
                  <a:cubicBezTo>
                    <a:pt x="0" y="139"/>
                    <a:pt x="5" y="147"/>
                    <a:pt x="3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6" y="147"/>
                    <a:pt x="161" y="139"/>
                    <a:pt x="147" y="135"/>
                  </a:cubicBezTo>
                  <a:close/>
                  <a:moveTo>
                    <a:pt x="79" y="5"/>
                  </a:moveTo>
                  <a:cubicBezTo>
                    <a:pt x="118" y="15"/>
                    <a:pt x="118" y="15"/>
                    <a:pt x="118" y="1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0" y="15"/>
                    <a:pt x="40" y="15"/>
                    <a:pt x="40" y="15"/>
                  </a:cubicBezTo>
                  <a:lnTo>
                    <a:pt x="79" y="5"/>
                  </a:lnTo>
                  <a:close/>
                  <a:moveTo>
                    <a:pt x="79" y="5"/>
                  </a:moveTo>
                  <a:cubicBezTo>
                    <a:pt x="79" y="5"/>
                    <a:pt x="79" y="5"/>
                    <a:pt x="79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4E7ED7-47D3-EA41-9F9D-E6A694B1A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close/>
                  <a:moveTo>
                    <a:pt x="22" y="60"/>
                  </a:moveTo>
                  <a:lnTo>
                    <a:pt x="22" y="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E5DE793-F829-F24E-97A3-24368D8D1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moveTo>
                    <a:pt x="22" y="60"/>
                  </a:moveTo>
                  <a:lnTo>
                    <a:pt x="22" y="6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4" name="TextBox 20">
            <a:extLst>
              <a:ext uri="{FF2B5EF4-FFF2-40B4-BE49-F238E27FC236}">
                <a16:creationId xmlns:a16="http://schemas.microsoft.com/office/drawing/2014/main" id="{EC7E7B36-D552-AB46-97DE-61E0F90E84F9}"/>
              </a:ext>
            </a:extLst>
          </p:cNvPr>
          <p:cNvSpPr txBox="1"/>
          <p:nvPr/>
        </p:nvSpPr>
        <p:spPr>
          <a:xfrm>
            <a:off x="6157905" y="3704174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2B0CA201-0C86-A142-A9C5-88959799518A}"/>
              </a:ext>
            </a:extLst>
          </p:cNvPr>
          <p:cNvSpPr txBox="1"/>
          <p:nvPr/>
        </p:nvSpPr>
        <p:spPr>
          <a:xfrm>
            <a:off x="8897641" y="3704174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D2413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262626">
                  <a:lumMod val="50000"/>
                  <a:lumOff val="5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DCB344D8-324B-D545-941A-B0B25C1EFD1E}"/>
              </a:ext>
            </a:extLst>
          </p:cNvPr>
          <p:cNvGrpSpPr/>
          <p:nvPr/>
        </p:nvGrpSpPr>
        <p:grpSpPr>
          <a:xfrm>
            <a:off x="6040788" y="5042214"/>
            <a:ext cx="5124624" cy="558376"/>
            <a:chOff x="6703905" y="1192843"/>
            <a:chExt cx="1901498" cy="418782"/>
          </a:xfrm>
        </p:grpSpPr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id="{8B4D21CC-1CFD-F348-8055-A59B1822B086}"/>
                </a:ext>
              </a:extLst>
            </p:cNvPr>
            <p:cNvSpPr/>
            <p:nvPr/>
          </p:nvSpPr>
          <p:spPr>
            <a:xfrm>
              <a:off x="6703905" y="1192843"/>
              <a:ext cx="228402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defTabSz="1375467"/>
              <a:r>
                <a:rPr lang="zh-CN" altLang="en-US" sz="1600" b="1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1600" b="1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18" name="Group 104">
              <a:extLst>
                <a:ext uri="{FF2B5EF4-FFF2-40B4-BE49-F238E27FC236}">
                  <a16:creationId xmlns:a16="http://schemas.microsoft.com/office/drawing/2014/main" id="{EE9D3E6A-B222-524B-A17E-5119767A9C4A}"/>
                </a:ext>
              </a:extLst>
            </p:cNvPr>
            <p:cNvGrpSpPr/>
            <p:nvPr/>
          </p:nvGrpSpPr>
          <p:grpSpPr>
            <a:xfrm flipV="1">
              <a:off x="6703907" y="1405646"/>
              <a:ext cx="1901496" cy="205979"/>
              <a:chOff x="5286904" y="1650039"/>
              <a:chExt cx="3087157" cy="230428"/>
            </a:xfrm>
          </p:grpSpPr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D48EAAD5-C5AA-C54E-9371-48AE7F34A073}"/>
                  </a:ext>
                </a:extLst>
              </p:cNvPr>
              <p:cNvSpPr/>
              <p:nvPr/>
            </p:nvSpPr>
            <p:spPr>
              <a:xfrm rot="10800000">
                <a:off x="5286904" y="1650039"/>
                <a:ext cx="3087157" cy="23042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 defTabSz="1375467"/>
                <a:endParaRPr lang="en-US" sz="2400" dirty="0">
                  <a:solidFill>
                    <a:srgbClr val="FFFFFF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1" name="Rounded Rectangle 28">
                <a:extLst>
                  <a:ext uri="{FF2B5EF4-FFF2-40B4-BE49-F238E27FC236}">
                    <a16:creationId xmlns:a16="http://schemas.microsoft.com/office/drawing/2014/main" id="{AA3DB2D6-908E-0A4D-8CDC-3F320797382C}"/>
                  </a:ext>
                </a:extLst>
              </p:cNvPr>
              <p:cNvSpPr/>
              <p:nvPr/>
            </p:nvSpPr>
            <p:spPr>
              <a:xfrm>
                <a:off x="5286911" y="1650039"/>
                <a:ext cx="2351823" cy="230428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20" tIns="0" rIns="0" bIns="0" rtlCol="0" anchor="ctr" anchorCtr="0"/>
              <a:lstStyle/>
              <a:p>
                <a:pPr defTabSz="1375467"/>
                <a:endParaRPr lang="en-US" sz="1600" dirty="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9" name="Rectangle 26">
              <a:extLst>
                <a:ext uri="{FF2B5EF4-FFF2-40B4-BE49-F238E27FC236}">
                  <a16:creationId xmlns:a16="http://schemas.microsoft.com/office/drawing/2014/main" id="{5A8481AB-6B52-334B-BBF5-8DE24C8A982A}"/>
                </a:ext>
              </a:extLst>
            </p:cNvPr>
            <p:cNvSpPr/>
            <p:nvPr/>
          </p:nvSpPr>
          <p:spPr>
            <a:xfrm>
              <a:off x="8426357" y="1231400"/>
              <a:ext cx="164759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r" defTabSz="1375467"/>
              <a:r>
                <a:rPr lang="en-US" sz="1600" b="1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80%</a:t>
              </a:r>
            </a:p>
          </p:txBody>
        </p:sp>
      </p:grpSp>
      <p:grpSp>
        <p:nvGrpSpPr>
          <p:cNvPr id="22" name="Group 29">
            <a:extLst>
              <a:ext uri="{FF2B5EF4-FFF2-40B4-BE49-F238E27FC236}">
                <a16:creationId xmlns:a16="http://schemas.microsoft.com/office/drawing/2014/main" id="{635D737E-7B58-014E-9D89-6FCB38165027}"/>
              </a:ext>
            </a:extLst>
          </p:cNvPr>
          <p:cNvGrpSpPr/>
          <p:nvPr/>
        </p:nvGrpSpPr>
        <p:grpSpPr>
          <a:xfrm>
            <a:off x="6040789" y="5734480"/>
            <a:ext cx="5124627" cy="552777"/>
            <a:chOff x="6703905" y="1712045"/>
            <a:chExt cx="1901499" cy="414583"/>
          </a:xfrm>
        </p:grpSpPr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ACF22E08-58CB-5442-82E4-CDD84020ED2B}"/>
                </a:ext>
              </a:extLst>
            </p:cNvPr>
            <p:cNvSpPr/>
            <p:nvPr/>
          </p:nvSpPr>
          <p:spPr>
            <a:xfrm>
              <a:off x="6703905" y="1712045"/>
              <a:ext cx="228402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defTabSz="1375467"/>
              <a:r>
                <a:rPr lang="zh-CN" altLang="en-US" sz="1600" b="1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1600" b="1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24" name="Group 103">
              <a:extLst>
                <a:ext uri="{FF2B5EF4-FFF2-40B4-BE49-F238E27FC236}">
                  <a16:creationId xmlns:a16="http://schemas.microsoft.com/office/drawing/2014/main" id="{E46DA198-7D7F-924C-BC81-51ABB7D4F7CE}"/>
                </a:ext>
              </a:extLst>
            </p:cNvPr>
            <p:cNvGrpSpPr/>
            <p:nvPr/>
          </p:nvGrpSpPr>
          <p:grpSpPr>
            <a:xfrm flipV="1">
              <a:off x="6703905" y="1920649"/>
              <a:ext cx="1901499" cy="205979"/>
              <a:chOff x="5286904" y="2122785"/>
              <a:chExt cx="3087157" cy="230429"/>
            </a:xfrm>
          </p:grpSpPr>
          <p:sp>
            <p:nvSpPr>
              <p:cNvPr id="26" name="Rounded Rectangle 33">
                <a:extLst>
                  <a:ext uri="{FF2B5EF4-FFF2-40B4-BE49-F238E27FC236}">
                    <a16:creationId xmlns:a16="http://schemas.microsoft.com/office/drawing/2014/main" id="{DFBC26EC-DEC5-C447-89F2-B7F8FDB2D181}"/>
                  </a:ext>
                </a:extLst>
              </p:cNvPr>
              <p:cNvSpPr/>
              <p:nvPr/>
            </p:nvSpPr>
            <p:spPr>
              <a:xfrm rot="10800000">
                <a:off x="5286904" y="2122786"/>
                <a:ext cx="3087157" cy="23042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 defTabSz="1375467"/>
                <a:endParaRPr lang="en-US" sz="2400" dirty="0">
                  <a:solidFill>
                    <a:srgbClr val="FFFFFF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7" name="Rounded Rectangle 34">
                <a:extLst>
                  <a:ext uri="{FF2B5EF4-FFF2-40B4-BE49-F238E27FC236}">
                    <a16:creationId xmlns:a16="http://schemas.microsoft.com/office/drawing/2014/main" id="{231A251F-E887-F148-BA91-FFBB785AE8DB}"/>
                  </a:ext>
                </a:extLst>
              </p:cNvPr>
              <p:cNvSpPr/>
              <p:nvPr/>
            </p:nvSpPr>
            <p:spPr>
              <a:xfrm>
                <a:off x="5286911" y="2122785"/>
                <a:ext cx="2821942" cy="230429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920" tIns="0" rIns="0" bIns="0" rtlCol="0" anchor="ctr" anchorCtr="0"/>
              <a:lstStyle/>
              <a:p>
                <a:pPr defTabSz="1375467"/>
                <a:endParaRPr lang="en-US" sz="1600" dirty="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BA118AC3-99CC-6841-881C-24E6CC3FDB65}"/>
                </a:ext>
              </a:extLst>
            </p:cNvPr>
            <p:cNvSpPr/>
            <p:nvPr/>
          </p:nvSpPr>
          <p:spPr>
            <a:xfrm>
              <a:off x="8427604" y="1748251"/>
              <a:ext cx="164759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r" defTabSz="1375467"/>
              <a:r>
                <a:rPr lang="en-US" sz="1600" b="1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90%</a:t>
              </a:r>
            </a:p>
          </p:txBody>
        </p:sp>
      </p:grp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F6139843-E440-9240-B0C3-A8C19F4F5134}"/>
              </a:ext>
            </a:extLst>
          </p:cNvPr>
          <p:cNvSpPr/>
          <p:nvPr/>
        </p:nvSpPr>
        <p:spPr>
          <a:xfrm>
            <a:off x="6040789" y="1832319"/>
            <a:ext cx="2384892" cy="3076795"/>
          </a:xfrm>
          <a:prstGeom prst="roundRect">
            <a:avLst>
              <a:gd name="adj" fmla="val 7614"/>
            </a:avLst>
          </a:prstGeom>
          <a:noFill/>
          <a:ln w="19050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Rounded Rectangle 36">
            <a:extLst>
              <a:ext uri="{FF2B5EF4-FFF2-40B4-BE49-F238E27FC236}">
                <a16:creationId xmlns:a16="http://schemas.microsoft.com/office/drawing/2014/main" id="{D3AEF2EA-DD08-7441-B8E9-0CA9CBFD4585}"/>
              </a:ext>
            </a:extLst>
          </p:cNvPr>
          <p:cNvSpPr/>
          <p:nvPr/>
        </p:nvSpPr>
        <p:spPr>
          <a:xfrm>
            <a:off x="8780525" y="1832319"/>
            <a:ext cx="2384892" cy="3076795"/>
          </a:xfrm>
          <a:prstGeom prst="roundRect">
            <a:avLst>
              <a:gd name="adj" fmla="val 7614"/>
            </a:avLst>
          </a:prstGeom>
          <a:noFill/>
          <a:ln w="1905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" name="Group 50">
            <a:extLst>
              <a:ext uri="{FF2B5EF4-FFF2-40B4-BE49-F238E27FC236}">
                <a16:creationId xmlns:a16="http://schemas.microsoft.com/office/drawing/2014/main" id="{C9B6964E-E7F4-384E-BCDD-CE85833A246B}"/>
              </a:ext>
            </a:extLst>
          </p:cNvPr>
          <p:cNvGrpSpPr/>
          <p:nvPr/>
        </p:nvGrpSpPr>
        <p:grpSpPr>
          <a:xfrm>
            <a:off x="905535" y="4730095"/>
            <a:ext cx="1371596" cy="1557165"/>
            <a:chOff x="1697038" y="3125788"/>
            <a:chExt cx="809625" cy="919163"/>
          </a:xfrm>
          <a:solidFill>
            <a:schemeClr val="accent2"/>
          </a:solidFill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929BFE1-7405-2E4A-97F8-190C122B7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5988" y="3294063"/>
              <a:ext cx="171450" cy="174625"/>
            </a:xfrm>
            <a:custGeom>
              <a:avLst/>
              <a:gdLst/>
              <a:ahLst/>
              <a:cxnLst>
                <a:cxn ang="0">
                  <a:pos x="59" y="30"/>
                </a:cxn>
                <a:cxn ang="0">
                  <a:pos x="29" y="60"/>
                </a:cxn>
                <a:cxn ang="0">
                  <a:pos x="0" y="30"/>
                </a:cxn>
                <a:cxn ang="0">
                  <a:pos x="29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0" t="0" r="r" b="b"/>
              <a:pathLst>
                <a:path w="59" h="60">
                  <a:moveTo>
                    <a:pt x="59" y="30"/>
                  </a:moveTo>
                  <a:cubicBezTo>
                    <a:pt x="59" y="47"/>
                    <a:pt x="46" y="60"/>
                    <a:pt x="29" y="60"/>
                  </a:cubicBezTo>
                  <a:cubicBezTo>
                    <a:pt x="13" y="60"/>
                    <a:pt x="0" y="47"/>
                    <a:pt x="0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lose/>
                  <a:moveTo>
                    <a:pt x="59" y="30"/>
                  </a:moveTo>
                  <a:cubicBezTo>
                    <a:pt x="59" y="30"/>
                    <a:pt x="59" y="30"/>
                    <a:pt x="59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BD50F36-3B3E-3447-92A9-4D18BDB084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7038" y="3125788"/>
              <a:ext cx="809625" cy="919163"/>
            </a:xfrm>
            <a:custGeom>
              <a:avLst/>
              <a:gdLst/>
              <a:ahLst/>
              <a:cxnLst>
                <a:cxn ang="0">
                  <a:pos x="277" y="294"/>
                </a:cxn>
                <a:cxn ang="0">
                  <a:pos x="268" y="261"/>
                </a:cxn>
                <a:cxn ang="0">
                  <a:pos x="253" y="209"/>
                </a:cxn>
                <a:cxn ang="0">
                  <a:pos x="265" y="198"/>
                </a:cxn>
                <a:cxn ang="0">
                  <a:pos x="219" y="142"/>
                </a:cxn>
                <a:cxn ang="0">
                  <a:pos x="198" y="120"/>
                </a:cxn>
                <a:cxn ang="0">
                  <a:pos x="185" y="120"/>
                </a:cxn>
                <a:cxn ang="0">
                  <a:pos x="164" y="142"/>
                </a:cxn>
                <a:cxn ang="0">
                  <a:pos x="161" y="178"/>
                </a:cxn>
                <a:cxn ang="0">
                  <a:pos x="145" y="132"/>
                </a:cxn>
                <a:cxn ang="0">
                  <a:pos x="141" y="170"/>
                </a:cxn>
                <a:cxn ang="0">
                  <a:pos x="120" y="165"/>
                </a:cxn>
                <a:cxn ang="0">
                  <a:pos x="106" y="128"/>
                </a:cxn>
                <a:cxn ang="0">
                  <a:pos x="83" y="102"/>
                </a:cxn>
                <a:cxn ang="0">
                  <a:pos x="83" y="74"/>
                </a:cxn>
                <a:cxn ang="0">
                  <a:pos x="85" y="64"/>
                </a:cxn>
                <a:cxn ang="0">
                  <a:pos x="92" y="25"/>
                </a:cxn>
                <a:cxn ang="0">
                  <a:pos x="80" y="18"/>
                </a:cxn>
                <a:cxn ang="0">
                  <a:pos x="80" y="15"/>
                </a:cxn>
                <a:cxn ang="0">
                  <a:pos x="90" y="6"/>
                </a:cxn>
                <a:cxn ang="0">
                  <a:pos x="81" y="12"/>
                </a:cxn>
                <a:cxn ang="0">
                  <a:pos x="76" y="9"/>
                </a:cxn>
                <a:cxn ang="0">
                  <a:pos x="50" y="12"/>
                </a:cxn>
                <a:cxn ang="0">
                  <a:pos x="41" y="0"/>
                </a:cxn>
                <a:cxn ang="0">
                  <a:pos x="9" y="12"/>
                </a:cxn>
                <a:cxn ang="0">
                  <a:pos x="0" y="6"/>
                </a:cxn>
                <a:cxn ang="0">
                  <a:pos x="41" y="15"/>
                </a:cxn>
                <a:cxn ang="0">
                  <a:pos x="40" y="277"/>
                </a:cxn>
                <a:cxn ang="0">
                  <a:pos x="13" y="292"/>
                </a:cxn>
                <a:cxn ang="0">
                  <a:pos x="15" y="310"/>
                </a:cxn>
                <a:cxn ang="0">
                  <a:pos x="22" y="295"/>
                </a:cxn>
                <a:cxn ang="0">
                  <a:pos x="55" y="287"/>
                </a:cxn>
                <a:cxn ang="0">
                  <a:pos x="65" y="301"/>
                </a:cxn>
                <a:cxn ang="0">
                  <a:pos x="83" y="301"/>
                </a:cxn>
                <a:cxn ang="0">
                  <a:pos x="55" y="277"/>
                </a:cxn>
                <a:cxn ang="0">
                  <a:pos x="50" y="15"/>
                </a:cxn>
                <a:cxn ang="0">
                  <a:pos x="72" y="16"/>
                </a:cxn>
                <a:cxn ang="0">
                  <a:pos x="67" y="18"/>
                </a:cxn>
                <a:cxn ang="0">
                  <a:pos x="60" y="57"/>
                </a:cxn>
                <a:cxn ang="0">
                  <a:pos x="68" y="64"/>
                </a:cxn>
                <a:cxn ang="0">
                  <a:pos x="74" y="68"/>
                </a:cxn>
                <a:cxn ang="0">
                  <a:pos x="78" y="64"/>
                </a:cxn>
                <a:cxn ang="0">
                  <a:pos x="79" y="74"/>
                </a:cxn>
                <a:cxn ang="0">
                  <a:pos x="96" y="126"/>
                </a:cxn>
                <a:cxn ang="0">
                  <a:pos x="112" y="149"/>
                </a:cxn>
                <a:cxn ang="0">
                  <a:pos x="142" y="180"/>
                </a:cxn>
                <a:cxn ang="0">
                  <a:pos x="140" y="255"/>
                </a:cxn>
                <a:cxn ang="0">
                  <a:pos x="246" y="284"/>
                </a:cxn>
                <a:cxn ang="0">
                  <a:pos x="246" y="283"/>
                </a:cxn>
                <a:cxn ang="0">
                  <a:pos x="269" y="315"/>
                </a:cxn>
                <a:cxn ang="0">
                  <a:pos x="77" y="18"/>
                </a:cxn>
                <a:cxn ang="0">
                  <a:pos x="75" y="16"/>
                </a:cxn>
                <a:cxn ang="0">
                  <a:pos x="77" y="15"/>
                </a:cxn>
                <a:cxn ang="0">
                  <a:pos x="77" y="18"/>
                </a:cxn>
                <a:cxn ang="0">
                  <a:pos x="232" y="205"/>
                </a:cxn>
                <a:cxn ang="0">
                  <a:pos x="212" y="191"/>
                </a:cxn>
                <a:cxn ang="0">
                  <a:pos x="164" y="202"/>
                </a:cxn>
                <a:cxn ang="0">
                  <a:pos x="164" y="182"/>
                </a:cxn>
                <a:cxn ang="0">
                  <a:pos x="160" y="255"/>
                </a:cxn>
                <a:cxn ang="0">
                  <a:pos x="164" y="242"/>
                </a:cxn>
                <a:cxn ang="0">
                  <a:pos x="235" y="255"/>
                </a:cxn>
                <a:cxn ang="0">
                  <a:pos x="197" y="292"/>
                </a:cxn>
              </a:cxnLst>
              <a:rect l="0" t="0" r="r" b="b"/>
              <a:pathLst>
                <a:path w="280" h="317">
                  <a:moveTo>
                    <a:pt x="278" y="298"/>
                  </a:moveTo>
                  <a:cubicBezTo>
                    <a:pt x="277" y="294"/>
                    <a:pt x="277" y="294"/>
                    <a:pt x="277" y="29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68" y="261"/>
                    <a:pt x="268" y="261"/>
                    <a:pt x="268" y="261"/>
                  </a:cubicBezTo>
                  <a:cubicBezTo>
                    <a:pt x="256" y="214"/>
                    <a:pt x="256" y="214"/>
                    <a:pt x="256" y="214"/>
                  </a:cubicBezTo>
                  <a:cubicBezTo>
                    <a:pt x="255" y="212"/>
                    <a:pt x="254" y="210"/>
                    <a:pt x="253" y="209"/>
                  </a:cubicBezTo>
                  <a:cubicBezTo>
                    <a:pt x="253" y="209"/>
                    <a:pt x="254" y="209"/>
                    <a:pt x="254" y="209"/>
                  </a:cubicBezTo>
                  <a:cubicBezTo>
                    <a:pt x="260" y="209"/>
                    <a:pt x="265" y="204"/>
                    <a:pt x="265" y="198"/>
                  </a:cubicBezTo>
                  <a:cubicBezTo>
                    <a:pt x="265" y="191"/>
                    <a:pt x="260" y="186"/>
                    <a:pt x="254" y="186"/>
                  </a:cubicBezTo>
                  <a:cubicBezTo>
                    <a:pt x="236" y="186"/>
                    <a:pt x="225" y="179"/>
                    <a:pt x="219" y="142"/>
                  </a:cubicBezTo>
                  <a:cubicBezTo>
                    <a:pt x="219" y="141"/>
                    <a:pt x="219" y="141"/>
                    <a:pt x="219" y="140"/>
                  </a:cubicBezTo>
                  <a:cubicBezTo>
                    <a:pt x="217" y="129"/>
                    <a:pt x="207" y="122"/>
                    <a:pt x="198" y="120"/>
                  </a:cubicBezTo>
                  <a:cubicBezTo>
                    <a:pt x="198" y="120"/>
                    <a:pt x="195" y="119"/>
                    <a:pt x="192" y="119"/>
                  </a:cubicBezTo>
                  <a:cubicBezTo>
                    <a:pt x="189" y="119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75" y="122"/>
                    <a:pt x="164" y="130"/>
                    <a:pt x="164" y="142"/>
                  </a:cubicBezTo>
                  <a:cubicBezTo>
                    <a:pt x="164" y="178"/>
                    <a:pt x="164" y="178"/>
                    <a:pt x="164" y="178"/>
                  </a:cubicBezTo>
                  <a:cubicBezTo>
                    <a:pt x="163" y="178"/>
                    <a:pt x="162" y="178"/>
                    <a:pt x="161" y="178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5" y="135"/>
                    <a:pt x="150" y="131"/>
                    <a:pt x="145" y="132"/>
                  </a:cubicBezTo>
                  <a:cubicBezTo>
                    <a:pt x="140" y="133"/>
                    <a:pt x="136" y="137"/>
                    <a:pt x="137" y="143"/>
                  </a:cubicBezTo>
                  <a:cubicBezTo>
                    <a:pt x="141" y="170"/>
                    <a:pt x="141" y="170"/>
                    <a:pt x="141" y="170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3" y="175"/>
                    <a:pt x="125" y="172"/>
                    <a:pt x="120" y="165"/>
                  </a:cubicBezTo>
                  <a:cubicBezTo>
                    <a:pt x="115" y="159"/>
                    <a:pt x="115" y="154"/>
                    <a:pt x="115" y="149"/>
                  </a:cubicBezTo>
                  <a:cubicBezTo>
                    <a:pt x="116" y="142"/>
                    <a:pt x="116" y="135"/>
                    <a:pt x="106" y="128"/>
                  </a:cubicBezTo>
                  <a:cubicBezTo>
                    <a:pt x="103" y="126"/>
                    <a:pt x="100" y="124"/>
                    <a:pt x="97" y="123"/>
                  </a:cubicBezTo>
                  <a:cubicBezTo>
                    <a:pt x="89" y="118"/>
                    <a:pt x="85" y="116"/>
                    <a:pt x="83" y="102"/>
                  </a:cubicBezTo>
                  <a:cubicBezTo>
                    <a:pt x="82" y="93"/>
                    <a:pt x="81" y="84"/>
                    <a:pt x="82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4"/>
                    <a:pt x="83" y="64"/>
                    <a:pt x="83" y="64"/>
                  </a:cubicBezTo>
                  <a:cubicBezTo>
                    <a:pt x="85" y="64"/>
                    <a:pt x="85" y="64"/>
                    <a:pt x="85" y="64"/>
                  </a:cubicBezTo>
                  <a:cubicBezTo>
                    <a:pt x="89" y="64"/>
                    <a:pt x="92" y="61"/>
                    <a:pt x="92" y="57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1"/>
                    <a:pt x="89" y="18"/>
                    <a:pt x="85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7"/>
                    <a:pt x="80" y="17"/>
                    <a:pt x="80" y="16"/>
                  </a:cubicBezTo>
                  <a:cubicBezTo>
                    <a:pt x="80" y="16"/>
                    <a:pt x="80" y="15"/>
                    <a:pt x="80" y="15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6" y="15"/>
                    <a:pt x="90" y="11"/>
                    <a:pt x="90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9"/>
                    <a:pt x="85" y="12"/>
                    <a:pt x="81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0"/>
                    <a:pt x="77" y="9"/>
                    <a:pt x="76" y="9"/>
                  </a:cubicBezTo>
                  <a:cubicBezTo>
                    <a:pt x="74" y="9"/>
                    <a:pt x="73" y="10"/>
                    <a:pt x="72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2"/>
                    <a:pt x="3" y="9"/>
                    <a:pt x="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1"/>
                    <a:pt x="4" y="15"/>
                    <a:pt x="9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277"/>
                    <a:pt x="41" y="277"/>
                    <a:pt x="41" y="277"/>
                  </a:cubicBezTo>
                  <a:cubicBezTo>
                    <a:pt x="40" y="277"/>
                    <a:pt x="40" y="277"/>
                    <a:pt x="40" y="277"/>
                  </a:cubicBezTo>
                  <a:cubicBezTo>
                    <a:pt x="34" y="277"/>
                    <a:pt x="34" y="277"/>
                    <a:pt x="34" y="277"/>
                  </a:cubicBezTo>
                  <a:cubicBezTo>
                    <a:pt x="25" y="277"/>
                    <a:pt x="16" y="284"/>
                    <a:pt x="13" y="292"/>
                  </a:cubicBezTo>
                  <a:cubicBezTo>
                    <a:pt x="9" y="293"/>
                    <a:pt x="6" y="297"/>
                    <a:pt x="6" y="301"/>
                  </a:cubicBezTo>
                  <a:cubicBezTo>
                    <a:pt x="6" y="306"/>
                    <a:pt x="10" y="310"/>
                    <a:pt x="15" y="310"/>
                  </a:cubicBezTo>
                  <a:cubicBezTo>
                    <a:pt x="20" y="310"/>
                    <a:pt x="24" y="306"/>
                    <a:pt x="24" y="301"/>
                  </a:cubicBezTo>
                  <a:cubicBezTo>
                    <a:pt x="24" y="298"/>
                    <a:pt x="23" y="296"/>
                    <a:pt x="22" y="295"/>
                  </a:cubicBezTo>
                  <a:cubicBezTo>
                    <a:pt x="24" y="290"/>
                    <a:pt x="29" y="287"/>
                    <a:pt x="34" y="287"/>
                  </a:cubicBezTo>
                  <a:cubicBezTo>
                    <a:pt x="55" y="287"/>
                    <a:pt x="55" y="287"/>
                    <a:pt x="55" y="287"/>
                  </a:cubicBezTo>
                  <a:cubicBezTo>
                    <a:pt x="61" y="287"/>
                    <a:pt x="65" y="290"/>
                    <a:pt x="68" y="295"/>
                  </a:cubicBezTo>
                  <a:cubicBezTo>
                    <a:pt x="66" y="296"/>
                    <a:pt x="65" y="298"/>
                    <a:pt x="65" y="301"/>
                  </a:cubicBezTo>
                  <a:cubicBezTo>
                    <a:pt x="65" y="306"/>
                    <a:pt x="69" y="310"/>
                    <a:pt x="74" y="310"/>
                  </a:cubicBezTo>
                  <a:cubicBezTo>
                    <a:pt x="79" y="310"/>
                    <a:pt x="83" y="306"/>
                    <a:pt x="83" y="301"/>
                  </a:cubicBezTo>
                  <a:cubicBezTo>
                    <a:pt x="83" y="297"/>
                    <a:pt x="80" y="293"/>
                    <a:pt x="77" y="292"/>
                  </a:cubicBezTo>
                  <a:cubicBezTo>
                    <a:pt x="73" y="284"/>
                    <a:pt x="65" y="277"/>
                    <a:pt x="55" y="277"/>
                  </a:cubicBezTo>
                  <a:cubicBezTo>
                    <a:pt x="50" y="277"/>
                    <a:pt x="50" y="277"/>
                    <a:pt x="50" y="277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7"/>
                    <a:pt x="72" y="17"/>
                    <a:pt x="72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8"/>
                    <a:pt x="60" y="21"/>
                    <a:pt x="60" y="25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60" y="61"/>
                    <a:pt x="63" y="64"/>
                    <a:pt x="67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78" y="84"/>
                    <a:pt x="78" y="93"/>
                    <a:pt x="80" y="102"/>
                  </a:cubicBezTo>
                  <a:cubicBezTo>
                    <a:pt x="82" y="118"/>
                    <a:pt x="87" y="120"/>
                    <a:pt x="96" y="126"/>
                  </a:cubicBezTo>
                  <a:cubicBezTo>
                    <a:pt x="98" y="127"/>
                    <a:pt x="101" y="129"/>
                    <a:pt x="104" y="131"/>
                  </a:cubicBezTo>
                  <a:cubicBezTo>
                    <a:pt x="112" y="137"/>
                    <a:pt x="112" y="142"/>
                    <a:pt x="112" y="149"/>
                  </a:cubicBezTo>
                  <a:cubicBezTo>
                    <a:pt x="112" y="154"/>
                    <a:pt x="112" y="160"/>
                    <a:pt x="117" y="167"/>
                  </a:cubicBezTo>
                  <a:cubicBezTo>
                    <a:pt x="123" y="175"/>
                    <a:pt x="132" y="179"/>
                    <a:pt x="142" y="180"/>
                  </a:cubicBezTo>
                  <a:cubicBezTo>
                    <a:pt x="148" y="226"/>
                    <a:pt x="148" y="226"/>
                    <a:pt x="148" y="226"/>
                  </a:cubicBezTo>
                  <a:cubicBezTo>
                    <a:pt x="143" y="234"/>
                    <a:pt x="140" y="244"/>
                    <a:pt x="140" y="255"/>
                  </a:cubicBezTo>
                  <a:cubicBezTo>
                    <a:pt x="140" y="286"/>
                    <a:pt x="166" y="312"/>
                    <a:pt x="197" y="312"/>
                  </a:cubicBezTo>
                  <a:cubicBezTo>
                    <a:pt x="218" y="312"/>
                    <a:pt x="236" y="300"/>
                    <a:pt x="246" y="284"/>
                  </a:cubicBezTo>
                  <a:cubicBezTo>
                    <a:pt x="246" y="284"/>
                    <a:pt x="246" y="284"/>
                    <a:pt x="246" y="284"/>
                  </a:cubicBezTo>
                  <a:cubicBezTo>
                    <a:pt x="246" y="284"/>
                    <a:pt x="246" y="283"/>
                    <a:pt x="246" y="283"/>
                  </a:cubicBezTo>
                  <a:cubicBezTo>
                    <a:pt x="252" y="306"/>
                    <a:pt x="252" y="306"/>
                    <a:pt x="252" y="306"/>
                  </a:cubicBezTo>
                  <a:cubicBezTo>
                    <a:pt x="254" y="313"/>
                    <a:pt x="262" y="317"/>
                    <a:pt x="269" y="315"/>
                  </a:cubicBezTo>
                  <a:cubicBezTo>
                    <a:pt x="276" y="313"/>
                    <a:pt x="280" y="306"/>
                    <a:pt x="278" y="298"/>
                  </a:cubicBezTo>
                  <a:close/>
                  <a:moveTo>
                    <a:pt x="77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6"/>
                  </a:cubicBezTo>
                  <a:cubicBezTo>
                    <a:pt x="75" y="16"/>
                    <a:pt x="75" y="15"/>
                    <a:pt x="75" y="15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5"/>
                    <a:pt x="77" y="16"/>
                    <a:pt x="77" y="16"/>
                  </a:cubicBezTo>
                  <a:cubicBezTo>
                    <a:pt x="77" y="17"/>
                    <a:pt x="77" y="17"/>
                    <a:pt x="77" y="18"/>
                  </a:cubicBezTo>
                  <a:close/>
                  <a:moveTo>
                    <a:pt x="212" y="191"/>
                  </a:moveTo>
                  <a:cubicBezTo>
                    <a:pt x="218" y="197"/>
                    <a:pt x="225" y="201"/>
                    <a:pt x="232" y="205"/>
                  </a:cubicBezTo>
                  <a:cubicBezTo>
                    <a:pt x="212" y="205"/>
                    <a:pt x="212" y="205"/>
                    <a:pt x="212" y="205"/>
                  </a:cubicBezTo>
                  <a:lnTo>
                    <a:pt x="212" y="191"/>
                  </a:lnTo>
                  <a:close/>
                  <a:moveTo>
                    <a:pt x="164" y="182"/>
                  </a:moveTo>
                  <a:cubicBezTo>
                    <a:pt x="164" y="202"/>
                    <a:pt x="164" y="202"/>
                    <a:pt x="164" y="202"/>
                  </a:cubicBezTo>
                  <a:cubicBezTo>
                    <a:pt x="162" y="182"/>
                    <a:pt x="162" y="182"/>
                    <a:pt x="162" y="182"/>
                  </a:cubicBezTo>
                  <a:cubicBezTo>
                    <a:pt x="162" y="182"/>
                    <a:pt x="163" y="182"/>
                    <a:pt x="164" y="182"/>
                  </a:cubicBezTo>
                  <a:close/>
                  <a:moveTo>
                    <a:pt x="197" y="292"/>
                  </a:moveTo>
                  <a:cubicBezTo>
                    <a:pt x="177" y="292"/>
                    <a:pt x="160" y="275"/>
                    <a:pt x="160" y="255"/>
                  </a:cubicBezTo>
                  <a:cubicBezTo>
                    <a:pt x="160" y="250"/>
                    <a:pt x="161" y="246"/>
                    <a:pt x="162" y="241"/>
                  </a:cubicBezTo>
                  <a:cubicBezTo>
                    <a:pt x="163" y="241"/>
                    <a:pt x="164" y="242"/>
                    <a:pt x="164" y="242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4" y="246"/>
                    <a:pt x="235" y="250"/>
                    <a:pt x="235" y="255"/>
                  </a:cubicBezTo>
                  <a:cubicBezTo>
                    <a:pt x="235" y="275"/>
                    <a:pt x="218" y="292"/>
                    <a:pt x="197" y="292"/>
                  </a:cubicBezTo>
                  <a:close/>
                  <a:moveTo>
                    <a:pt x="197" y="292"/>
                  </a:moveTo>
                  <a:cubicBezTo>
                    <a:pt x="197" y="292"/>
                    <a:pt x="197" y="292"/>
                    <a:pt x="197" y="2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3" name="Group 53">
            <a:extLst>
              <a:ext uri="{FF2B5EF4-FFF2-40B4-BE49-F238E27FC236}">
                <a16:creationId xmlns:a16="http://schemas.microsoft.com/office/drawing/2014/main" id="{750C909D-A5CC-3D41-88DF-60AF5EFA4C60}"/>
              </a:ext>
            </a:extLst>
          </p:cNvPr>
          <p:cNvGrpSpPr/>
          <p:nvPr/>
        </p:nvGrpSpPr>
        <p:grpSpPr>
          <a:xfrm>
            <a:off x="2678906" y="4843445"/>
            <a:ext cx="1235190" cy="651714"/>
            <a:chOff x="671967" y="3285717"/>
            <a:chExt cx="1175890" cy="620426"/>
          </a:xfrm>
        </p:grpSpPr>
        <p:sp>
          <p:nvSpPr>
            <p:cNvPr id="34" name="Left-Right Arrow Callout 218">
              <a:extLst>
                <a:ext uri="{FF2B5EF4-FFF2-40B4-BE49-F238E27FC236}">
                  <a16:creationId xmlns:a16="http://schemas.microsoft.com/office/drawing/2014/main" id="{35E1A545-4BB7-1E48-A23B-D8CDB285330A}"/>
                </a:ext>
              </a:extLst>
            </p:cNvPr>
            <p:cNvSpPr/>
            <p:nvPr/>
          </p:nvSpPr>
          <p:spPr>
            <a:xfrm>
              <a:off x="671967" y="3285717"/>
              <a:ext cx="1175890" cy="620426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8680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TextBox 55">
              <a:extLst>
                <a:ext uri="{FF2B5EF4-FFF2-40B4-BE49-F238E27FC236}">
                  <a16:creationId xmlns:a16="http://schemas.microsoft.com/office/drawing/2014/main" id="{FC2D99ED-2BB8-9543-A66C-589E21D0AFB4}"/>
                </a:ext>
              </a:extLst>
            </p:cNvPr>
            <p:cNvSpPr txBox="1"/>
            <p:nvPr/>
          </p:nvSpPr>
          <p:spPr>
            <a:xfrm>
              <a:off x="801287" y="3372141"/>
              <a:ext cx="902239" cy="468802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90208"/>
              </a:avLst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375467"/>
              <a:r>
                <a:rPr lang="en-US" sz="3200" b="1" dirty="0">
                  <a:solidFill>
                    <a:srgbClr val="FFFFFF"/>
                  </a:solidFill>
                  <a:latin typeface="Arial"/>
                </a:rPr>
                <a:t>75%</a:t>
              </a:r>
            </a:p>
          </p:txBody>
        </p:sp>
      </p:grpSp>
      <p:grpSp>
        <p:nvGrpSpPr>
          <p:cNvPr id="36" name="Group 83">
            <a:extLst>
              <a:ext uri="{FF2B5EF4-FFF2-40B4-BE49-F238E27FC236}">
                <a16:creationId xmlns:a16="http://schemas.microsoft.com/office/drawing/2014/main" id="{D8692A24-4C59-9F4B-A1F6-FED7E54AB290}"/>
              </a:ext>
            </a:extLst>
          </p:cNvPr>
          <p:cNvGrpSpPr/>
          <p:nvPr/>
        </p:nvGrpSpPr>
        <p:grpSpPr>
          <a:xfrm>
            <a:off x="2678905" y="5638869"/>
            <a:ext cx="1235190" cy="651714"/>
            <a:chOff x="671967" y="4042956"/>
            <a:chExt cx="1175890" cy="620426"/>
          </a:xfrm>
        </p:grpSpPr>
        <p:sp>
          <p:nvSpPr>
            <p:cNvPr id="37" name="Right Arrow Callout 84">
              <a:extLst>
                <a:ext uri="{FF2B5EF4-FFF2-40B4-BE49-F238E27FC236}">
                  <a16:creationId xmlns:a16="http://schemas.microsoft.com/office/drawing/2014/main" id="{C861BF4A-90B6-A748-9D73-073DF5569FD8}"/>
                </a:ext>
              </a:extLst>
            </p:cNvPr>
            <p:cNvSpPr/>
            <p:nvPr/>
          </p:nvSpPr>
          <p:spPr>
            <a:xfrm>
              <a:off x="671967" y="4042956"/>
              <a:ext cx="1175890" cy="620426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8680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TextBox 85">
              <a:extLst>
                <a:ext uri="{FF2B5EF4-FFF2-40B4-BE49-F238E27FC236}">
                  <a16:creationId xmlns:a16="http://schemas.microsoft.com/office/drawing/2014/main" id="{2CADF867-531E-7449-94C4-23A3DB7CDE54}"/>
                </a:ext>
              </a:extLst>
            </p:cNvPr>
            <p:cNvSpPr txBox="1"/>
            <p:nvPr/>
          </p:nvSpPr>
          <p:spPr>
            <a:xfrm>
              <a:off x="796534" y="4116339"/>
              <a:ext cx="781335" cy="4688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375467"/>
              <a:r>
                <a:rPr lang="en-US" sz="3200" b="1" dirty="0">
                  <a:solidFill>
                    <a:srgbClr val="FFFFFF"/>
                  </a:solidFill>
                  <a:latin typeface="Arial"/>
                </a:rPr>
                <a:t>25%</a:t>
              </a:r>
            </a:p>
          </p:txBody>
        </p:sp>
      </p:grpSp>
      <p:cxnSp>
        <p:nvCxnSpPr>
          <p:cNvPr id="39" name="Straight Connector 101">
            <a:extLst>
              <a:ext uri="{FF2B5EF4-FFF2-40B4-BE49-F238E27FC236}">
                <a16:creationId xmlns:a16="http://schemas.microsoft.com/office/drawing/2014/main" id="{E71F15E2-4BFB-604F-980C-7B0E228A3EBD}"/>
              </a:ext>
            </a:extLst>
          </p:cNvPr>
          <p:cNvCxnSpPr/>
          <p:nvPr/>
        </p:nvCxnSpPr>
        <p:spPr>
          <a:xfrm flipV="1">
            <a:off x="5481525" y="1832320"/>
            <a:ext cx="0" cy="44582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5">
            <a:extLst>
              <a:ext uri="{FF2B5EF4-FFF2-40B4-BE49-F238E27FC236}">
                <a16:creationId xmlns:a16="http://schemas.microsoft.com/office/drawing/2014/main" id="{6DAE3847-7882-194A-8A86-66AFCF7AC87F}"/>
              </a:ext>
            </a:extLst>
          </p:cNvPr>
          <p:cNvSpPr>
            <a:spLocks noEditPoints="1"/>
          </p:cNvSpPr>
          <p:nvPr/>
        </p:nvSpPr>
        <p:spPr bwMode="auto">
          <a:xfrm>
            <a:off x="4047251" y="5672786"/>
            <a:ext cx="652387" cy="624949"/>
          </a:xfrm>
          <a:custGeom>
            <a:avLst/>
            <a:gdLst/>
            <a:ahLst/>
            <a:cxnLst>
              <a:cxn ang="0">
                <a:pos x="457" y="10"/>
              </a:cxn>
              <a:cxn ang="0">
                <a:pos x="456" y="10"/>
              </a:cxn>
              <a:cxn ang="0">
                <a:pos x="430" y="1"/>
              </a:cxn>
              <a:cxn ang="0">
                <a:pos x="323" y="3"/>
              </a:cxn>
              <a:cxn ang="0">
                <a:pos x="293" y="34"/>
              </a:cxn>
              <a:cxn ang="0">
                <a:pos x="324" y="64"/>
              </a:cxn>
              <a:cxn ang="0">
                <a:pos x="360" y="63"/>
              </a:cxn>
              <a:cxn ang="0">
                <a:pos x="307" y="116"/>
              </a:cxn>
              <a:cxn ang="0">
                <a:pos x="200" y="80"/>
              </a:cxn>
              <a:cxn ang="0">
                <a:pos x="71" y="134"/>
              </a:cxn>
              <a:cxn ang="0">
                <a:pos x="71" y="391"/>
              </a:cxn>
              <a:cxn ang="0">
                <a:pos x="200" y="445"/>
              </a:cxn>
              <a:cxn ang="0">
                <a:pos x="329" y="391"/>
              </a:cxn>
              <a:cxn ang="0">
                <a:pos x="350" y="160"/>
              </a:cxn>
              <a:cxn ang="0">
                <a:pos x="405" y="105"/>
              </a:cxn>
              <a:cxn ang="0">
                <a:pos x="405" y="145"/>
              </a:cxn>
              <a:cxn ang="0">
                <a:pos x="436" y="175"/>
              </a:cxn>
              <a:cxn ang="0">
                <a:pos x="466" y="145"/>
              </a:cxn>
              <a:cxn ang="0">
                <a:pos x="466" y="32"/>
              </a:cxn>
              <a:cxn ang="0">
                <a:pos x="457" y="10"/>
              </a:cxn>
              <a:cxn ang="0">
                <a:pos x="285" y="348"/>
              </a:cxn>
              <a:cxn ang="0">
                <a:pos x="114" y="348"/>
              </a:cxn>
              <a:cxn ang="0">
                <a:pos x="114" y="177"/>
              </a:cxn>
              <a:cxn ang="0">
                <a:pos x="200" y="141"/>
              </a:cxn>
              <a:cxn ang="0">
                <a:pos x="285" y="177"/>
              </a:cxn>
              <a:cxn ang="0">
                <a:pos x="285" y="348"/>
              </a:cxn>
              <a:cxn ang="0">
                <a:pos x="285" y="348"/>
              </a:cxn>
              <a:cxn ang="0">
                <a:pos x="285" y="348"/>
              </a:cxn>
            </a:cxnLst>
            <a:rect l="0" t="0" r="r" b="b"/>
            <a:pathLst>
              <a:path w="466" h="445">
                <a:moveTo>
                  <a:pt x="457" y="10"/>
                </a:moveTo>
                <a:cubicBezTo>
                  <a:pt x="457" y="10"/>
                  <a:pt x="457" y="10"/>
                  <a:pt x="456" y="10"/>
                </a:cubicBezTo>
                <a:cubicBezTo>
                  <a:pt x="449" y="3"/>
                  <a:pt x="439" y="0"/>
                  <a:pt x="430" y="1"/>
                </a:cubicBezTo>
                <a:cubicBezTo>
                  <a:pt x="323" y="3"/>
                  <a:pt x="323" y="3"/>
                  <a:pt x="323" y="3"/>
                </a:cubicBezTo>
                <a:cubicBezTo>
                  <a:pt x="306" y="3"/>
                  <a:pt x="293" y="17"/>
                  <a:pt x="293" y="34"/>
                </a:cubicBezTo>
                <a:cubicBezTo>
                  <a:pt x="293" y="50"/>
                  <a:pt x="306" y="63"/>
                  <a:pt x="324" y="64"/>
                </a:cubicBezTo>
                <a:cubicBezTo>
                  <a:pt x="360" y="63"/>
                  <a:pt x="360" y="63"/>
                  <a:pt x="360" y="63"/>
                </a:cubicBezTo>
                <a:cubicBezTo>
                  <a:pt x="307" y="116"/>
                  <a:pt x="307" y="116"/>
                  <a:pt x="307" y="116"/>
                </a:cubicBezTo>
                <a:cubicBezTo>
                  <a:pt x="276" y="93"/>
                  <a:pt x="239" y="80"/>
                  <a:pt x="200" y="80"/>
                </a:cubicBezTo>
                <a:cubicBezTo>
                  <a:pt x="151" y="80"/>
                  <a:pt x="105" y="99"/>
                  <a:pt x="71" y="134"/>
                </a:cubicBezTo>
                <a:cubicBezTo>
                  <a:pt x="0" y="205"/>
                  <a:pt x="0" y="320"/>
                  <a:pt x="71" y="391"/>
                </a:cubicBezTo>
                <a:cubicBezTo>
                  <a:pt x="105" y="426"/>
                  <a:pt x="151" y="445"/>
                  <a:pt x="200" y="445"/>
                </a:cubicBezTo>
                <a:cubicBezTo>
                  <a:pt x="248" y="445"/>
                  <a:pt x="294" y="426"/>
                  <a:pt x="329" y="391"/>
                </a:cubicBezTo>
                <a:cubicBezTo>
                  <a:pt x="391" y="328"/>
                  <a:pt x="399" y="230"/>
                  <a:pt x="350" y="160"/>
                </a:cubicBezTo>
                <a:cubicBezTo>
                  <a:pt x="405" y="105"/>
                  <a:pt x="405" y="105"/>
                  <a:pt x="405" y="105"/>
                </a:cubicBezTo>
                <a:cubicBezTo>
                  <a:pt x="405" y="145"/>
                  <a:pt x="405" y="145"/>
                  <a:pt x="405" y="145"/>
                </a:cubicBezTo>
                <a:cubicBezTo>
                  <a:pt x="405" y="162"/>
                  <a:pt x="419" y="175"/>
                  <a:pt x="436" y="175"/>
                </a:cubicBezTo>
                <a:cubicBezTo>
                  <a:pt x="452" y="175"/>
                  <a:pt x="466" y="162"/>
                  <a:pt x="466" y="145"/>
                </a:cubicBezTo>
                <a:cubicBezTo>
                  <a:pt x="466" y="32"/>
                  <a:pt x="466" y="32"/>
                  <a:pt x="466" y="32"/>
                </a:cubicBezTo>
                <a:cubicBezTo>
                  <a:pt x="466" y="24"/>
                  <a:pt x="463" y="16"/>
                  <a:pt x="457" y="10"/>
                </a:cubicBezTo>
                <a:close/>
                <a:moveTo>
                  <a:pt x="285" y="348"/>
                </a:moveTo>
                <a:cubicBezTo>
                  <a:pt x="240" y="394"/>
                  <a:pt x="160" y="394"/>
                  <a:pt x="114" y="348"/>
                </a:cubicBezTo>
                <a:cubicBezTo>
                  <a:pt x="67" y="301"/>
                  <a:pt x="67" y="224"/>
                  <a:pt x="114" y="177"/>
                </a:cubicBezTo>
                <a:cubicBezTo>
                  <a:pt x="137" y="154"/>
                  <a:pt x="167" y="141"/>
                  <a:pt x="200" y="141"/>
                </a:cubicBezTo>
                <a:cubicBezTo>
                  <a:pt x="232" y="141"/>
                  <a:pt x="262" y="154"/>
                  <a:pt x="285" y="177"/>
                </a:cubicBezTo>
                <a:cubicBezTo>
                  <a:pt x="333" y="224"/>
                  <a:pt x="333" y="301"/>
                  <a:pt x="285" y="348"/>
                </a:cubicBezTo>
                <a:close/>
                <a:moveTo>
                  <a:pt x="285" y="348"/>
                </a:moveTo>
                <a:cubicBezTo>
                  <a:pt x="285" y="348"/>
                  <a:pt x="285" y="348"/>
                  <a:pt x="285" y="34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D26CD19A-5712-ED46-BD1F-E67EF66EB0EE}"/>
              </a:ext>
            </a:extLst>
          </p:cNvPr>
          <p:cNvSpPr>
            <a:spLocks noEditPoints="1"/>
          </p:cNvSpPr>
          <p:nvPr/>
        </p:nvSpPr>
        <p:spPr bwMode="auto">
          <a:xfrm>
            <a:off x="4106942" y="4833843"/>
            <a:ext cx="510629" cy="762133"/>
          </a:xfrm>
          <a:custGeom>
            <a:avLst/>
            <a:gdLst/>
            <a:ahLst/>
            <a:cxnLst>
              <a:cxn ang="0">
                <a:pos x="183" y="0"/>
              </a:cxn>
              <a:cxn ang="0">
                <a:pos x="0" y="183"/>
              </a:cxn>
              <a:cxn ang="0">
                <a:pos x="149" y="362"/>
              </a:cxn>
              <a:cxn ang="0">
                <a:pos x="149" y="417"/>
              </a:cxn>
              <a:cxn ang="0">
                <a:pos x="101" y="417"/>
              </a:cxn>
              <a:cxn ang="0">
                <a:pos x="71" y="447"/>
              </a:cxn>
              <a:cxn ang="0">
                <a:pos x="101" y="478"/>
              </a:cxn>
              <a:cxn ang="0">
                <a:pos x="149" y="478"/>
              </a:cxn>
              <a:cxn ang="0">
                <a:pos x="149" y="512"/>
              </a:cxn>
              <a:cxn ang="0">
                <a:pos x="180" y="543"/>
              </a:cxn>
              <a:cxn ang="0">
                <a:pos x="210" y="512"/>
              </a:cxn>
              <a:cxn ang="0">
                <a:pos x="210" y="478"/>
              </a:cxn>
              <a:cxn ang="0">
                <a:pos x="260" y="478"/>
              </a:cxn>
              <a:cxn ang="0">
                <a:pos x="291" y="447"/>
              </a:cxn>
              <a:cxn ang="0">
                <a:pos x="260" y="417"/>
              </a:cxn>
              <a:cxn ang="0">
                <a:pos x="210" y="417"/>
              </a:cxn>
              <a:cxn ang="0">
                <a:pos x="210" y="363"/>
              </a:cxn>
              <a:cxn ang="0">
                <a:pos x="365" y="183"/>
              </a:cxn>
              <a:cxn ang="0">
                <a:pos x="183" y="0"/>
              </a:cxn>
              <a:cxn ang="0">
                <a:pos x="183" y="304"/>
              </a:cxn>
              <a:cxn ang="0">
                <a:pos x="62" y="183"/>
              </a:cxn>
              <a:cxn ang="0">
                <a:pos x="183" y="61"/>
              </a:cxn>
              <a:cxn ang="0">
                <a:pos x="304" y="183"/>
              </a:cxn>
              <a:cxn ang="0">
                <a:pos x="183" y="304"/>
              </a:cxn>
              <a:cxn ang="0">
                <a:pos x="183" y="304"/>
              </a:cxn>
              <a:cxn ang="0">
                <a:pos x="183" y="304"/>
              </a:cxn>
            </a:cxnLst>
            <a:rect l="0" t="0" r="r" b="b"/>
            <a:pathLst>
              <a:path w="365" h="543">
                <a:moveTo>
                  <a:pt x="183" y="0"/>
                </a:moveTo>
                <a:cubicBezTo>
                  <a:pt x="82" y="0"/>
                  <a:pt x="0" y="82"/>
                  <a:pt x="0" y="183"/>
                </a:cubicBezTo>
                <a:cubicBezTo>
                  <a:pt x="0" y="272"/>
                  <a:pt x="65" y="346"/>
                  <a:pt x="149" y="362"/>
                </a:cubicBezTo>
                <a:cubicBezTo>
                  <a:pt x="149" y="417"/>
                  <a:pt x="149" y="417"/>
                  <a:pt x="149" y="417"/>
                </a:cubicBezTo>
                <a:cubicBezTo>
                  <a:pt x="101" y="417"/>
                  <a:pt x="101" y="417"/>
                  <a:pt x="101" y="417"/>
                </a:cubicBezTo>
                <a:cubicBezTo>
                  <a:pt x="84" y="417"/>
                  <a:pt x="71" y="431"/>
                  <a:pt x="71" y="447"/>
                </a:cubicBezTo>
                <a:cubicBezTo>
                  <a:pt x="71" y="464"/>
                  <a:pt x="84" y="478"/>
                  <a:pt x="101" y="478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49" y="512"/>
                  <a:pt x="149" y="512"/>
                  <a:pt x="149" y="512"/>
                </a:cubicBezTo>
                <a:cubicBezTo>
                  <a:pt x="149" y="529"/>
                  <a:pt x="163" y="543"/>
                  <a:pt x="180" y="543"/>
                </a:cubicBezTo>
                <a:cubicBezTo>
                  <a:pt x="197" y="543"/>
                  <a:pt x="210" y="529"/>
                  <a:pt x="210" y="512"/>
                </a:cubicBezTo>
                <a:cubicBezTo>
                  <a:pt x="210" y="478"/>
                  <a:pt x="210" y="478"/>
                  <a:pt x="210" y="478"/>
                </a:cubicBezTo>
                <a:cubicBezTo>
                  <a:pt x="260" y="478"/>
                  <a:pt x="260" y="478"/>
                  <a:pt x="260" y="478"/>
                </a:cubicBezTo>
                <a:cubicBezTo>
                  <a:pt x="277" y="478"/>
                  <a:pt x="291" y="464"/>
                  <a:pt x="291" y="447"/>
                </a:cubicBezTo>
                <a:cubicBezTo>
                  <a:pt x="291" y="430"/>
                  <a:pt x="277" y="417"/>
                  <a:pt x="260" y="417"/>
                </a:cubicBezTo>
                <a:cubicBezTo>
                  <a:pt x="210" y="417"/>
                  <a:pt x="210" y="417"/>
                  <a:pt x="210" y="417"/>
                </a:cubicBezTo>
                <a:cubicBezTo>
                  <a:pt x="210" y="363"/>
                  <a:pt x="210" y="363"/>
                  <a:pt x="210" y="363"/>
                </a:cubicBezTo>
                <a:cubicBezTo>
                  <a:pt x="298" y="349"/>
                  <a:pt x="365" y="274"/>
                  <a:pt x="365" y="183"/>
                </a:cubicBezTo>
                <a:cubicBezTo>
                  <a:pt x="365" y="82"/>
                  <a:pt x="283" y="0"/>
                  <a:pt x="183" y="0"/>
                </a:cubicBezTo>
                <a:close/>
                <a:moveTo>
                  <a:pt x="183" y="304"/>
                </a:moveTo>
                <a:cubicBezTo>
                  <a:pt x="116" y="304"/>
                  <a:pt x="62" y="249"/>
                  <a:pt x="62" y="183"/>
                </a:cubicBezTo>
                <a:cubicBezTo>
                  <a:pt x="62" y="116"/>
                  <a:pt x="116" y="61"/>
                  <a:pt x="183" y="61"/>
                </a:cubicBezTo>
                <a:cubicBezTo>
                  <a:pt x="250" y="61"/>
                  <a:pt x="304" y="116"/>
                  <a:pt x="304" y="183"/>
                </a:cubicBezTo>
                <a:cubicBezTo>
                  <a:pt x="304" y="249"/>
                  <a:pt x="250" y="304"/>
                  <a:pt x="183" y="304"/>
                </a:cubicBezTo>
                <a:close/>
                <a:moveTo>
                  <a:pt x="183" y="304"/>
                </a:moveTo>
                <a:cubicBezTo>
                  <a:pt x="183" y="304"/>
                  <a:pt x="183" y="304"/>
                  <a:pt x="183" y="304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037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/>
      <p:bldP spid="28" grpId="0" animBg="1"/>
      <p:bldP spid="29" grpId="0" animBg="1"/>
      <p:bldP spid="40" grpId="0" animBg="1"/>
      <p:bldP spid="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01">
            <a:extLst>
              <a:ext uri="{FF2B5EF4-FFF2-40B4-BE49-F238E27FC236}">
                <a16:creationId xmlns:a16="http://schemas.microsoft.com/office/drawing/2014/main" id="{86AA009B-9BAE-5B48-96F8-A0D935B17B36}"/>
              </a:ext>
            </a:extLst>
          </p:cNvPr>
          <p:cNvCxnSpPr/>
          <p:nvPr/>
        </p:nvCxnSpPr>
        <p:spPr>
          <a:xfrm flipV="1">
            <a:off x="5405325" y="1876385"/>
            <a:ext cx="0" cy="44582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69">
            <a:extLst>
              <a:ext uri="{FF2B5EF4-FFF2-40B4-BE49-F238E27FC236}">
                <a16:creationId xmlns:a16="http://schemas.microsoft.com/office/drawing/2014/main" id="{88E482A2-7D92-B843-AC41-BAC603A49B3C}"/>
              </a:ext>
            </a:extLst>
          </p:cNvPr>
          <p:cNvGrpSpPr/>
          <p:nvPr/>
        </p:nvGrpSpPr>
        <p:grpSpPr>
          <a:xfrm>
            <a:off x="1948907" y="5466859"/>
            <a:ext cx="825500" cy="607484"/>
            <a:chOff x="8085138" y="895350"/>
            <a:chExt cx="619125" cy="455613"/>
          </a:xfrm>
          <a:solidFill>
            <a:schemeClr val="accent2"/>
          </a:solidFill>
        </p:grpSpPr>
        <p:sp>
          <p:nvSpPr>
            <p:cNvPr id="7" name="Freeform 87">
              <a:extLst>
                <a:ext uri="{FF2B5EF4-FFF2-40B4-BE49-F238E27FC236}">
                  <a16:creationId xmlns:a16="http://schemas.microsoft.com/office/drawing/2014/main" id="{9D4790BE-AE3B-2346-9C4C-42E9D78428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138" y="895350"/>
              <a:ext cx="369888" cy="328613"/>
            </a:xfrm>
            <a:custGeom>
              <a:avLst/>
              <a:gdLst/>
              <a:ahLst/>
              <a:cxnLst>
                <a:cxn ang="0">
                  <a:pos x="80" y="113"/>
                </a:cxn>
                <a:cxn ang="0">
                  <a:pos x="82" y="104"/>
                </a:cxn>
                <a:cxn ang="0">
                  <a:pos x="119" y="47"/>
                </a:cxn>
                <a:cxn ang="0">
                  <a:pos x="128" y="41"/>
                </a:cxn>
                <a:cxn ang="0">
                  <a:pos x="72" y="6"/>
                </a:cxn>
                <a:cxn ang="0">
                  <a:pos x="49" y="0"/>
                </a:cxn>
                <a:cxn ang="0">
                  <a:pos x="12" y="21"/>
                </a:cxn>
                <a:cxn ang="0">
                  <a:pos x="26" y="80"/>
                </a:cxn>
                <a:cxn ang="0">
                  <a:pos x="80" y="113"/>
                </a:cxn>
                <a:cxn ang="0">
                  <a:pos x="23" y="28"/>
                </a:cxn>
                <a:cxn ang="0">
                  <a:pos x="49" y="13"/>
                </a:cxn>
                <a:cxn ang="0">
                  <a:pos x="65" y="18"/>
                </a:cxn>
                <a:cxn ang="0">
                  <a:pos x="104" y="41"/>
                </a:cxn>
                <a:cxn ang="0">
                  <a:pos x="72" y="92"/>
                </a:cxn>
                <a:cxn ang="0">
                  <a:pos x="33" y="69"/>
                </a:cxn>
                <a:cxn ang="0">
                  <a:pos x="23" y="28"/>
                </a:cxn>
                <a:cxn ang="0">
                  <a:pos x="23" y="28"/>
                </a:cxn>
                <a:cxn ang="0">
                  <a:pos x="23" y="28"/>
                </a:cxn>
              </a:cxnLst>
              <a:rect l="0" t="0" r="r" b="b"/>
              <a:pathLst>
                <a:path w="128" h="113">
                  <a:moveTo>
                    <a:pt x="80" y="113"/>
                  </a:moveTo>
                  <a:cubicBezTo>
                    <a:pt x="82" y="104"/>
                    <a:pt x="82" y="104"/>
                    <a:pt x="82" y="104"/>
                  </a:cubicBezTo>
                  <a:cubicBezTo>
                    <a:pt x="86" y="86"/>
                    <a:pt x="95" y="61"/>
                    <a:pt x="119" y="47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65" y="2"/>
                    <a:pt x="57" y="0"/>
                    <a:pt x="49" y="0"/>
                  </a:cubicBezTo>
                  <a:cubicBezTo>
                    <a:pt x="34" y="0"/>
                    <a:pt x="20" y="8"/>
                    <a:pt x="12" y="21"/>
                  </a:cubicBezTo>
                  <a:cubicBezTo>
                    <a:pt x="0" y="41"/>
                    <a:pt x="6" y="68"/>
                    <a:pt x="26" y="80"/>
                  </a:cubicBezTo>
                  <a:lnTo>
                    <a:pt x="80" y="113"/>
                  </a:lnTo>
                  <a:close/>
                  <a:moveTo>
                    <a:pt x="23" y="28"/>
                  </a:moveTo>
                  <a:cubicBezTo>
                    <a:pt x="29" y="19"/>
                    <a:pt x="38" y="13"/>
                    <a:pt x="49" y="13"/>
                  </a:cubicBezTo>
                  <a:cubicBezTo>
                    <a:pt x="55" y="13"/>
                    <a:pt x="60" y="15"/>
                    <a:pt x="65" y="18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85" y="56"/>
                    <a:pt x="76" y="77"/>
                    <a:pt x="72" y="92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19" y="60"/>
                    <a:pt x="15" y="42"/>
                    <a:pt x="23" y="28"/>
                  </a:cubicBezTo>
                  <a:close/>
                  <a:moveTo>
                    <a:pt x="23" y="28"/>
                  </a:moveTo>
                  <a:cubicBezTo>
                    <a:pt x="23" y="28"/>
                    <a:pt x="23" y="28"/>
                    <a:pt x="23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" name="Freeform 88">
              <a:extLst>
                <a:ext uri="{FF2B5EF4-FFF2-40B4-BE49-F238E27FC236}">
                  <a16:creationId xmlns:a16="http://schemas.microsoft.com/office/drawing/2014/main" id="{142B13F8-490B-904A-98A7-40C8E5C4B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1838" y="1038225"/>
              <a:ext cx="352425" cy="312738"/>
            </a:xfrm>
            <a:custGeom>
              <a:avLst/>
              <a:gdLst/>
              <a:ahLst/>
              <a:cxnLst>
                <a:cxn ang="0">
                  <a:pos x="97" y="31"/>
                </a:cxn>
                <a:cxn ang="0">
                  <a:pos x="46" y="0"/>
                </a:cxn>
                <a:cxn ang="0">
                  <a:pos x="45" y="1"/>
                </a:cxn>
                <a:cxn ang="0">
                  <a:pos x="30" y="10"/>
                </a:cxn>
                <a:cxn ang="0">
                  <a:pos x="79" y="40"/>
                </a:cxn>
                <a:cxn ang="0">
                  <a:pos x="80" y="45"/>
                </a:cxn>
                <a:cxn ang="0">
                  <a:pos x="77" y="47"/>
                </a:cxn>
                <a:cxn ang="0">
                  <a:pos x="74" y="46"/>
                </a:cxn>
                <a:cxn ang="0">
                  <a:pos x="24" y="15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54" y="102"/>
                </a:cxn>
                <a:cxn ang="0">
                  <a:pos x="75" y="108"/>
                </a:cxn>
                <a:cxn ang="0">
                  <a:pos x="111" y="88"/>
                </a:cxn>
                <a:cxn ang="0">
                  <a:pos x="97" y="31"/>
                </a:cxn>
                <a:cxn ang="0">
                  <a:pos x="97" y="31"/>
                </a:cxn>
                <a:cxn ang="0">
                  <a:pos x="97" y="31"/>
                </a:cxn>
              </a:cxnLst>
              <a:rect l="0" t="0" r="r" b="b"/>
              <a:pathLst>
                <a:path w="122" h="108">
                  <a:moveTo>
                    <a:pt x="97" y="31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9" y="3"/>
                    <a:pt x="34" y="6"/>
                    <a:pt x="30" y="1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0" y="41"/>
                    <a:pt x="81" y="43"/>
                    <a:pt x="80" y="45"/>
                  </a:cubicBezTo>
                  <a:cubicBezTo>
                    <a:pt x="79" y="46"/>
                    <a:pt x="78" y="47"/>
                    <a:pt x="77" y="47"/>
                  </a:cubicBezTo>
                  <a:cubicBezTo>
                    <a:pt x="76" y="47"/>
                    <a:pt x="75" y="47"/>
                    <a:pt x="74" y="46"/>
                  </a:cubicBezTo>
                  <a:cubicBezTo>
                    <a:pt x="74" y="46"/>
                    <a:pt x="24" y="15"/>
                    <a:pt x="24" y="15"/>
                  </a:cubicBezTo>
                  <a:cubicBezTo>
                    <a:pt x="6" y="32"/>
                    <a:pt x="1" y="56"/>
                    <a:pt x="0" y="6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60" y="106"/>
                    <a:pt x="68" y="108"/>
                    <a:pt x="75" y="108"/>
                  </a:cubicBezTo>
                  <a:cubicBezTo>
                    <a:pt x="90" y="108"/>
                    <a:pt x="103" y="100"/>
                    <a:pt x="111" y="88"/>
                  </a:cubicBezTo>
                  <a:cubicBezTo>
                    <a:pt x="122" y="69"/>
                    <a:pt x="116" y="43"/>
                    <a:pt x="97" y="31"/>
                  </a:cubicBez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9" name="Freeform 18">
            <a:extLst>
              <a:ext uri="{FF2B5EF4-FFF2-40B4-BE49-F238E27FC236}">
                <a16:creationId xmlns:a16="http://schemas.microsoft.com/office/drawing/2014/main" id="{A358EE83-A3E1-DF49-984F-82183FAB6BD1}"/>
              </a:ext>
            </a:extLst>
          </p:cNvPr>
          <p:cNvSpPr>
            <a:spLocks noEditPoints="1"/>
          </p:cNvSpPr>
          <p:nvPr/>
        </p:nvSpPr>
        <p:spPr bwMode="auto">
          <a:xfrm>
            <a:off x="858825" y="5373901"/>
            <a:ext cx="769297" cy="718375"/>
          </a:xfrm>
          <a:custGeom>
            <a:avLst/>
            <a:gdLst/>
            <a:ahLst/>
            <a:cxnLst>
              <a:cxn ang="0">
                <a:pos x="136" y="124"/>
              </a:cxn>
              <a:cxn ang="0">
                <a:pos x="139" y="116"/>
              </a:cxn>
              <a:cxn ang="0">
                <a:pos x="55" y="24"/>
              </a:cxn>
              <a:cxn ang="0">
                <a:pos x="44" y="28"/>
              </a:cxn>
              <a:cxn ang="0">
                <a:pos x="37" y="19"/>
              </a:cxn>
              <a:cxn ang="0">
                <a:pos x="25" y="8"/>
              </a:cxn>
              <a:cxn ang="0">
                <a:pos x="3" y="44"/>
              </a:cxn>
              <a:cxn ang="0">
                <a:pos x="20" y="39"/>
              </a:cxn>
              <a:cxn ang="0">
                <a:pos x="24" y="49"/>
              </a:cxn>
              <a:cxn ang="0">
                <a:pos x="108" y="133"/>
              </a:cxn>
              <a:cxn ang="0">
                <a:pos x="133" y="128"/>
              </a:cxn>
              <a:cxn ang="0">
                <a:pos x="176" y="163"/>
              </a:cxn>
              <a:cxn ang="0">
                <a:pos x="133" y="116"/>
              </a:cxn>
              <a:cxn ang="0">
                <a:pos x="112" y="127"/>
              </a:cxn>
              <a:cxn ang="0">
                <a:pos x="34" y="50"/>
              </a:cxn>
              <a:cxn ang="0">
                <a:pos x="19" y="29"/>
              </a:cxn>
              <a:cxn ang="0">
                <a:pos x="8" y="39"/>
              </a:cxn>
              <a:cxn ang="0">
                <a:pos x="30" y="12"/>
              </a:cxn>
              <a:cxn ang="0">
                <a:pos x="32" y="14"/>
              </a:cxn>
              <a:cxn ang="0">
                <a:pos x="40" y="34"/>
              </a:cxn>
              <a:cxn ang="0">
                <a:pos x="51" y="30"/>
              </a:cxn>
              <a:cxn ang="0">
                <a:pos x="63" y="41"/>
              </a:cxn>
              <a:cxn ang="0">
                <a:pos x="50" y="59"/>
              </a:cxn>
              <a:cxn ang="0">
                <a:pos x="66" y="44"/>
              </a:cxn>
              <a:cxn ang="0">
                <a:pos x="70" y="47"/>
              </a:cxn>
              <a:cxn ang="0">
                <a:pos x="60" y="58"/>
              </a:cxn>
              <a:cxn ang="0">
                <a:pos x="63" y="61"/>
              </a:cxn>
              <a:cxn ang="0">
                <a:pos x="73" y="50"/>
              </a:cxn>
              <a:cxn ang="0">
                <a:pos x="76" y="53"/>
              </a:cxn>
              <a:cxn ang="0">
                <a:pos x="64" y="71"/>
              </a:cxn>
              <a:cxn ang="0">
                <a:pos x="80" y="56"/>
              </a:cxn>
              <a:cxn ang="0">
                <a:pos x="83" y="59"/>
              </a:cxn>
              <a:cxn ang="0">
                <a:pos x="79" y="64"/>
              </a:cxn>
              <a:cxn ang="0">
                <a:pos x="68" y="76"/>
              </a:cxn>
              <a:cxn ang="0">
                <a:pos x="106" y="115"/>
              </a:cxn>
              <a:cxn ang="0">
                <a:pos x="107" y="117"/>
              </a:cxn>
              <a:cxn ang="0">
                <a:pos x="115" y="123"/>
              </a:cxn>
              <a:cxn ang="0">
                <a:pos x="130" y="107"/>
              </a:cxn>
              <a:cxn ang="0">
                <a:pos x="122" y="100"/>
              </a:cxn>
              <a:cxn ang="0">
                <a:pos x="84" y="65"/>
              </a:cxn>
              <a:cxn ang="0">
                <a:pos x="87" y="62"/>
              </a:cxn>
              <a:cxn ang="0">
                <a:pos x="133" y="116"/>
              </a:cxn>
              <a:cxn ang="0">
                <a:pos x="116" y="118"/>
              </a:cxn>
              <a:cxn ang="0">
                <a:pos x="114" y="118"/>
              </a:cxn>
              <a:cxn ang="0">
                <a:pos x="77" y="82"/>
              </a:cxn>
              <a:cxn ang="0">
                <a:pos x="116" y="116"/>
              </a:cxn>
              <a:cxn ang="0">
                <a:pos x="116" y="116"/>
              </a:cxn>
            </a:cxnLst>
            <a:rect l="0" t="0" r="r" b="b"/>
            <a:pathLst>
              <a:path w="176" h="164">
                <a:moveTo>
                  <a:pt x="175" y="160"/>
                </a:moveTo>
                <a:cubicBezTo>
                  <a:pt x="136" y="124"/>
                  <a:pt x="136" y="124"/>
                  <a:pt x="136" y="124"/>
                </a:cubicBezTo>
                <a:cubicBezTo>
                  <a:pt x="138" y="122"/>
                  <a:pt x="139" y="119"/>
                  <a:pt x="139" y="117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41" y="101"/>
                  <a:pt x="140" y="100"/>
                  <a:pt x="138" y="99"/>
                </a:cubicBezTo>
                <a:cubicBezTo>
                  <a:pt x="55" y="24"/>
                  <a:pt x="55" y="24"/>
                  <a:pt x="55" y="24"/>
                </a:cubicBezTo>
                <a:cubicBezTo>
                  <a:pt x="53" y="22"/>
                  <a:pt x="49" y="22"/>
                  <a:pt x="47" y="24"/>
                </a:cubicBezTo>
                <a:cubicBezTo>
                  <a:pt x="44" y="28"/>
                  <a:pt x="44" y="28"/>
                  <a:pt x="44" y="28"/>
                </a:cubicBezTo>
                <a:cubicBezTo>
                  <a:pt x="36" y="21"/>
                  <a:pt x="36" y="21"/>
                  <a:pt x="36" y="21"/>
                </a:cubicBezTo>
                <a:cubicBezTo>
                  <a:pt x="37" y="19"/>
                  <a:pt x="37" y="19"/>
                  <a:pt x="37" y="19"/>
                </a:cubicBezTo>
                <a:cubicBezTo>
                  <a:pt x="43" y="13"/>
                  <a:pt x="44" y="7"/>
                  <a:pt x="40" y="4"/>
                </a:cubicBezTo>
                <a:cubicBezTo>
                  <a:pt x="36" y="0"/>
                  <a:pt x="30" y="2"/>
                  <a:pt x="25" y="8"/>
                </a:cubicBezTo>
                <a:cubicBezTo>
                  <a:pt x="6" y="29"/>
                  <a:pt x="6" y="29"/>
                  <a:pt x="6" y="29"/>
                </a:cubicBezTo>
                <a:cubicBezTo>
                  <a:pt x="1" y="35"/>
                  <a:pt x="0" y="41"/>
                  <a:pt x="3" y="44"/>
                </a:cubicBezTo>
                <a:cubicBezTo>
                  <a:pt x="7" y="48"/>
                  <a:pt x="13" y="46"/>
                  <a:pt x="18" y="40"/>
                </a:cubicBezTo>
                <a:cubicBezTo>
                  <a:pt x="20" y="39"/>
                  <a:pt x="20" y="39"/>
                  <a:pt x="20" y="39"/>
                </a:cubicBezTo>
                <a:cubicBezTo>
                  <a:pt x="27" y="46"/>
                  <a:pt x="27" y="46"/>
                  <a:pt x="27" y="46"/>
                </a:cubicBezTo>
                <a:cubicBezTo>
                  <a:pt x="24" y="49"/>
                  <a:pt x="24" y="49"/>
                  <a:pt x="24" y="49"/>
                </a:cubicBezTo>
                <a:cubicBezTo>
                  <a:pt x="22" y="51"/>
                  <a:pt x="22" y="55"/>
                  <a:pt x="25" y="57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12" y="136"/>
                  <a:pt x="126" y="132"/>
                  <a:pt x="126" y="132"/>
                </a:cubicBezTo>
                <a:cubicBezTo>
                  <a:pt x="128" y="131"/>
                  <a:pt x="131" y="130"/>
                  <a:pt x="133" y="128"/>
                </a:cubicBezTo>
                <a:cubicBezTo>
                  <a:pt x="172" y="163"/>
                  <a:pt x="172" y="163"/>
                  <a:pt x="172" y="163"/>
                </a:cubicBezTo>
                <a:cubicBezTo>
                  <a:pt x="173" y="164"/>
                  <a:pt x="175" y="164"/>
                  <a:pt x="176" y="163"/>
                </a:cubicBezTo>
                <a:cubicBezTo>
                  <a:pt x="176" y="162"/>
                  <a:pt x="176" y="161"/>
                  <a:pt x="175" y="160"/>
                </a:cubicBezTo>
                <a:close/>
                <a:moveTo>
                  <a:pt x="133" y="116"/>
                </a:moveTo>
                <a:cubicBezTo>
                  <a:pt x="132" y="119"/>
                  <a:pt x="127" y="124"/>
                  <a:pt x="124" y="125"/>
                </a:cubicBezTo>
                <a:cubicBezTo>
                  <a:pt x="120" y="126"/>
                  <a:pt x="114" y="127"/>
                  <a:pt x="112" y="127"/>
                </a:cubicBezTo>
                <a:cubicBezTo>
                  <a:pt x="30" y="53"/>
                  <a:pt x="30" y="53"/>
                  <a:pt x="30" y="53"/>
                </a:cubicBezTo>
                <a:cubicBezTo>
                  <a:pt x="34" y="50"/>
                  <a:pt x="34" y="50"/>
                  <a:pt x="34" y="50"/>
                </a:cubicBezTo>
                <a:cubicBezTo>
                  <a:pt x="36" y="47"/>
                  <a:pt x="36" y="43"/>
                  <a:pt x="33" y="41"/>
                </a:cubicBezTo>
                <a:cubicBezTo>
                  <a:pt x="19" y="29"/>
                  <a:pt x="19" y="29"/>
                  <a:pt x="19" y="29"/>
                </a:cubicBezTo>
                <a:cubicBezTo>
                  <a:pt x="13" y="36"/>
                  <a:pt x="13" y="36"/>
                  <a:pt x="13" y="36"/>
                </a:cubicBezTo>
                <a:cubicBezTo>
                  <a:pt x="11" y="38"/>
                  <a:pt x="9" y="39"/>
                  <a:pt x="8" y="39"/>
                </a:cubicBezTo>
                <a:cubicBezTo>
                  <a:pt x="8" y="38"/>
                  <a:pt x="9" y="36"/>
                  <a:pt x="11" y="34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0"/>
                  <a:pt x="34" y="9"/>
                  <a:pt x="35" y="9"/>
                </a:cubicBezTo>
                <a:cubicBezTo>
                  <a:pt x="35" y="10"/>
                  <a:pt x="34" y="12"/>
                  <a:pt x="32" y="14"/>
                </a:cubicBezTo>
                <a:cubicBezTo>
                  <a:pt x="26" y="21"/>
                  <a:pt x="26" y="21"/>
                  <a:pt x="26" y="21"/>
                </a:cubicBezTo>
                <a:cubicBezTo>
                  <a:pt x="40" y="34"/>
                  <a:pt x="40" y="34"/>
                  <a:pt x="40" y="34"/>
                </a:cubicBezTo>
                <a:cubicBezTo>
                  <a:pt x="42" y="36"/>
                  <a:pt x="46" y="36"/>
                  <a:pt x="48" y="33"/>
                </a:cubicBezTo>
                <a:cubicBezTo>
                  <a:pt x="51" y="30"/>
                  <a:pt x="51" y="30"/>
                  <a:pt x="51" y="30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1"/>
                  <a:pt x="63" y="41"/>
                  <a:pt x="63" y="41"/>
                </a:cubicBezTo>
                <a:cubicBezTo>
                  <a:pt x="50" y="55"/>
                  <a:pt x="50" y="55"/>
                  <a:pt x="50" y="55"/>
                </a:cubicBezTo>
                <a:cubicBezTo>
                  <a:pt x="49" y="56"/>
                  <a:pt x="49" y="58"/>
                  <a:pt x="50" y="59"/>
                </a:cubicBezTo>
                <a:cubicBezTo>
                  <a:pt x="51" y="59"/>
                  <a:pt x="52" y="59"/>
                  <a:pt x="53" y="58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4"/>
                  <a:pt x="66" y="44"/>
                  <a:pt x="67" y="44"/>
                </a:cubicBezTo>
                <a:cubicBezTo>
                  <a:pt x="70" y="47"/>
                  <a:pt x="70" y="47"/>
                  <a:pt x="70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9"/>
                  <a:pt x="59" y="60"/>
                  <a:pt x="60" y="61"/>
                </a:cubicBezTo>
                <a:cubicBezTo>
                  <a:pt x="61" y="62"/>
                  <a:pt x="62" y="62"/>
                  <a:pt x="63" y="61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3" y="50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6" y="53"/>
                  <a:pt x="76" y="53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8"/>
                  <a:pt x="63" y="70"/>
                  <a:pt x="64" y="71"/>
                </a:cubicBezTo>
                <a:cubicBezTo>
                  <a:pt x="65" y="72"/>
                  <a:pt x="66" y="72"/>
                  <a:pt x="67" y="71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3" y="59"/>
                  <a:pt x="83" y="59"/>
                  <a:pt x="83" y="59"/>
                </a:cubicBezTo>
                <a:cubicBezTo>
                  <a:pt x="83" y="59"/>
                  <a:pt x="83" y="59"/>
                  <a:pt x="83" y="59"/>
                </a:cubicBezTo>
                <a:cubicBezTo>
                  <a:pt x="79" y="64"/>
                  <a:pt x="79" y="64"/>
                  <a:pt x="79" y="64"/>
                </a:cubicBezTo>
                <a:cubicBezTo>
                  <a:pt x="79" y="64"/>
                  <a:pt x="79" y="64"/>
                  <a:pt x="78" y="64"/>
                </a:cubicBezTo>
                <a:cubicBezTo>
                  <a:pt x="68" y="76"/>
                  <a:pt x="68" y="76"/>
                  <a:pt x="68" y="76"/>
                </a:cubicBezTo>
                <a:cubicBezTo>
                  <a:pt x="67" y="77"/>
                  <a:pt x="66" y="79"/>
                  <a:pt x="68" y="80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15" y="123"/>
                  <a:pt x="115" y="123"/>
                  <a:pt x="115" y="123"/>
                </a:cubicBezTo>
                <a:cubicBezTo>
                  <a:pt x="115" y="123"/>
                  <a:pt x="121" y="123"/>
                  <a:pt x="125" y="119"/>
                </a:cubicBezTo>
                <a:cubicBezTo>
                  <a:pt x="130" y="114"/>
                  <a:pt x="130" y="107"/>
                  <a:pt x="130" y="107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1" y="99"/>
                  <a:pt x="121" y="99"/>
                  <a:pt x="121" y="99"/>
                </a:cubicBezTo>
                <a:cubicBezTo>
                  <a:pt x="84" y="65"/>
                  <a:pt x="84" y="65"/>
                  <a:pt x="84" y="65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133" y="104"/>
                  <a:pt x="133" y="104"/>
                  <a:pt x="133" y="104"/>
                </a:cubicBezTo>
                <a:cubicBezTo>
                  <a:pt x="134" y="108"/>
                  <a:pt x="134" y="110"/>
                  <a:pt x="133" y="116"/>
                </a:cubicBezTo>
                <a:close/>
                <a:moveTo>
                  <a:pt x="116" y="116"/>
                </a:moveTo>
                <a:cubicBezTo>
                  <a:pt x="117" y="117"/>
                  <a:pt x="117" y="118"/>
                  <a:pt x="116" y="118"/>
                </a:cubicBezTo>
                <a:cubicBezTo>
                  <a:pt x="116" y="119"/>
                  <a:pt x="116" y="119"/>
                  <a:pt x="115" y="119"/>
                </a:cubicBezTo>
                <a:cubicBezTo>
                  <a:pt x="115" y="119"/>
                  <a:pt x="114" y="119"/>
                  <a:pt x="114" y="118"/>
                </a:cubicBezTo>
                <a:cubicBezTo>
                  <a:pt x="77" y="84"/>
                  <a:pt x="77" y="84"/>
                  <a:pt x="77" y="84"/>
                </a:cubicBezTo>
                <a:cubicBezTo>
                  <a:pt x="77" y="84"/>
                  <a:pt x="77" y="82"/>
                  <a:pt x="77" y="82"/>
                </a:cubicBezTo>
                <a:cubicBezTo>
                  <a:pt x="78" y="81"/>
                  <a:pt x="79" y="81"/>
                  <a:pt x="79" y="82"/>
                </a:cubicBezTo>
                <a:lnTo>
                  <a:pt x="116" y="116"/>
                </a:lnTo>
                <a:close/>
                <a:moveTo>
                  <a:pt x="116" y="116"/>
                </a:moveTo>
                <a:cubicBezTo>
                  <a:pt x="116" y="116"/>
                  <a:pt x="116" y="116"/>
                  <a:pt x="116" y="116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77637D86-729C-DE44-90D3-046E241701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163" y="5340329"/>
            <a:ext cx="586316" cy="806451"/>
            <a:chOff x="1787" y="2114"/>
            <a:chExt cx="277" cy="381"/>
          </a:xfrm>
          <a:solidFill>
            <a:schemeClr val="accent4"/>
          </a:solidFill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7605C70-34CA-324B-B5A1-B63923CB6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7" y="2114"/>
              <a:ext cx="277" cy="381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2"/>
                </a:cxn>
                <a:cxn ang="0">
                  <a:pos x="45" y="12"/>
                </a:cxn>
                <a:cxn ang="0">
                  <a:pos x="46" y="9"/>
                </a:cxn>
                <a:cxn ang="0">
                  <a:pos x="37" y="0"/>
                </a:cxn>
                <a:cxn ang="0">
                  <a:pos x="29" y="9"/>
                </a:cxn>
                <a:cxn ang="0">
                  <a:pos x="30" y="12"/>
                </a:cxn>
                <a:cxn ang="0">
                  <a:pos x="21" y="12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6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6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2" y="9"/>
                </a:cxn>
                <a:cxn ang="0">
                  <a:pos x="37" y="3"/>
                </a:cxn>
                <a:cxn ang="0">
                  <a:pos x="42" y="9"/>
                </a:cxn>
                <a:cxn ang="0">
                  <a:pos x="41" y="12"/>
                </a:cxn>
                <a:cxn ang="0">
                  <a:pos x="34" y="12"/>
                </a:cxn>
                <a:cxn ang="0">
                  <a:pos x="32" y="9"/>
                </a:cxn>
                <a:cxn ang="0">
                  <a:pos x="66" y="92"/>
                </a:cxn>
                <a:cxn ang="0">
                  <a:pos x="62" y="95"/>
                </a:cxn>
                <a:cxn ang="0">
                  <a:pos x="10" y="95"/>
                </a:cxn>
                <a:cxn ang="0">
                  <a:pos x="7" y="92"/>
                </a:cxn>
                <a:cxn ang="0">
                  <a:pos x="7" y="30"/>
                </a:cxn>
                <a:cxn ang="0">
                  <a:pos x="10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2" y="26"/>
                </a:cxn>
                <a:cxn ang="0">
                  <a:pos x="66" y="30"/>
                </a:cxn>
                <a:cxn ang="0">
                  <a:pos x="66" y="92"/>
                </a:cxn>
                <a:cxn ang="0">
                  <a:pos x="66" y="92"/>
                </a:cxn>
                <a:cxn ang="0">
                  <a:pos x="66" y="92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4"/>
                    <a:pt x="53" y="12"/>
                    <a:pt x="51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1"/>
                    <a:pt x="46" y="10"/>
                    <a:pt x="46" y="9"/>
                  </a:cubicBezTo>
                  <a:cubicBezTo>
                    <a:pt x="46" y="4"/>
                    <a:pt x="42" y="0"/>
                    <a:pt x="37" y="0"/>
                  </a:cubicBezTo>
                  <a:cubicBezTo>
                    <a:pt x="33" y="0"/>
                    <a:pt x="29" y="4"/>
                    <a:pt x="29" y="9"/>
                  </a:cubicBezTo>
                  <a:cubicBezTo>
                    <a:pt x="29" y="10"/>
                    <a:pt x="29" y="11"/>
                    <a:pt x="30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9" y="12"/>
                    <a:pt x="17" y="14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2"/>
                    <a:pt x="0" y="2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6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2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2" y="9"/>
                  </a:moveTo>
                  <a:cubicBezTo>
                    <a:pt x="32" y="6"/>
                    <a:pt x="35" y="3"/>
                    <a:pt x="37" y="3"/>
                  </a:cubicBezTo>
                  <a:cubicBezTo>
                    <a:pt x="40" y="3"/>
                    <a:pt x="42" y="6"/>
                    <a:pt x="42" y="9"/>
                  </a:cubicBezTo>
                  <a:cubicBezTo>
                    <a:pt x="42" y="10"/>
                    <a:pt x="42" y="11"/>
                    <a:pt x="41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3" y="11"/>
                    <a:pt x="32" y="10"/>
                    <a:pt x="32" y="9"/>
                  </a:cubicBezTo>
                  <a:close/>
                  <a:moveTo>
                    <a:pt x="66" y="92"/>
                  </a:moveTo>
                  <a:cubicBezTo>
                    <a:pt x="66" y="94"/>
                    <a:pt x="64" y="95"/>
                    <a:pt x="62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9" y="95"/>
                    <a:pt x="7" y="94"/>
                    <a:pt x="7" y="92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8"/>
                    <a:pt x="9" y="26"/>
                    <a:pt x="10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4" y="26"/>
                    <a:pt x="66" y="28"/>
                    <a:pt x="66" y="30"/>
                  </a:cubicBezTo>
                  <a:lnTo>
                    <a:pt x="66" y="92"/>
                  </a:lnTo>
                  <a:close/>
                  <a:moveTo>
                    <a:pt x="66" y="92"/>
                  </a:moveTo>
                  <a:cubicBezTo>
                    <a:pt x="66" y="92"/>
                    <a:pt x="66" y="92"/>
                    <a:pt x="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8DE5319-B3B7-4D49-BC9E-9C989CBC8C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2304"/>
              <a:ext cx="99" cy="75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6" y="7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1" y="9"/>
                </a:cxn>
                <a:cxn ang="0">
                  <a:pos x="1" y="12"/>
                </a:cxn>
                <a:cxn ang="0">
                  <a:pos x="9" y="20"/>
                </a:cxn>
                <a:cxn ang="0">
                  <a:pos x="11" y="20"/>
                </a:cxn>
                <a:cxn ang="0">
                  <a:pos x="12" y="20"/>
                </a:cxn>
                <a:cxn ang="0">
                  <a:pos x="25" y="6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</a:cxnLst>
              <a:rect l="0" t="0" r="r" b="b"/>
              <a:pathLst>
                <a:path w="26" h="20">
                  <a:moveTo>
                    <a:pt x="11" y="12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1" y="20"/>
                    <a:pt x="12" y="20"/>
                    <a:pt x="12" y="2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5"/>
                    <a:pt x="26" y="3"/>
                    <a:pt x="25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1" y="0"/>
                    <a:pt x="21" y="1"/>
                    <a:pt x="20" y="1"/>
                  </a:cubicBezTo>
                  <a:lnTo>
                    <a:pt x="11" y="12"/>
                  </a:lnTo>
                  <a:close/>
                  <a:moveTo>
                    <a:pt x="11" y="12"/>
                  </a:moveTo>
                  <a:cubicBezTo>
                    <a:pt x="11" y="12"/>
                    <a:pt x="11" y="12"/>
                    <a:pt x="11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DB7E052D-F693-664C-AF95-BF45A633EC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2245"/>
              <a:ext cx="193" cy="186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25"/>
                </a:cxn>
                <a:cxn ang="0">
                  <a:pos x="25" y="50"/>
                </a:cxn>
                <a:cxn ang="0">
                  <a:pos x="51" y="25"/>
                </a:cxn>
                <a:cxn ang="0">
                  <a:pos x="25" y="0"/>
                </a:cxn>
                <a:cxn ang="0">
                  <a:pos x="25" y="44"/>
                </a:cxn>
                <a:cxn ang="0">
                  <a:pos x="7" y="25"/>
                </a:cxn>
                <a:cxn ang="0">
                  <a:pos x="25" y="7"/>
                </a:cxn>
                <a:cxn ang="0">
                  <a:pos x="44" y="25"/>
                </a:cxn>
                <a:cxn ang="0">
                  <a:pos x="25" y="44"/>
                </a:cxn>
                <a:cxn ang="0">
                  <a:pos x="25" y="44"/>
                </a:cxn>
                <a:cxn ang="0">
                  <a:pos x="25" y="44"/>
                </a:cxn>
              </a:cxnLst>
              <a:rect l="0" t="0" r="r" b="b"/>
              <a:pathLst>
                <a:path w="51" h="50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1" y="39"/>
                    <a:pt x="51" y="25"/>
                  </a:cubicBezTo>
                  <a:cubicBezTo>
                    <a:pt x="51" y="11"/>
                    <a:pt x="39" y="0"/>
                    <a:pt x="25" y="0"/>
                  </a:cubicBezTo>
                  <a:close/>
                  <a:moveTo>
                    <a:pt x="25" y="44"/>
                  </a:moveTo>
                  <a:cubicBezTo>
                    <a:pt x="15" y="44"/>
                    <a:pt x="7" y="35"/>
                    <a:pt x="7" y="25"/>
                  </a:cubicBezTo>
                  <a:cubicBezTo>
                    <a:pt x="7" y="15"/>
                    <a:pt x="15" y="7"/>
                    <a:pt x="25" y="7"/>
                  </a:cubicBezTo>
                  <a:cubicBezTo>
                    <a:pt x="35" y="7"/>
                    <a:pt x="44" y="15"/>
                    <a:pt x="44" y="25"/>
                  </a:cubicBezTo>
                  <a:cubicBezTo>
                    <a:pt x="44" y="35"/>
                    <a:pt x="35" y="44"/>
                    <a:pt x="25" y="44"/>
                  </a:cubicBezTo>
                  <a:close/>
                  <a:moveTo>
                    <a:pt x="25" y="44"/>
                  </a:moveTo>
                  <a:cubicBezTo>
                    <a:pt x="25" y="44"/>
                    <a:pt x="25" y="44"/>
                    <a:pt x="2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4" name="Group 17">
            <a:extLst>
              <a:ext uri="{FF2B5EF4-FFF2-40B4-BE49-F238E27FC236}">
                <a16:creationId xmlns:a16="http://schemas.microsoft.com/office/drawing/2014/main" id="{B840149D-EB3F-F942-95FF-D355110B156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30696" y="5370916"/>
            <a:ext cx="668811" cy="759299"/>
            <a:chOff x="1340" y="2128"/>
            <a:chExt cx="340" cy="386"/>
          </a:xfrm>
          <a:solidFill>
            <a:schemeClr val="accent3"/>
          </a:solidFill>
        </p:grpSpPr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F82273B4-29FA-0B48-AFF7-9A601468B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0" y="2128"/>
              <a:ext cx="340" cy="386"/>
            </a:xfrm>
            <a:custGeom>
              <a:avLst/>
              <a:gdLst/>
              <a:ahLst/>
              <a:cxnLst>
                <a:cxn ang="0">
                  <a:pos x="141" y="75"/>
                </a:cxn>
                <a:cxn ang="0">
                  <a:pos x="118" y="53"/>
                </a:cxn>
                <a:cxn ang="0">
                  <a:pos x="96" y="75"/>
                </a:cxn>
                <a:cxn ang="0">
                  <a:pos x="115" y="96"/>
                </a:cxn>
                <a:cxn ang="0">
                  <a:pos x="115" y="120"/>
                </a:cxn>
                <a:cxn ang="0">
                  <a:pos x="82" y="153"/>
                </a:cxn>
                <a:cxn ang="0">
                  <a:pos x="49" y="120"/>
                </a:cxn>
                <a:cxn ang="0">
                  <a:pos x="49" y="93"/>
                </a:cxn>
                <a:cxn ang="0">
                  <a:pos x="73" y="78"/>
                </a:cxn>
                <a:cxn ang="0">
                  <a:pos x="75" y="74"/>
                </a:cxn>
                <a:cxn ang="0">
                  <a:pos x="90" y="30"/>
                </a:cxn>
                <a:cxn ang="0">
                  <a:pos x="66" y="3"/>
                </a:cxn>
                <a:cxn ang="0">
                  <a:pos x="66" y="3"/>
                </a:cxn>
                <a:cxn ang="0">
                  <a:pos x="60" y="0"/>
                </a:cxn>
                <a:cxn ang="0">
                  <a:pos x="55" y="6"/>
                </a:cxn>
                <a:cxn ang="0">
                  <a:pos x="60" y="12"/>
                </a:cxn>
                <a:cxn ang="0">
                  <a:pos x="64" y="10"/>
                </a:cxn>
                <a:cxn ang="0">
                  <a:pos x="64" y="11"/>
                </a:cxn>
                <a:cxn ang="0">
                  <a:pos x="83" y="30"/>
                </a:cxn>
                <a:cxn ang="0">
                  <a:pos x="69" y="69"/>
                </a:cxn>
                <a:cxn ang="0">
                  <a:pos x="65" y="71"/>
                </a:cxn>
                <a:cxn ang="0">
                  <a:pos x="45" y="82"/>
                </a:cxn>
                <a:cxn ang="0">
                  <a:pos x="26" y="71"/>
                </a:cxn>
                <a:cxn ang="0">
                  <a:pos x="22" y="69"/>
                </a:cxn>
                <a:cxn ang="0">
                  <a:pos x="7" y="30"/>
                </a:cxn>
                <a:cxn ang="0">
                  <a:pos x="27" y="11"/>
                </a:cxn>
                <a:cxn ang="0">
                  <a:pos x="27" y="10"/>
                </a:cxn>
                <a:cxn ang="0">
                  <a:pos x="30" y="12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25" y="3"/>
                </a:cxn>
                <a:cxn ang="0">
                  <a:pos x="25" y="3"/>
                </a:cxn>
                <a:cxn ang="0">
                  <a:pos x="0" y="30"/>
                </a:cxn>
                <a:cxn ang="0">
                  <a:pos x="16" y="74"/>
                </a:cxn>
                <a:cxn ang="0">
                  <a:pos x="17" y="78"/>
                </a:cxn>
                <a:cxn ang="0">
                  <a:pos x="42" y="93"/>
                </a:cxn>
                <a:cxn ang="0">
                  <a:pos x="42" y="120"/>
                </a:cxn>
                <a:cxn ang="0">
                  <a:pos x="82" y="160"/>
                </a:cxn>
                <a:cxn ang="0">
                  <a:pos x="122" y="120"/>
                </a:cxn>
                <a:cxn ang="0">
                  <a:pos x="122" y="96"/>
                </a:cxn>
                <a:cxn ang="0">
                  <a:pos x="141" y="75"/>
                </a:cxn>
                <a:cxn ang="0">
                  <a:pos x="118" y="90"/>
                </a:cxn>
                <a:cxn ang="0">
                  <a:pos x="104" y="75"/>
                </a:cxn>
                <a:cxn ang="0">
                  <a:pos x="118" y="60"/>
                </a:cxn>
                <a:cxn ang="0">
                  <a:pos x="133" y="75"/>
                </a:cxn>
                <a:cxn ang="0">
                  <a:pos x="118" y="90"/>
                </a:cxn>
                <a:cxn ang="0">
                  <a:pos x="118" y="90"/>
                </a:cxn>
                <a:cxn ang="0">
                  <a:pos x="118" y="90"/>
                </a:cxn>
              </a:cxnLst>
              <a:rect l="0" t="0" r="r" b="b"/>
              <a:pathLst>
                <a:path w="141" h="160">
                  <a:moveTo>
                    <a:pt x="141" y="75"/>
                  </a:moveTo>
                  <a:cubicBezTo>
                    <a:pt x="141" y="62"/>
                    <a:pt x="131" y="53"/>
                    <a:pt x="118" y="53"/>
                  </a:cubicBezTo>
                  <a:cubicBezTo>
                    <a:pt x="106" y="53"/>
                    <a:pt x="96" y="62"/>
                    <a:pt x="96" y="75"/>
                  </a:cubicBezTo>
                  <a:cubicBezTo>
                    <a:pt x="96" y="86"/>
                    <a:pt x="104" y="95"/>
                    <a:pt x="115" y="96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5" y="138"/>
                    <a:pt x="100" y="153"/>
                    <a:pt x="82" y="153"/>
                  </a:cubicBezTo>
                  <a:cubicBezTo>
                    <a:pt x="64" y="153"/>
                    <a:pt x="49" y="138"/>
                    <a:pt x="49" y="120"/>
                  </a:cubicBezTo>
                  <a:cubicBezTo>
                    <a:pt x="49" y="93"/>
                    <a:pt x="49" y="93"/>
                    <a:pt x="49" y="93"/>
                  </a:cubicBezTo>
                  <a:cubicBezTo>
                    <a:pt x="58" y="92"/>
                    <a:pt x="66" y="87"/>
                    <a:pt x="73" y="78"/>
                  </a:cubicBezTo>
                  <a:cubicBezTo>
                    <a:pt x="74" y="77"/>
                    <a:pt x="75" y="75"/>
                    <a:pt x="75" y="74"/>
                  </a:cubicBezTo>
                  <a:cubicBezTo>
                    <a:pt x="84" y="61"/>
                    <a:pt x="90" y="43"/>
                    <a:pt x="90" y="30"/>
                  </a:cubicBezTo>
                  <a:cubicBezTo>
                    <a:pt x="90" y="9"/>
                    <a:pt x="81" y="7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5" y="1"/>
                    <a:pt x="63" y="0"/>
                    <a:pt x="60" y="0"/>
                  </a:cubicBezTo>
                  <a:cubicBezTo>
                    <a:pt x="57" y="0"/>
                    <a:pt x="55" y="3"/>
                    <a:pt x="55" y="6"/>
                  </a:cubicBezTo>
                  <a:cubicBezTo>
                    <a:pt x="55" y="9"/>
                    <a:pt x="57" y="12"/>
                    <a:pt x="60" y="12"/>
                  </a:cubicBezTo>
                  <a:cubicBezTo>
                    <a:pt x="62" y="12"/>
                    <a:pt x="63" y="11"/>
                    <a:pt x="64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79" y="14"/>
                    <a:pt x="83" y="15"/>
                    <a:pt x="83" y="30"/>
                  </a:cubicBezTo>
                  <a:cubicBezTo>
                    <a:pt x="83" y="42"/>
                    <a:pt x="77" y="58"/>
                    <a:pt x="69" y="69"/>
                  </a:cubicBezTo>
                  <a:cubicBezTo>
                    <a:pt x="67" y="69"/>
                    <a:pt x="66" y="70"/>
                    <a:pt x="65" y="71"/>
                  </a:cubicBezTo>
                  <a:cubicBezTo>
                    <a:pt x="61" y="76"/>
                    <a:pt x="54" y="82"/>
                    <a:pt x="45" y="82"/>
                  </a:cubicBezTo>
                  <a:cubicBezTo>
                    <a:pt x="37" y="82"/>
                    <a:pt x="30" y="76"/>
                    <a:pt x="26" y="71"/>
                  </a:cubicBezTo>
                  <a:cubicBezTo>
                    <a:pt x="25" y="70"/>
                    <a:pt x="23" y="69"/>
                    <a:pt x="22" y="69"/>
                  </a:cubicBezTo>
                  <a:cubicBezTo>
                    <a:pt x="13" y="58"/>
                    <a:pt x="7" y="42"/>
                    <a:pt x="7" y="30"/>
                  </a:cubicBezTo>
                  <a:cubicBezTo>
                    <a:pt x="7" y="15"/>
                    <a:pt x="11" y="14"/>
                    <a:pt x="27" y="11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8" y="11"/>
                    <a:pt x="29" y="12"/>
                    <a:pt x="30" y="12"/>
                  </a:cubicBezTo>
                  <a:cubicBezTo>
                    <a:pt x="33" y="12"/>
                    <a:pt x="36" y="9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ubicBezTo>
                    <a:pt x="28" y="0"/>
                    <a:pt x="26" y="1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9" y="7"/>
                    <a:pt x="0" y="9"/>
                    <a:pt x="0" y="30"/>
                  </a:cubicBezTo>
                  <a:cubicBezTo>
                    <a:pt x="0" y="43"/>
                    <a:pt x="6" y="61"/>
                    <a:pt x="16" y="74"/>
                  </a:cubicBezTo>
                  <a:cubicBezTo>
                    <a:pt x="16" y="76"/>
                    <a:pt x="16" y="77"/>
                    <a:pt x="17" y="78"/>
                  </a:cubicBezTo>
                  <a:cubicBezTo>
                    <a:pt x="25" y="87"/>
                    <a:pt x="33" y="92"/>
                    <a:pt x="42" y="93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42"/>
                    <a:pt x="60" y="160"/>
                    <a:pt x="82" y="160"/>
                  </a:cubicBezTo>
                  <a:cubicBezTo>
                    <a:pt x="104" y="160"/>
                    <a:pt x="122" y="142"/>
                    <a:pt x="122" y="120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33" y="95"/>
                    <a:pt x="141" y="86"/>
                    <a:pt x="141" y="75"/>
                  </a:cubicBezTo>
                  <a:close/>
                  <a:moveTo>
                    <a:pt x="118" y="90"/>
                  </a:moveTo>
                  <a:cubicBezTo>
                    <a:pt x="110" y="90"/>
                    <a:pt x="104" y="83"/>
                    <a:pt x="104" y="75"/>
                  </a:cubicBezTo>
                  <a:cubicBezTo>
                    <a:pt x="104" y="67"/>
                    <a:pt x="110" y="60"/>
                    <a:pt x="118" y="60"/>
                  </a:cubicBezTo>
                  <a:cubicBezTo>
                    <a:pt x="127" y="60"/>
                    <a:pt x="133" y="67"/>
                    <a:pt x="133" y="75"/>
                  </a:cubicBezTo>
                  <a:cubicBezTo>
                    <a:pt x="133" y="83"/>
                    <a:pt x="127" y="90"/>
                    <a:pt x="118" y="90"/>
                  </a:cubicBezTo>
                  <a:close/>
                  <a:moveTo>
                    <a:pt x="118" y="90"/>
                  </a:moveTo>
                  <a:cubicBezTo>
                    <a:pt x="118" y="90"/>
                    <a:pt x="118" y="90"/>
                    <a:pt x="118" y="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21D225DE-DE8D-CC4E-A6AE-CDAA058BD1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8" y="2282"/>
              <a:ext cx="56" cy="5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11"/>
                </a:cxn>
                <a:cxn ang="0">
                  <a:pos x="11" y="22"/>
                </a:cxn>
                <a:cxn ang="0">
                  <a:pos x="23" y="1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3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lose/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cxnSp>
        <p:nvCxnSpPr>
          <p:cNvPr id="17" name="Elbow Connector 102">
            <a:extLst>
              <a:ext uri="{FF2B5EF4-FFF2-40B4-BE49-F238E27FC236}">
                <a16:creationId xmlns:a16="http://schemas.microsoft.com/office/drawing/2014/main" id="{1FE12DE3-CE8C-6049-AFDC-436D31BF1337}"/>
              </a:ext>
            </a:extLst>
          </p:cNvPr>
          <p:cNvCxnSpPr/>
          <p:nvPr/>
        </p:nvCxnSpPr>
        <p:spPr>
          <a:xfrm rot="16200000" flipH="1">
            <a:off x="3481200" y="3790133"/>
            <a:ext cx="1357341" cy="127598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13">
            <a:extLst>
              <a:ext uri="{FF2B5EF4-FFF2-40B4-BE49-F238E27FC236}">
                <a16:creationId xmlns:a16="http://schemas.microsoft.com/office/drawing/2014/main" id="{D83154E2-0A34-D748-9514-E3B3DE8769E6}"/>
              </a:ext>
            </a:extLst>
          </p:cNvPr>
          <p:cNvCxnSpPr/>
          <p:nvPr/>
        </p:nvCxnSpPr>
        <p:spPr>
          <a:xfrm rot="5400000">
            <a:off x="1189214" y="3790133"/>
            <a:ext cx="1357341" cy="127598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14">
            <a:extLst>
              <a:ext uri="{FF2B5EF4-FFF2-40B4-BE49-F238E27FC236}">
                <a16:creationId xmlns:a16="http://schemas.microsoft.com/office/drawing/2014/main" id="{441177C7-CE9D-D24E-8241-EE6EB4FCBA66}"/>
              </a:ext>
            </a:extLst>
          </p:cNvPr>
          <p:cNvCxnSpPr/>
          <p:nvPr/>
        </p:nvCxnSpPr>
        <p:spPr>
          <a:xfrm rot="5400000">
            <a:off x="1840673" y="4102965"/>
            <a:ext cx="1510960" cy="496704"/>
          </a:xfrm>
          <a:prstGeom prst="bentConnector3">
            <a:avLst>
              <a:gd name="adj1" fmla="val 71517"/>
            </a:avLst>
          </a:prstGeom>
          <a:ln w="1905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25">
            <a:extLst>
              <a:ext uri="{FF2B5EF4-FFF2-40B4-BE49-F238E27FC236}">
                <a16:creationId xmlns:a16="http://schemas.microsoft.com/office/drawing/2014/main" id="{783D8F5A-FEB6-8840-B41D-2C9B6153326D}"/>
              </a:ext>
            </a:extLst>
          </p:cNvPr>
          <p:cNvCxnSpPr/>
          <p:nvPr/>
        </p:nvCxnSpPr>
        <p:spPr>
          <a:xfrm rot="16200000" flipH="1">
            <a:off x="2672876" y="4102965"/>
            <a:ext cx="1510960" cy="496704"/>
          </a:xfrm>
          <a:prstGeom prst="bentConnector3">
            <a:avLst>
              <a:gd name="adj1" fmla="val 71517"/>
            </a:avLst>
          </a:prstGeom>
          <a:ln w="1905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66">
            <a:extLst>
              <a:ext uri="{FF2B5EF4-FFF2-40B4-BE49-F238E27FC236}">
                <a16:creationId xmlns:a16="http://schemas.microsoft.com/office/drawing/2014/main" id="{A8578A2F-3B44-7D49-93A7-124A3DFA0CFD}"/>
              </a:ext>
            </a:extLst>
          </p:cNvPr>
          <p:cNvGrpSpPr/>
          <p:nvPr/>
        </p:nvGrpSpPr>
        <p:grpSpPr>
          <a:xfrm>
            <a:off x="1697311" y="1645956"/>
            <a:ext cx="2751667" cy="2163605"/>
            <a:chOff x="1981200" y="1838326"/>
            <a:chExt cx="393700" cy="30956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26C0F0A-9C63-6E4E-AF81-CD27EFCE7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838326"/>
              <a:ext cx="393700" cy="96838"/>
            </a:xfrm>
            <a:custGeom>
              <a:avLst/>
              <a:gdLst/>
              <a:ahLst/>
              <a:cxnLst>
                <a:cxn ang="0">
                  <a:pos x="96" y="14"/>
                </a:cxn>
                <a:cxn ang="0">
                  <a:pos x="72" y="14"/>
                </a:cxn>
                <a:cxn ang="0">
                  <a:pos x="72" y="3"/>
                </a:cxn>
                <a:cxn ang="0">
                  <a:pos x="68" y="0"/>
                </a:cxn>
                <a:cxn ang="0">
                  <a:pos x="35" y="0"/>
                </a:cxn>
                <a:cxn ang="0">
                  <a:pos x="32" y="3"/>
                </a:cxn>
                <a:cxn ang="0">
                  <a:pos x="32" y="14"/>
                </a:cxn>
                <a:cxn ang="0">
                  <a:pos x="7" y="14"/>
                </a:cxn>
                <a:cxn ang="0">
                  <a:pos x="0" y="19"/>
                </a:cxn>
                <a:cxn ang="0">
                  <a:pos x="0" y="25"/>
                </a:cxn>
                <a:cxn ang="0">
                  <a:pos x="102" y="25"/>
                </a:cxn>
                <a:cxn ang="0">
                  <a:pos x="102" y="20"/>
                </a:cxn>
                <a:cxn ang="0">
                  <a:pos x="96" y="14"/>
                </a:cxn>
                <a:cxn ang="0">
                  <a:pos x="65" y="14"/>
                </a:cxn>
                <a:cxn ang="0">
                  <a:pos x="39" y="14"/>
                </a:cxn>
                <a:cxn ang="0">
                  <a:pos x="39" y="7"/>
                </a:cxn>
                <a:cxn ang="0">
                  <a:pos x="65" y="7"/>
                </a:cxn>
                <a:cxn ang="0">
                  <a:pos x="65" y="14"/>
                </a:cxn>
                <a:cxn ang="0">
                  <a:pos x="65" y="14"/>
                </a:cxn>
                <a:cxn ang="0">
                  <a:pos x="65" y="14"/>
                </a:cxn>
              </a:cxnLst>
              <a:rect l="0" t="0" r="r" b="b"/>
              <a:pathLst>
                <a:path w="102" h="25">
                  <a:moveTo>
                    <a:pt x="96" y="14"/>
                  </a:moveTo>
                  <a:cubicBezTo>
                    <a:pt x="72" y="14"/>
                    <a:pt x="72" y="14"/>
                    <a:pt x="72" y="1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2"/>
                    <a:pt x="70" y="0"/>
                    <a:pt x="68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2" y="2"/>
                    <a:pt x="32" y="3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6"/>
                    <a:pt x="0" y="1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17"/>
                    <a:pt x="100" y="14"/>
                    <a:pt x="96" y="14"/>
                  </a:cubicBezTo>
                  <a:close/>
                  <a:moveTo>
                    <a:pt x="65" y="14"/>
                  </a:moveTo>
                  <a:cubicBezTo>
                    <a:pt x="39" y="14"/>
                    <a:pt x="39" y="14"/>
                    <a:pt x="39" y="14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65" y="7"/>
                    <a:pt x="65" y="7"/>
                    <a:pt x="65" y="7"/>
                  </a:cubicBezTo>
                  <a:lnTo>
                    <a:pt x="65" y="14"/>
                  </a:lnTo>
                  <a:close/>
                  <a:moveTo>
                    <a:pt x="65" y="14"/>
                  </a:moveTo>
                  <a:cubicBezTo>
                    <a:pt x="65" y="14"/>
                    <a:pt x="65" y="14"/>
                    <a:pt x="65" y="14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D9EC326-C567-B649-8506-188D0C4692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949451"/>
              <a:ext cx="393700" cy="198438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5" y="51"/>
                </a:cxn>
                <a:cxn ang="0">
                  <a:pos x="97" y="51"/>
                </a:cxn>
                <a:cxn ang="0">
                  <a:pos x="102" y="46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46"/>
                </a:cxn>
                <a:cxn ang="0">
                  <a:pos x="51" y="7"/>
                </a:cxn>
                <a:cxn ang="0">
                  <a:pos x="69" y="25"/>
                </a:cxn>
                <a:cxn ang="0">
                  <a:pos x="51" y="43"/>
                </a:cxn>
                <a:cxn ang="0">
                  <a:pos x="33" y="25"/>
                </a:cxn>
                <a:cxn ang="0">
                  <a:pos x="51" y="7"/>
                </a:cxn>
                <a:cxn ang="0">
                  <a:pos x="51" y="7"/>
                </a:cxn>
                <a:cxn ang="0">
                  <a:pos x="51" y="7"/>
                </a:cxn>
              </a:cxnLst>
              <a:rect l="0" t="0" r="r" b="b"/>
              <a:pathLst>
                <a:path w="102" h="51">
                  <a:moveTo>
                    <a:pt x="0" y="46"/>
                  </a:moveTo>
                  <a:cubicBezTo>
                    <a:pt x="0" y="49"/>
                    <a:pt x="2" y="51"/>
                    <a:pt x="5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101" y="51"/>
                    <a:pt x="102" y="48"/>
                    <a:pt x="102" y="46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6"/>
                  </a:lnTo>
                  <a:close/>
                  <a:moveTo>
                    <a:pt x="51" y="7"/>
                  </a:moveTo>
                  <a:cubicBezTo>
                    <a:pt x="61" y="7"/>
                    <a:pt x="69" y="15"/>
                    <a:pt x="69" y="25"/>
                  </a:cubicBezTo>
                  <a:cubicBezTo>
                    <a:pt x="69" y="35"/>
                    <a:pt x="61" y="43"/>
                    <a:pt x="51" y="43"/>
                  </a:cubicBezTo>
                  <a:cubicBezTo>
                    <a:pt x="41" y="43"/>
                    <a:pt x="33" y="35"/>
                    <a:pt x="33" y="25"/>
                  </a:cubicBezTo>
                  <a:cubicBezTo>
                    <a:pt x="33" y="15"/>
                    <a:pt x="41" y="7"/>
                    <a:pt x="51" y="7"/>
                  </a:cubicBezTo>
                  <a:close/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C1E339C-2CA9-8840-93E7-58F59DB17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close/>
                  <a:moveTo>
                    <a:pt x="20" y="59"/>
                  </a:moveTo>
                  <a:lnTo>
                    <a:pt x="20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C634D804-885E-E54D-9EF0-E5D70F47ED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moveTo>
                    <a:pt x="20" y="59"/>
                  </a:moveTo>
                  <a:lnTo>
                    <a:pt x="20" y="59"/>
                  </a:ln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6" name="Group 126">
            <a:extLst>
              <a:ext uri="{FF2B5EF4-FFF2-40B4-BE49-F238E27FC236}">
                <a16:creationId xmlns:a16="http://schemas.microsoft.com/office/drawing/2014/main" id="{E88EB08B-A1D6-CB4C-8E24-8EE22DCA2BCD}"/>
              </a:ext>
            </a:extLst>
          </p:cNvPr>
          <p:cNvGrpSpPr/>
          <p:nvPr/>
        </p:nvGrpSpPr>
        <p:grpSpPr>
          <a:xfrm>
            <a:off x="5673404" y="3799576"/>
            <a:ext cx="1113445" cy="1113443"/>
            <a:chOff x="1400541" y="1592431"/>
            <a:chExt cx="1296169" cy="1296168"/>
          </a:xfrm>
        </p:grpSpPr>
        <p:sp>
          <p:nvSpPr>
            <p:cNvPr id="27" name="Oval 127">
              <a:extLst>
                <a:ext uri="{FF2B5EF4-FFF2-40B4-BE49-F238E27FC236}">
                  <a16:creationId xmlns:a16="http://schemas.microsoft.com/office/drawing/2014/main" id="{F2564697-60B9-AC4B-980F-A1116AD086DF}"/>
                </a:ext>
              </a:extLst>
            </p:cNvPr>
            <p:cNvSpPr/>
            <p:nvPr/>
          </p:nvSpPr>
          <p:spPr>
            <a:xfrm>
              <a:off x="1533041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8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Pie 128">
              <a:extLst>
                <a:ext uri="{FF2B5EF4-FFF2-40B4-BE49-F238E27FC236}">
                  <a16:creationId xmlns:a16="http://schemas.microsoft.com/office/drawing/2014/main" id="{E43D495E-E0DE-8744-A31D-DE0D7CE17C49}"/>
                </a:ext>
              </a:extLst>
            </p:cNvPr>
            <p:cNvSpPr/>
            <p:nvPr/>
          </p:nvSpPr>
          <p:spPr>
            <a:xfrm>
              <a:off x="1400541" y="1592431"/>
              <a:ext cx="1296169" cy="1296168"/>
            </a:xfrm>
            <a:prstGeom prst="pie">
              <a:avLst>
                <a:gd name="adj1" fmla="val 27111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TextBox 129">
              <a:extLst>
                <a:ext uri="{FF2B5EF4-FFF2-40B4-BE49-F238E27FC236}">
                  <a16:creationId xmlns:a16="http://schemas.microsoft.com/office/drawing/2014/main" id="{D8E5DF32-D5CD-3642-8D51-E887D3AD066D}"/>
                </a:ext>
              </a:extLst>
            </p:cNvPr>
            <p:cNvSpPr txBox="1"/>
            <p:nvPr/>
          </p:nvSpPr>
          <p:spPr>
            <a:xfrm>
              <a:off x="1520276" y="2119522"/>
              <a:ext cx="489217" cy="2866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75%</a:t>
              </a:r>
            </a:p>
          </p:txBody>
        </p:sp>
      </p:grpSp>
      <p:grpSp>
        <p:nvGrpSpPr>
          <p:cNvPr id="30" name="Group 130">
            <a:extLst>
              <a:ext uri="{FF2B5EF4-FFF2-40B4-BE49-F238E27FC236}">
                <a16:creationId xmlns:a16="http://schemas.microsoft.com/office/drawing/2014/main" id="{873A1B01-57A2-FE4C-9D5A-9D176A25FE09}"/>
              </a:ext>
            </a:extLst>
          </p:cNvPr>
          <p:cNvGrpSpPr/>
          <p:nvPr/>
        </p:nvGrpSpPr>
        <p:grpSpPr>
          <a:xfrm>
            <a:off x="7170295" y="3799576"/>
            <a:ext cx="1113445" cy="1113443"/>
            <a:chOff x="3099936" y="1592431"/>
            <a:chExt cx="1296169" cy="1296168"/>
          </a:xfrm>
        </p:grpSpPr>
        <p:sp>
          <p:nvSpPr>
            <p:cNvPr id="31" name="Oval 131">
              <a:extLst>
                <a:ext uri="{FF2B5EF4-FFF2-40B4-BE49-F238E27FC236}">
                  <a16:creationId xmlns:a16="http://schemas.microsoft.com/office/drawing/2014/main" id="{2B848310-2D31-7141-A1CB-6AE57D5F2F23}"/>
                </a:ext>
              </a:extLst>
            </p:cNvPr>
            <p:cNvSpPr/>
            <p:nvPr/>
          </p:nvSpPr>
          <p:spPr>
            <a:xfrm>
              <a:off x="3232436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8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Pie 132">
              <a:extLst>
                <a:ext uri="{FF2B5EF4-FFF2-40B4-BE49-F238E27FC236}">
                  <a16:creationId xmlns:a16="http://schemas.microsoft.com/office/drawing/2014/main" id="{2C6A9BA5-D2BE-E941-9AC4-FF92CA59157A}"/>
                </a:ext>
              </a:extLst>
            </p:cNvPr>
            <p:cNvSpPr/>
            <p:nvPr/>
          </p:nvSpPr>
          <p:spPr>
            <a:xfrm>
              <a:off x="3099936" y="1592431"/>
              <a:ext cx="1296169" cy="1296168"/>
            </a:xfrm>
            <a:prstGeom prst="pie">
              <a:avLst>
                <a:gd name="adj1" fmla="val 5379724"/>
                <a:gd name="adj2" fmla="val 162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" name="TextBox 133">
              <a:extLst>
                <a:ext uri="{FF2B5EF4-FFF2-40B4-BE49-F238E27FC236}">
                  <a16:creationId xmlns:a16="http://schemas.microsoft.com/office/drawing/2014/main" id="{609ED8B5-9E8E-374D-B91A-CD2F05AFB830}"/>
                </a:ext>
              </a:extLst>
            </p:cNvPr>
            <p:cNvSpPr txBox="1"/>
            <p:nvPr/>
          </p:nvSpPr>
          <p:spPr>
            <a:xfrm>
              <a:off x="3219671" y="2085623"/>
              <a:ext cx="489217" cy="2866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50%</a:t>
              </a:r>
            </a:p>
          </p:txBody>
        </p:sp>
      </p:grpSp>
      <p:grpSp>
        <p:nvGrpSpPr>
          <p:cNvPr id="34" name="Group 134">
            <a:extLst>
              <a:ext uri="{FF2B5EF4-FFF2-40B4-BE49-F238E27FC236}">
                <a16:creationId xmlns:a16="http://schemas.microsoft.com/office/drawing/2014/main" id="{A1BD5F80-BFB6-4E4A-8680-9C0CE1E79EDC}"/>
              </a:ext>
            </a:extLst>
          </p:cNvPr>
          <p:cNvGrpSpPr/>
          <p:nvPr/>
        </p:nvGrpSpPr>
        <p:grpSpPr>
          <a:xfrm>
            <a:off x="8667186" y="3799576"/>
            <a:ext cx="1113445" cy="1113443"/>
            <a:chOff x="4834295" y="1592431"/>
            <a:chExt cx="1296169" cy="1296168"/>
          </a:xfrm>
        </p:grpSpPr>
        <p:sp>
          <p:nvSpPr>
            <p:cNvPr id="35" name="Oval 135">
              <a:extLst>
                <a:ext uri="{FF2B5EF4-FFF2-40B4-BE49-F238E27FC236}">
                  <a16:creationId xmlns:a16="http://schemas.microsoft.com/office/drawing/2014/main" id="{38C1B52E-9F60-4B45-9481-D506E19F7092}"/>
                </a:ext>
              </a:extLst>
            </p:cNvPr>
            <p:cNvSpPr/>
            <p:nvPr/>
          </p:nvSpPr>
          <p:spPr>
            <a:xfrm>
              <a:off x="4966795" y="1693149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8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Pie 136">
              <a:extLst>
                <a:ext uri="{FF2B5EF4-FFF2-40B4-BE49-F238E27FC236}">
                  <a16:creationId xmlns:a16="http://schemas.microsoft.com/office/drawing/2014/main" id="{2EF651F0-393C-4E4A-98DA-C026FF8F68CD}"/>
                </a:ext>
              </a:extLst>
            </p:cNvPr>
            <p:cNvSpPr/>
            <p:nvPr/>
          </p:nvSpPr>
          <p:spPr>
            <a:xfrm>
              <a:off x="4834295" y="1592431"/>
              <a:ext cx="1296169" cy="1296168"/>
            </a:xfrm>
            <a:prstGeom prst="pie">
              <a:avLst>
                <a:gd name="adj1" fmla="val 19548649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TextBox 137">
              <a:extLst>
                <a:ext uri="{FF2B5EF4-FFF2-40B4-BE49-F238E27FC236}">
                  <a16:creationId xmlns:a16="http://schemas.microsoft.com/office/drawing/2014/main" id="{86185C28-FC9F-E84A-9CAE-20E6486BB370}"/>
                </a:ext>
              </a:extLst>
            </p:cNvPr>
            <p:cNvSpPr txBox="1"/>
            <p:nvPr/>
          </p:nvSpPr>
          <p:spPr>
            <a:xfrm>
              <a:off x="4954030" y="2085623"/>
              <a:ext cx="489217" cy="2866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85%</a:t>
              </a:r>
            </a:p>
          </p:txBody>
        </p:sp>
      </p:grpSp>
      <p:grpSp>
        <p:nvGrpSpPr>
          <p:cNvPr id="38" name="Group 138">
            <a:extLst>
              <a:ext uri="{FF2B5EF4-FFF2-40B4-BE49-F238E27FC236}">
                <a16:creationId xmlns:a16="http://schemas.microsoft.com/office/drawing/2014/main" id="{E4CF467E-152C-044F-85A2-AB19B913796C}"/>
              </a:ext>
            </a:extLst>
          </p:cNvPr>
          <p:cNvGrpSpPr/>
          <p:nvPr/>
        </p:nvGrpSpPr>
        <p:grpSpPr>
          <a:xfrm>
            <a:off x="10164075" y="3799575"/>
            <a:ext cx="1113445" cy="1113442"/>
            <a:chOff x="6447291" y="1592431"/>
            <a:chExt cx="1296169" cy="1296168"/>
          </a:xfrm>
        </p:grpSpPr>
        <p:sp>
          <p:nvSpPr>
            <p:cNvPr id="39" name="Oval 139">
              <a:extLst>
                <a:ext uri="{FF2B5EF4-FFF2-40B4-BE49-F238E27FC236}">
                  <a16:creationId xmlns:a16="http://schemas.microsoft.com/office/drawing/2014/main" id="{9561F916-F65E-C14C-B473-734AB9AD0FB4}"/>
                </a:ext>
              </a:extLst>
            </p:cNvPr>
            <p:cNvSpPr/>
            <p:nvPr/>
          </p:nvSpPr>
          <p:spPr>
            <a:xfrm>
              <a:off x="6579791" y="1661368"/>
              <a:ext cx="1094733" cy="109473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8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Pie 140">
              <a:extLst>
                <a:ext uri="{FF2B5EF4-FFF2-40B4-BE49-F238E27FC236}">
                  <a16:creationId xmlns:a16="http://schemas.microsoft.com/office/drawing/2014/main" id="{E9AF8DD1-ED19-8D4F-8ADA-0D63B56360D4}"/>
                </a:ext>
              </a:extLst>
            </p:cNvPr>
            <p:cNvSpPr/>
            <p:nvPr/>
          </p:nvSpPr>
          <p:spPr>
            <a:xfrm>
              <a:off x="6447291" y="1592431"/>
              <a:ext cx="1296169" cy="1296168"/>
            </a:xfrm>
            <a:prstGeom prst="pie">
              <a:avLst>
                <a:gd name="adj1" fmla="val 17910010"/>
                <a:gd name="adj2" fmla="val 53510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TextBox 141">
              <a:extLst>
                <a:ext uri="{FF2B5EF4-FFF2-40B4-BE49-F238E27FC236}">
                  <a16:creationId xmlns:a16="http://schemas.microsoft.com/office/drawing/2014/main" id="{1851A480-20C7-9346-98BB-32D6C112DF67}"/>
                </a:ext>
              </a:extLst>
            </p:cNvPr>
            <p:cNvSpPr txBox="1"/>
            <p:nvPr/>
          </p:nvSpPr>
          <p:spPr>
            <a:xfrm>
              <a:off x="7151229" y="2134507"/>
              <a:ext cx="489217" cy="2866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75%</a:t>
              </a:r>
            </a:p>
          </p:txBody>
        </p:sp>
      </p:grpSp>
      <p:sp>
        <p:nvSpPr>
          <p:cNvPr id="42" name="TextBox 142">
            <a:extLst>
              <a:ext uri="{FF2B5EF4-FFF2-40B4-BE49-F238E27FC236}">
                <a16:creationId xmlns:a16="http://schemas.microsoft.com/office/drawing/2014/main" id="{603A5C77-2EA3-C74A-AAE0-C75E7A31AEC9}"/>
              </a:ext>
            </a:extLst>
          </p:cNvPr>
          <p:cNvSpPr txBox="1"/>
          <p:nvPr/>
        </p:nvSpPr>
        <p:spPr>
          <a:xfrm>
            <a:off x="5635754" y="2198278"/>
            <a:ext cx="5669916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 defTabSz="1375467"/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斯是陋室，惟吾德馨。苔痕上阶绿，草色入帘青。谈笑有鸿儒，往来无白丁。可以调素琴，阅金经。无丝竹之乱耳，无案牍之劳形。南阳诸葛庐，西蜀子云亭。孔子云：何陋之有？</a:t>
            </a:r>
            <a:endParaRPr lang="en-US" altLang="zh-CN" sz="16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Rectangle 143">
            <a:extLst>
              <a:ext uri="{FF2B5EF4-FFF2-40B4-BE49-F238E27FC236}">
                <a16:creationId xmlns:a16="http://schemas.microsoft.com/office/drawing/2014/main" id="{170CCB51-AE55-1C4B-9C77-6710FD70D49B}"/>
              </a:ext>
            </a:extLst>
          </p:cNvPr>
          <p:cNvSpPr/>
          <p:nvPr/>
        </p:nvSpPr>
        <p:spPr>
          <a:xfrm>
            <a:off x="5635754" y="1788253"/>
            <a:ext cx="1025922" cy="307777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defTabSz="1375467"/>
            <a:r>
              <a:rPr lang="zh-CN" altLang="en-US" sz="2000" b="1" dirty="0">
                <a:solidFill>
                  <a:srgbClr val="FFFFFF">
                    <a:lumMod val="6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描述文字</a:t>
            </a:r>
            <a:endParaRPr lang="en-US" sz="2000" b="1" dirty="0">
              <a:solidFill>
                <a:srgbClr val="FFFFFF">
                  <a:lumMod val="6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TextBox 146">
            <a:extLst>
              <a:ext uri="{FF2B5EF4-FFF2-40B4-BE49-F238E27FC236}">
                <a16:creationId xmlns:a16="http://schemas.microsoft.com/office/drawing/2014/main" id="{4FF97AD5-A9F3-4545-AC24-4472F04D0C94}"/>
              </a:ext>
            </a:extLst>
          </p:cNvPr>
          <p:cNvSpPr txBox="1"/>
          <p:nvPr/>
        </p:nvSpPr>
        <p:spPr>
          <a:xfrm>
            <a:off x="5493341" y="5071059"/>
            <a:ext cx="147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16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1600" b="1" dirty="0">
              <a:solidFill>
                <a:srgbClr val="3777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Box 148">
            <a:extLst>
              <a:ext uri="{FF2B5EF4-FFF2-40B4-BE49-F238E27FC236}">
                <a16:creationId xmlns:a16="http://schemas.microsoft.com/office/drawing/2014/main" id="{02FAADAD-7CF6-5945-A577-A52F2EAD4FA4}"/>
              </a:ext>
            </a:extLst>
          </p:cNvPr>
          <p:cNvSpPr txBox="1"/>
          <p:nvPr/>
        </p:nvSpPr>
        <p:spPr>
          <a:xfrm>
            <a:off x="6990232" y="5071059"/>
            <a:ext cx="147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16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16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TextBox 149">
            <a:extLst>
              <a:ext uri="{FF2B5EF4-FFF2-40B4-BE49-F238E27FC236}">
                <a16:creationId xmlns:a16="http://schemas.microsoft.com/office/drawing/2014/main" id="{0F553291-7D6F-9347-822A-4C3E1FF0D34A}"/>
              </a:ext>
            </a:extLst>
          </p:cNvPr>
          <p:cNvSpPr txBox="1"/>
          <p:nvPr/>
        </p:nvSpPr>
        <p:spPr>
          <a:xfrm>
            <a:off x="8487123" y="5071059"/>
            <a:ext cx="147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16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16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TextBox 150">
            <a:extLst>
              <a:ext uri="{FF2B5EF4-FFF2-40B4-BE49-F238E27FC236}">
                <a16:creationId xmlns:a16="http://schemas.microsoft.com/office/drawing/2014/main" id="{DE04F76B-600A-804A-BB39-968C0A6CA748}"/>
              </a:ext>
            </a:extLst>
          </p:cNvPr>
          <p:cNvSpPr txBox="1"/>
          <p:nvPr/>
        </p:nvSpPr>
        <p:spPr>
          <a:xfrm>
            <a:off x="9984012" y="5071059"/>
            <a:ext cx="1473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16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1600" b="1" dirty="0">
              <a:solidFill>
                <a:srgbClr val="D2413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4DC0CA69-3FB9-CC43-A71C-B552884562B1}"/>
              </a:ext>
            </a:extLst>
          </p:cNvPr>
          <p:cNvSpPr txBox="1">
            <a:spLocks/>
          </p:cNvSpPr>
          <p:nvPr/>
        </p:nvSpPr>
        <p:spPr>
          <a:xfrm>
            <a:off x="6148331" y="5706167"/>
            <a:ext cx="5444075" cy="49244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375467"/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山不在高，有仙则名。水不在深，有龙则灵。斯是陋室，惟吾德馨。苔痕上阶绿，草色入帘青。</a:t>
            </a:r>
            <a:endParaRPr lang="en-US" altLang="zh-CN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F9053CC7-C21B-4340-B473-47780ED6DB0F}"/>
              </a:ext>
            </a:extLst>
          </p:cNvPr>
          <p:cNvSpPr>
            <a:spLocks noEditPoints="1"/>
          </p:cNvSpPr>
          <p:nvPr/>
        </p:nvSpPr>
        <p:spPr bwMode="auto">
          <a:xfrm>
            <a:off x="5644221" y="5762504"/>
            <a:ext cx="435769" cy="435769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3614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0"/>
                            </p:stCondLst>
                            <p:childTnLst>
                              <p:par>
                                <p:cTn id="7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0"/>
                            </p:stCondLst>
                            <p:childTnLst>
                              <p:par>
                                <p:cTn id="9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34">
            <a:extLst>
              <a:ext uri="{FF2B5EF4-FFF2-40B4-BE49-F238E27FC236}">
                <a16:creationId xmlns:a16="http://schemas.microsoft.com/office/drawing/2014/main" id="{BB20B711-DD3B-6C47-9CE6-BA6E96866B81}"/>
              </a:ext>
            </a:extLst>
          </p:cNvPr>
          <p:cNvSpPr/>
          <p:nvPr/>
        </p:nvSpPr>
        <p:spPr>
          <a:xfrm>
            <a:off x="886275" y="2359570"/>
            <a:ext cx="2304280" cy="2457899"/>
          </a:xfrm>
          <a:prstGeom prst="round2Diag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 Diagonal Corner Rectangle 35">
            <a:extLst>
              <a:ext uri="{FF2B5EF4-FFF2-40B4-BE49-F238E27FC236}">
                <a16:creationId xmlns:a16="http://schemas.microsoft.com/office/drawing/2014/main" id="{71D355B3-663C-9448-A5A2-604C72F2D831}"/>
              </a:ext>
            </a:extLst>
          </p:cNvPr>
          <p:cNvSpPr/>
          <p:nvPr/>
        </p:nvSpPr>
        <p:spPr>
          <a:xfrm>
            <a:off x="3604235" y="2359570"/>
            <a:ext cx="2304280" cy="2457899"/>
          </a:xfrm>
          <a:prstGeom prst="round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 Diagonal Corner Rectangle 36">
            <a:extLst>
              <a:ext uri="{FF2B5EF4-FFF2-40B4-BE49-F238E27FC236}">
                <a16:creationId xmlns:a16="http://schemas.microsoft.com/office/drawing/2014/main" id="{EF561351-FC52-4842-8503-99D579C83561}"/>
              </a:ext>
            </a:extLst>
          </p:cNvPr>
          <p:cNvSpPr/>
          <p:nvPr/>
        </p:nvSpPr>
        <p:spPr>
          <a:xfrm>
            <a:off x="6309793" y="2359570"/>
            <a:ext cx="2304280" cy="2457899"/>
          </a:xfrm>
          <a:prstGeom prst="round2Diag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ound Diagonal Corner Rectangle 37">
            <a:extLst>
              <a:ext uri="{FF2B5EF4-FFF2-40B4-BE49-F238E27FC236}">
                <a16:creationId xmlns:a16="http://schemas.microsoft.com/office/drawing/2014/main" id="{A9195A43-E959-AF4E-82D6-AEB41CD407D0}"/>
              </a:ext>
            </a:extLst>
          </p:cNvPr>
          <p:cNvSpPr/>
          <p:nvPr/>
        </p:nvSpPr>
        <p:spPr>
          <a:xfrm>
            <a:off x="9014755" y="2359570"/>
            <a:ext cx="2304280" cy="2457899"/>
          </a:xfrm>
          <a:prstGeom prst="round2Diag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" name="Group 78">
            <a:extLst>
              <a:ext uri="{FF2B5EF4-FFF2-40B4-BE49-F238E27FC236}">
                <a16:creationId xmlns:a16="http://schemas.microsoft.com/office/drawing/2014/main" id="{7F4443C8-B037-C24D-810E-F8BB3B9234F1}"/>
              </a:ext>
            </a:extLst>
          </p:cNvPr>
          <p:cNvGrpSpPr/>
          <p:nvPr/>
        </p:nvGrpSpPr>
        <p:grpSpPr>
          <a:xfrm>
            <a:off x="4423080" y="2648793"/>
            <a:ext cx="666589" cy="917589"/>
            <a:chOff x="3291055" y="1604118"/>
            <a:chExt cx="552452" cy="760475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313A191-5E3D-5F43-B0B7-40E013A7E5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1055" y="1604118"/>
              <a:ext cx="552452" cy="760475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3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36" y="0"/>
                </a:cxn>
                <a:cxn ang="0">
                  <a:pos x="27" y="9"/>
                </a:cxn>
                <a:cxn ang="0">
                  <a:pos x="28" y="13"/>
                </a:cxn>
                <a:cxn ang="0">
                  <a:pos x="22" y="13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5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5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1" y="9"/>
                </a:cxn>
                <a:cxn ang="0">
                  <a:pos x="36" y="3"/>
                </a:cxn>
                <a:cxn ang="0">
                  <a:pos x="41" y="9"/>
                </a:cxn>
                <a:cxn ang="0">
                  <a:pos x="39" y="13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66" y="91"/>
                </a:cxn>
                <a:cxn ang="0">
                  <a:pos x="61" y="95"/>
                </a:cxn>
                <a:cxn ang="0">
                  <a:pos x="11" y="95"/>
                </a:cxn>
                <a:cxn ang="0">
                  <a:pos x="7" y="91"/>
                </a:cxn>
                <a:cxn ang="0">
                  <a:pos x="7" y="31"/>
                </a:cxn>
                <a:cxn ang="0">
                  <a:pos x="11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6" y="31"/>
                </a:cxn>
                <a:cxn ang="0">
                  <a:pos x="66" y="91"/>
                </a:cxn>
                <a:cxn ang="0">
                  <a:pos x="66" y="91"/>
                </a:cxn>
                <a:cxn ang="0">
                  <a:pos x="66" y="91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5"/>
                    <a:pt x="53" y="13"/>
                    <a:pt x="51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1"/>
                    <a:pt x="44" y="10"/>
                    <a:pt x="44" y="9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31" y="0"/>
                    <a:pt x="27" y="4"/>
                    <a:pt x="27" y="9"/>
                  </a:cubicBezTo>
                  <a:cubicBezTo>
                    <a:pt x="27" y="10"/>
                    <a:pt x="27" y="11"/>
                    <a:pt x="28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7" y="15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3"/>
                    <a:pt x="0" y="2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3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1" y="9"/>
                  </a:moveTo>
                  <a:cubicBezTo>
                    <a:pt x="31" y="6"/>
                    <a:pt x="33" y="3"/>
                    <a:pt x="36" y="3"/>
                  </a:cubicBezTo>
                  <a:cubicBezTo>
                    <a:pt x="38" y="3"/>
                    <a:pt x="41" y="6"/>
                    <a:pt x="41" y="9"/>
                  </a:cubicBezTo>
                  <a:cubicBezTo>
                    <a:pt x="41" y="10"/>
                    <a:pt x="40" y="12"/>
                    <a:pt x="39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2"/>
                    <a:pt x="31" y="10"/>
                    <a:pt x="31" y="9"/>
                  </a:cubicBezTo>
                  <a:close/>
                  <a:moveTo>
                    <a:pt x="66" y="91"/>
                  </a:moveTo>
                  <a:cubicBezTo>
                    <a:pt x="66" y="94"/>
                    <a:pt x="64" y="95"/>
                    <a:pt x="6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7" y="94"/>
                    <a:pt x="7" y="9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9" y="26"/>
                    <a:pt x="11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4" y="26"/>
                    <a:pt x="66" y="28"/>
                    <a:pt x="66" y="31"/>
                  </a:cubicBezTo>
                  <a:lnTo>
                    <a:pt x="66" y="91"/>
                  </a:lnTo>
                  <a:close/>
                  <a:moveTo>
                    <a:pt x="66" y="91"/>
                  </a:moveTo>
                  <a:cubicBezTo>
                    <a:pt x="66" y="91"/>
                    <a:pt x="66" y="91"/>
                    <a:pt x="66" y="9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907A856-EC55-B54A-B790-92717D922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872387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BEF15FDE-F478-C249-B18E-59D6FE32B6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1895122"/>
              <a:ext cx="211432" cy="443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24" y="6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6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6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90D7ED09-B1DC-E848-8352-8653B91C8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999701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AA08F906-E7AF-334A-946C-B58970765F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021299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7977440A-1734-8645-9E85-D8B8A3C5D9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2133836"/>
              <a:ext cx="90939" cy="96622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0"/>
                    <a:pt x="9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lose/>
                  <a:moveTo>
                    <a:pt x="12" y="7"/>
                  </a:moveTo>
                  <a:cubicBezTo>
                    <a:pt x="12" y="7"/>
                    <a:pt x="12" y="7"/>
                    <a:pt x="12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144DC345-9646-3345-BB97-A5238EDED2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156571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" name="Group 79">
            <a:extLst>
              <a:ext uri="{FF2B5EF4-FFF2-40B4-BE49-F238E27FC236}">
                <a16:creationId xmlns:a16="http://schemas.microsoft.com/office/drawing/2014/main" id="{B00F979D-38CC-F743-AF3E-B21E2FF72650}"/>
              </a:ext>
            </a:extLst>
          </p:cNvPr>
          <p:cNvGrpSpPr/>
          <p:nvPr/>
        </p:nvGrpSpPr>
        <p:grpSpPr>
          <a:xfrm>
            <a:off x="1611870" y="2668704"/>
            <a:ext cx="853092" cy="877769"/>
            <a:chOff x="1222376" y="1701801"/>
            <a:chExt cx="768350" cy="790576"/>
          </a:xfrm>
          <a:solidFill>
            <a:schemeClr val="bg1"/>
          </a:solidFill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5650EB68-16B9-FE40-8214-B065456479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2376" y="1701801"/>
              <a:ext cx="419100" cy="688975"/>
            </a:xfrm>
            <a:custGeom>
              <a:avLst/>
              <a:gdLst/>
              <a:ahLst/>
              <a:cxnLst>
                <a:cxn ang="0">
                  <a:pos x="26" y="61"/>
                </a:cxn>
                <a:cxn ang="0">
                  <a:pos x="35" y="38"/>
                </a:cxn>
                <a:cxn ang="0">
                  <a:pos x="54" y="29"/>
                </a:cxn>
                <a:cxn ang="0">
                  <a:pos x="38" y="3"/>
                </a:cxn>
                <a:cxn ang="0">
                  <a:pos x="32" y="0"/>
                </a:cxn>
                <a:cxn ang="0">
                  <a:pos x="27" y="3"/>
                </a:cxn>
                <a:cxn ang="0">
                  <a:pos x="0" y="56"/>
                </a:cxn>
                <a:cxn ang="0">
                  <a:pos x="32" y="89"/>
                </a:cxn>
                <a:cxn ang="0">
                  <a:pos x="40" y="87"/>
                </a:cxn>
                <a:cxn ang="0">
                  <a:pos x="35" y="83"/>
                </a:cxn>
                <a:cxn ang="0">
                  <a:pos x="26" y="61"/>
                </a:cxn>
                <a:cxn ang="0">
                  <a:pos x="21" y="74"/>
                </a:cxn>
                <a:cxn ang="0">
                  <a:pos x="18" y="76"/>
                </a:cxn>
                <a:cxn ang="0">
                  <a:pos x="15" y="75"/>
                </a:cxn>
                <a:cxn ang="0">
                  <a:pos x="7" y="48"/>
                </a:cxn>
                <a:cxn ang="0">
                  <a:pos x="12" y="45"/>
                </a:cxn>
                <a:cxn ang="0">
                  <a:pos x="15" y="50"/>
                </a:cxn>
                <a:cxn ang="0">
                  <a:pos x="20" y="68"/>
                </a:cxn>
                <a:cxn ang="0">
                  <a:pos x="21" y="74"/>
                </a:cxn>
                <a:cxn ang="0">
                  <a:pos x="21" y="74"/>
                </a:cxn>
                <a:cxn ang="0">
                  <a:pos x="21" y="74"/>
                </a:cxn>
              </a:cxnLst>
              <a:rect l="0" t="0" r="r" b="b"/>
              <a:pathLst>
                <a:path w="54" h="89">
                  <a:moveTo>
                    <a:pt x="26" y="61"/>
                  </a:moveTo>
                  <a:cubicBezTo>
                    <a:pt x="26" y="52"/>
                    <a:pt x="29" y="44"/>
                    <a:pt x="35" y="38"/>
                  </a:cubicBezTo>
                  <a:cubicBezTo>
                    <a:pt x="40" y="33"/>
                    <a:pt x="47" y="30"/>
                    <a:pt x="54" y="29"/>
                  </a:cubicBezTo>
                  <a:cubicBezTo>
                    <a:pt x="49" y="19"/>
                    <a:pt x="42" y="9"/>
                    <a:pt x="38" y="3"/>
                  </a:cubicBezTo>
                  <a:cubicBezTo>
                    <a:pt x="36" y="1"/>
                    <a:pt x="34" y="0"/>
                    <a:pt x="32" y="0"/>
                  </a:cubicBezTo>
                  <a:cubicBezTo>
                    <a:pt x="30" y="0"/>
                    <a:pt x="28" y="1"/>
                    <a:pt x="27" y="3"/>
                  </a:cubicBezTo>
                  <a:cubicBezTo>
                    <a:pt x="18" y="16"/>
                    <a:pt x="0" y="43"/>
                    <a:pt x="0" y="56"/>
                  </a:cubicBezTo>
                  <a:cubicBezTo>
                    <a:pt x="0" y="74"/>
                    <a:pt x="14" y="89"/>
                    <a:pt x="32" y="89"/>
                  </a:cubicBezTo>
                  <a:cubicBezTo>
                    <a:pt x="35" y="89"/>
                    <a:pt x="38" y="88"/>
                    <a:pt x="40" y="87"/>
                  </a:cubicBezTo>
                  <a:cubicBezTo>
                    <a:pt x="39" y="86"/>
                    <a:pt x="37" y="85"/>
                    <a:pt x="35" y="83"/>
                  </a:cubicBezTo>
                  <a:cubicBezTo>
                    <a:pt x="29" y="77"/>
                    <a:pt x="26" y="69"/>
                    <a:pt x="26" y="61"/>
                  </a:cubicBezTo>
                  <a:close/>
                  <a:moveTo>
                    <a:pt x="21" y="74"/>
                  </a:moveTo>
                  <a:cubicBezTo>
                    <a:pt x="20" y="76"/>
                    <a:pt x="19" y="76"/>
                    <a:pt x="18" y="76"/>
                  </a:cubicBezTo>
                  <a:cubicBezTo>
                    <a:pt x="17" y="76"/>
                    <a:pt x="15" y="76"/>
                    <a:pt x="15" y="75"/>
                  </a:cubicBezTo>
                  <a:cubicBezTo>
                    <a:pt x="2" y="64"/>
                    <a:pt x="6" y="48"/>
                    <a:pt x="7" y="48"/>
                  </a:cubicBezTo>
                  <a:cubicBezTo>
                    <a:pt x="7" y="45"/>
                    <a:pt x="10" y="44"/>
                    <a:pt x="12" y="45"/>
                  </a:cubicBezTo>
                  <a:cubicBezTo>
                    <a:pt x="14" y="45"/>
                    <a:pt x="16" y="48"/>
                    <a:pt x="15" y="50"/>
                  </a:cubicBezTo>
                  <a:cubicBezTo>
                    <a:pt x="15" y="51"/>
                    <a:pt x="12" y="61"/>
                    <a:pt x="20" y="68"/>
                  </a:cubicBezTo>
                  <a:cubicBezTo>
                    <a:pt x="22" y="70"/>
                    <a:pt x="23" y="73"/>
                    <a:pt x="21" y="74"/>
                  </a:cubicBezTo>
                  <a:close/>
                  <a:moveTo>
                    <a:pt x="21" y="74"/>
                  </a:moveTo>
                  <a:cubicBezTo>
                    <a:pt x="21" y="74"/>
                    <a:pt x="21" y="74"/>
                    <a:pt x="21" y="7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25007E29-9930-BC42-B469-B18AB9F26F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814" y="2174876"/>
              <a:ext cx="133350" cy="123825"/>
            </a:xfrm>
            <a:custGeom>
              <a:avLst/>
              <a:gdLst/>
              <a:ahLst/>
              <a:cxnLst>
                <a:cxn ang="0">
                  <a:pos x="14" y="11"/>
                </a:cxn>
                <a:cxn ang="0">
                  <a:pos x="5" y="2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13" y="16"/>
                </a:cxn>
                <a:cxn ang="0">
                  <a:pos x="14" y="16"/>
                </a:cxn>
                <a:cxn ang="0">
                  <a:pos x="16" y="14"/>
                </a:cxn>
                <a:cxn ang="0">
                  <a:pos x="14" y="11"/>
                </a:cxn>
                <a:cxn ang="0">
                  <a:pos x="14" y="11"/>
                </a:cxn>
                <a:cxn ang="0">
                  <a:pos x="14" y="11"/>
                </a:cxn>
              </a:cxnLst>
              <a:rect l="0" t="0" r="r" b="b"/>
              <a:pathLst>
                <a:path w="17" h="16">
                  <a:moveTo>
                    <a:pt x="14" y="11"/>
                  </a:moveTo>
                  <a:cubicBezTo>
                    <a:pt x="7" y="9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3" y="14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7" y="12"/>
                    <a:pt x="16" y="11"/>
                    <a:pt x="14" y="11"/>
                  </a:cubicBezTo>
                  <a:close/>
                  <a:moveTo>
                    <a:pt x="14" y="11"/>
                  </a:moveTo>
                  <a:cubicBezTo>
                    <a:pt x="14" y="11"/>
                    <a:pt x="14" y="11"/>
                    <a:pt x="14" y="1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BDF73370-D067-9B42-A3B8-C4236246A4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0026" y="1973264"/>
              <a:ext cx="520700" cy="519113"/>
            </a:xfrm>
            <a:custGeom>
              <a:avLst/>
              <a:gdLst/>
              <a:ahLst/>
              <a:cxnLst>
                <a:cxn ang="0">
                  <a:pos x="66" y="54"/>
                </a:cxn>
                <a:cxn ang="0">
                  <a:pos x="55" y="44"/>
                </a:cxn>
                <a:cxn ang="0">
                  <a:pos x="50" y="44"/>
                </a:cxn>
                <a:cxn ang="0">
                  <a:pos x="47" y="41"/>
                </a:cxn>
                <a:cxn ang="0">
                  <a:pos x="44" y="7"/>
                </a:cxn>
                <a:cxn ang="0">
                  <a:pos x="26" y="0"/>
                </a:cxn>
                <a:cxn ang="0">
                  <a:pos x="7" y="7"/>
                </a:cxn>
                <a:cxn ang="0">
                  <a:pos x="0" y="26"/>
                </a:cxn>
                <a:cxn ang="0">
                  <a:pos x="7" y="44"/>
                </a:cxn>
                <a:cxn ang="0">
                  <a:pos x="26" y="52"/>
                </a:cxn>
                <a:cxn ang="0">
                  <a:pos x="41" y="47"/>
                </a:cxn>
                <a:cxn ang="0">
                  <a:pos x="44" y="50"/>
                </a:cxn>
                <a:cxn ang="0">
                  <a:pos x="44" y="55"/>
                </a:cxn>
                <a:cxn ang="0">
                  <a:pos x="54" y="66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67" y="57"/>
                </a:cxn>
                <a:cxn ang="0">
                  <a:pos x="66" y="54"/>
                </a:cxn>
                <a:cxn ang="0">
                  <a:pos x="39" y="39"/>
                </a:cxn>
                <a:cxn ang="0">
                  <a:pos x="26" y="44"/>
                </a:cxn>
                <a:cxn ang="0">
                  <a:pos x="13" y="39"/>
                </a:cxn>
                <a:cxn ang="0">
                  <a:pos x="8" y="26"/>
                </a:cxn>
                <a:cxn ang="0">
                  <a:pos x="10" y="17"/>
                </a:cxn>
                <a:cxn ang="0">
                  <a:pos x="13" y="13"/>
                </a:cxn>
                <a:cxn ang="0">
                  <a:pos x="14" y="13"/>
                </a:cxn>
                <a:cxn ang="0">
                  <a:pos x="26" y="8"/>
                </a:cxn>
                <a:cxn ang="0">
                  <a:pos x="39" y="13"/>
                </a:cxn>
                <a:cxn ang="0">
                  <a:pos x="40" y="15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39" y="39"/>
                </a:cxn>
              </a:cxnLst>
              <a:rect l="0" t="0" r="r" b="b"/>
              <a:pathLst>
                <a:path w="67" h="67">
                  <a:moveTo>
                    <a:pt x="66" y="54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54" y="42"/>
                    <a:pt x="51" y="42"/>
                    <a:pt x="50" y="44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54" y="31"/>
                    <a:pt x="53" y="17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2" y="2"/>
                    <a:pt x="7" y="7"/>
                  </a:cubicBezTo>
                  <a:cubicBezTo>
                    <a:pt x="2" y="12"/>
                    <a:pt x="0" y="19"/>
                    <a:pt x="0" y="26"/>
                  </a:cubicBezTo>
                  <a:cubicBezTo>
                    <a:pt x="0" y="33"/>
                    <a:pt x="2" y="39"/>
                    <a:pt x="7" y="44"/>
                  </a:cubicBezTo>
                  <a:cubicBezTo>
                    <a:pt x="12" y="49"/>
                    <a:pt x="19" y="52"/>
                    <a:pt x="26" y="52"/>
                  </a:cubicBezTo>
                  <a:cubicBezTo>
                    <a:pt x="31" y="52"/>
                    <a:pt x="37" y="50"/>
                    <a:pt x="41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2" y="51"/>
                    <a:pt x="42" y="54"/>
                    <a:pt x="44" y="55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6" y="67"/>
                    <a:pt x="59" y="67"/>
                    <a:pt x="60" y="66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7" y="59"/>
                    <a:pt x="67" y="57"/>
                  </a:cubicBezTo>
                  <a:cubicBezTo>
                    <a:pt x="67" y="56"/>
                    <a:pt x="66" y="55"/>
                    <a:pt x="66" y="54"/>
                  </a:cubicBezTo>
                  <a:close/>
                  <a:moveTo>
                    <a:pt x="39" y="39"/>
                  </a:moveTo>
                  <a:cubicBezTo>
                    <a:pt x="35" y="42"/>
                    <a:pt x="31" y="44"/>
                    <a:pt x="26" y="44"/>
                  </a:cubicBezTo>
                  <a:cubicBezTo>
                    <a:pt x="21" y="44"/>
                    <a:pt x="16" y="42"/>
                    <a:pt x="13" y="39"/>
                  </a:cubicBezTo>
                  <a:cubicBezTo>
                    <a:pt x="10" y="35"/>
                    <a:pt x="8" y="31"/>
                    <a:pt x="8" y="26"/>
                  </a:cubicBezTo>
                  <a:cubicBezTo>
                    <a:pt x="8" y="23"/>
                    <a:pt x="8" y="20"/>
                    <a:pt x="10" y="17"/>
                  </a:cubicBezTo>
                  <a:cubicBezTo>
                    <a:pt x="11" y="16"/>
                    <a:pt x="12" y="14"/>
                    <a:pt x="13" y="13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7" y="9"/>
                    <a:pt x="21" y="8"/>
                    <a:pt x="26" y="8"/>
                  </a:cubicBezTo>
                  <a:cubicBezTo>
                    <a:pt x="31" y="8"/>
                    <a:pt x="35" y="10"/>
                    <a:pt x="39" y="13"/>
                  </a:cubicBezTo>
                  <a:cubicBezTo>
                    <a:pt x="39" y="14"/>
                    <a:pt x="40" y="14"/>
                    <a:pt x="40" y="15"/>
                  </a:cubicBezTo>
                  <a:cubicBezTo>
                    <a:pt x="45" y="22"/>
                    <a:pt x="45" y="32"/>
                    <a:pt x="39" y="39"/>
                  </a:cubicBezTo>
                  <a:close/>
                  <a:moveTo>
                    <a:pt x="39" y="39"/>
                  </a:moveTo>
                  <a:cubicBezTo>
                    <a:pt x="39" y="39"/>
                    <a:pt x="39" y="39"/>
                    <a:pt x="39" y="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0C9B2C01-784D-374B-9904-211CEFEF6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5751" y="2112964"/>
              <a:ext cx="39688" cy="46038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6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2" name="Group 72">
            <a:extLst>
              <a:ext uri="{FF2B5EF4-FFF2-40B4-BE49-F238E27FC236}">
                <a16:creationId xmlns:a16="http://schemas.microsoft.com/office/drawing/2014/main" id="{62F9085B-6395-514B-A97B-93D8AF15A9D4}"/>
              </a:ext>
            </a:extLst>
          </p:cNvPr>
          <p:cNvGrpSpPr/>
          <p:nvPr/>
        </p:nvGrpSpPr>
        <p:grpSpPr>
          <a:xfrm>
            <a:off x="6879048" y="2549846"/>
            <a:ext cx="1165173" cy="1115483"/>
            <a:chOff x="5105401" y="1701801"/>
            <a:chExt cx="873880" cy="836612"/>
          </a:xfrm>
          <a:solidFill>
            <a:schemeClr val="bg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9774C19-5961-764D-B6A7-BD0CE106B2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5401" y="1701801"/>
              <a:ext cx="873880" cy="836612"/>
            </a:xfrm>
            <a:custGeom>
              <a:avLst/>
              <a:gdLst/>
              <a:ahLst/>
              <a:cxnLst>
                <a:cxn ang="0">
                  <a:pos x="174" y="144"/>
                </a:cxn>
                <a:cxn ang="0">
                  <a:pos x="230" y="95"/>
                </a:cxn>
                <a:cxn ang="0">
                  <a:pos x="318" y="39"/>
                </a:cxn>
                <a:cxn ang="0">
                  <a:pos x="224" y="91"/>
                </a:cxn>
                <a:cxn ang="0">
                  <a:pos x="174" y="141"/>
                </a:cxn>
                <a:cxn ang="0">
                  <a:pos x="221" y="88"/>
                </a:cxn>
                <a:cxn ang="0">
                  <a:pos x="281" y="76"/>
                </a:cxn>
                <a:cxn ang="0">
                  <a:pos x="223" y="75"/>
                </a:cxn>
                <a:cxn ang="0">
                  <a:pos x="174" y="137"/>
                </a:cxn>
                <a:cxn ang="0">
                  <a:pos x="185" y="96"/>
                </a:cxn>
                <a:cxn ang="0">
                  <a:pos x="165" y="78"/>
                </a:cxn>
                <a:cxn ang="0">
                  <a:pos x="145" y="96"/>
                </a:cxn>
                <a:cxn ang="0">
                  <a:pos x="157" y="137"/>
                </a:cxn>
                <a:cxn ang="0">
                  <a:pos x="108" y="75"/>
                </a:cxn>
                <a:cxn ang="0">
                  <a:pos x="50" y="76"/>
                </a:cxn>
                <a:cxn ang="0">
                  <a:pos x="110" y="88"/>
                </a:cxn>
                <a:cxn ang="0">
                  <a:pos x="157" y="141"/>
                </a:cxn>
                <a:cxn ang="0">
                  <a:pos x="106" y="91"/>
                </a:cxn>
                <a:cxn ang="0">
                  <a:pos x="13" y="39"/>
                </a:cxn>
                <a:cxn ang="0">
                  <a:pos x="101" y="95"/>
                </a:cxn>
                <a:cxn ang="0">
                  <a:pos x="157" y="144"/>
                </a:cxn>
                <a:cxn ang="0">
                  <a:pos x="23" y="87"/>
                </a:cxn>
                <a:cxn ang="0">
                  <a:pos x="38" y="113"/>
                </a:cxn>
                <a:cxn ang="0">
                  <a:pos x="157" y="145"/>
                </a:cxn>
                <a:cxn ang="0">
                  <a:pos x="156" y="193"/>
                </a:cxn>
                <a:cxn ang="0">
                  <a:pos x="151" y="160"/>
                </a:cxn>
                <a:cxn ang="0">
                  <a:pos x="143" y="147"/>
                </a:cxn>
                <a:cxn ang="0">
                  <a:pos x="143" y="197"/>
                </a:cxn>
                <a:cxn ang="0">
                  <a:pos x="144" y="232"/>
                </a:cxn>
                <a:cxn ang="0">
                  <a:pos x="145" y="260"/>
                </a:cxn>
                <a:cxn ang="0">
                  <a:pos x="152" y="289"/>
                </a:cxn>
                <a:cxn ang="0">
                  <a:pos x="157" y="290"/>
                </a:cxn>
                <a:cxn ang="0">
                  <a:pos x="157" y="298"/>
                </a:cxn>
                <a:cxn ang="0">
                  <a:pos x="163" y="316"/>
                </a:cxn>
                <a:cxn ang="0">
                  <a:pos x="169" y="314"/>
                </a:cxn>
                <a:cxn ang="0">
                  <a:pos x="174" y="297"/>
                </a:cxn>
                <a:cxn ang="0">
                  <a:pos x="175" y="290"/>
                </a:cxn>
                <a:cxn ang="0">
                  <a:pos x="190" y="271"/>
                </a:cxn>
                <a:cxn ang="0">
                  <a:pos x="195" y="244"/>
                </a:cxn>
                <a:cxn ang="0">
                  <a:pos x="199" y="210"/>
                </a:cxn>
                <a:cxn ang="0">
                  <a:pos x="202" y="158"/>
                </a:cxn>
                <a:cxn ang="0">
                  <a:pos x="175" y="155"/>
                </a:cxn>
                <a:cxn ang="0">
                  <a:pos x="191" y="163"/>
                </a:cxn>
                <a:cxn ang="0">
                  <a:pos x="174" y="193"/>
                </a:cxn>
                <a:cxn ang="0">
                  <a:pos x="234" y="109"/>
                </a:cxn>
                <a:cxn ang="0">
                  <a:pos x="306" y="90"/>
                </a:cxn>
                <a:cxn ang="0">
                  <a:pos x="232" y="102"/>
                </a:cxn>
                <a:cxn ang="0">
                  <a:pos x="153" y="271"/>
                </a:cxn>
                <a:cxn ang="0">
                  <a:pos x="157" y="277"/>
                </a:cxn>
                <a:cxn ang="0">
                  <a:pos x="148" y="245"/>
                </a:cxn>
                <a:cxn ang="0">
                  <a:pos x="157" y="254"/>
                </a:cxn>
                <a:cxn ang="0">
                  <a:pos x="143" y="212"/>
                </a:cxn>
                <a:cxn ang="0">
                  <a:pos x="157" y="227"/>
                </a:cxn>
                <a:cxn ang="0">
                  <a:pos x="174" y="266"/>
                </a:cxn>
                <a:cxn ang="0">
                  <a:pos x="174" y="277"/>
                </a:cxn>
                <a:cxn ang="0">
                  <a:pos x="174" y="238"/>
                </a:cxn>
                <a:cxn ang="0">
                  <a:pos x="174" y="254"/>
                </a:cxn>
                <a:cxn ang="0">
                  <a:pos x="174" y="227"/>
                </a:cxn>
                <a:cxn ang="0">
                  <a:pos x="188" y="212"/>
                </a:cxn>
                <a:cxn ang="0">
                  <a:pos x="188" y="212"/>
                </a:cxn>
              </a:cxnLst>
              <a:rect l="0" t="0" r="r" b="b"/>
              <a:pathLst>
                <a:path w="330" h="316">
                  <a:moveTo>
                    <a:pt x="232" y="102"/>
                  </a:moveTo>
                  <a:cubicBezTo>
                    <a:pt x="207" y="132"/>
                    <a:pt x="185" y="142"/>
                    <a:pt x="174" y="144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209" y="131"/>
                    <a:pt x="230" y="95"/>
                    <a:pt x="230" y="95"/>
                  </a:cubicBezTo>
                  <a:cubicBezTo>
                    <a:pt x="254" y="104"/>
                    <a:pt x="277" y="99"/>
                    <a:pt x="277" y="99"/>
                  </a:cubicBezTo>
                  <a:cubicBezTo>
                    <a:pt x="319" y="88"/>
                    <a:pt x="318" y="39"/>
                    <a:pt x="318" y="39"/>
                  </a:cubicBezTo>
                  <a:cubicBezTo>
                    <a:pt x="299" y="99"/>
                    <a:pt x="233" y="89"/>
                    <a:pt x="229" y="88"/>
                  </a:cubicBezTo>
                  <a:cubicBezTo>
                    <a:pt x="225" y="87"/>
                    <a:pt x="224" y="91"/>
                    <a:pt x="224" y="91"/>
                  </a:cubicBezTo>
                  <a:cubicBezTo>
                    <a:pt x="222" y="95"/>
                    <a:pt x="222" y="95"/>
                    <a:pt x="222" y="95"/>
                  </a:cubicBezTo>
                  <a:cubicBezTo>
                    <a:pt x="207" y="125"/>
                    <a:pt x="186" y="136"/>
                    <a:pt x="174" y="141"/>
                  </a:cubicBezTo>
                  <a:cubicBezTo>
                    <a:pt x="174" y="138"/>
                    <a:pt x="174" y="138"/>
                    <a:pt x="174" y="138"/>
                  </a:cubicBezTo>
                  <a:cubicBezTo>
                    <a:pt x="203" y="125"/>
                    <a:pt x="219" y="92"/>
                    <a:pt x="221" y="88"/>
                  </a:cubicBezTo>
                  <a:cubicBezTo>
                    <a:pt x="223" y="83"/>
                    <a:pt x="225" y="84"/>
                    <a:pt x="225" y="84"/>
                  </a:cubicBezTo>
                  <a:cubicBezTo>
                    <a:pt x="260" y="87"/>
                    <a:pt x="281" y="76"/>
                    <a:pt x="281" y="76"/>
                  </a:cubicBezTo>
                  <a:cubicBezTo>
                    <a:pt x="330" y="51"/>
                    <a:pt x="305" y="0"/>
                    <a:pt x="305" y="0"/>
                  </a:cubicBezTo>
                  <a:cubicBezTo>
                    <a:pt x="306" y="70"/>
                    <a:pt x="229" y="74"/>
                    <a:pt x="223" y="75"/>
                  </a:cubicBezTo>
                  <a:cubicBezTo>
                    <a:pt x="216" y="76"/>
                    <a:pt x="215" y="83"/>
                    <a:pt x="215" y="83"/>
                  </a:cubicBezTo>
                  <a:cubicBezTo>
                    <a:pt x="206" y="115"/>
                    <a:pt x="186" y="130"/>
                    <a:pt x="174" y="137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81" y="110"/>
                    <a:pt x="185" y="104"/>
                    <a:pt x="185" y="96"/>
                  </a:cubicBezTo>
                  <a:cubicBezTo>
                    <a:pt x="185" y="85"/>
                    <a:pt x="17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55" y="78"/>
                    <a:pt x="145" y="85"/>
                    <a:pt x="145" y="96"/>
                  </a:cubicBezTo>
                  <a:cubicBezTo>
                    <a:pt x="145" y="104"/>
                    <a:pt x="150" y="110"/>
                    <a:pt x="157" y="113"/>
                  </a:cubicBezTo>
                  <a:cubicBezTo>
                    <a:pt x="157" y="137"/>
                    <a:pt x="157" y="137"/>
                    <a:pt x="157" y="137"/>
                  </a:cubicBezTo>
                  <a:cubicBezTo>
                    <a:pt x="145" y="130"/>
                    <a:pt x="125" y="115"/>
                    <a:pt x="115" y="83"/>
                  </a:cubicBezTo>
                  <a:cubicBezTo>
                    <a:pt x="115" y="83"/>
                    <a:pt x="114" y="76"/>
                    <a:pt x="108" y="75"/>
                  </a:cubicBezTo>
                  <a:cubicBezTo>
                    <a:pt x="101" y="74"/>
                    <a:pt x="24" y="70"/>
                    <a:pt x="26" y="0"/>
                  </a:cubicBezTo>
                  <a:cubicBezTo>
                    <a:pt x="26" y="0"/>
                    <a:pt x="0" y="51"/>
                    <a:pt x="50" y="76"/>
                  </a:cubicBezTo>
                  <a:cubicBezTo>
                    <a:pt x="50" y="76"/>
                    <a:pt x="71" y="87"/>
                    <a:pt x="105" y="84"/>
                  </a:cubicBezTo>
                  <a:cubicBezTo>
                    <a:pt x="105" y="84"/>
                    <a:pt x="108" y="83"/>
                    <a:pt x="110" y="88"/>
                  </a:cubicBezTo>
                  <a:cubicBezTo>
                    <a:pt x="111" y="92"/>
                    <a:pt x="128" y="125"/>
                    <a:pt x="157" y="138"/>
                  </a:cubicBezTo>
                  <a:cubicBezTo>
                    <a:pt x="157" y="141"/>
                    <a:pt x="157" y="141"/>
                    <a:pt x="157" y="141"/>
                  </a:cubicBezTo>
                  <a:cubicBezTo>
                    <a:pt x="145" y="136"/>
                    <a:pt x="124" y="125"/>
                    <a:pt x="108" y="95"/>
                  </a:cubicBezTo>
                  <a:cubicBezTo>
                    <a:pt x="106" y="91"/>
                    <a:pt x="106" y="91"/>
                    <a:pt x="106" y="91"/>
                  </a:cubicBezTo>
                  <a:cubicBezTo>
                    <a:pt x="106" y="91"/>
                    <a:pt x="105" y="87"/>
                    <a:pt x="101" y="88"/>
                  </a:cubicBezTo>
                  <a:cubicBezTo>
                    <a:pt x="97" y="89"/>
                    <a:pt x="32" y="99"/>
                    <a:pt x="13" y="39"/>
                  </a:cubicBezTo>
                  <a:cubicBezTo>
                    <a:pt x="13" y="39"/>
                    <a:pt x="12" y="88"/>
                    <a:pt x="54" y="99"/>
                  </a:cubicBezTo>
                  <a:cubicBezTo>
                    <a:pt x="54" y="99"/>
                    <a:pt x="77" y="104"/>
                    <a:pt x="101" y="95"/>
                  </a:cubicBezTo>
                  <a:cubicBezTo>
                    <a:pt x="101" y="95"/>
                    <a:pt x="122" y="131"/>
                    <a:pt x="157" y="141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46" y="142"/>
                    <a:pt x="124" y="132"/>
                    <a:pt x="99" y="102"/>
                  </a:cubicBezTo>
                  <a:cubicBezTo>
                    <a:pt x="99" y="102"/>
                    <a:pt x="53" y="118"/>
                    <a:pt x="23" y="87"/>
                  </a:cubicBezTo>
                  <a:cubicBezTo>
                    <a:pt x="23" y="88"/>
                    <a:pt x="24" y="89"/>
                    <a:pt x="24" y="90"/>
                  </a:cubicBezTo>
                  <a:cubicBezTo>
                    <a:pt x="28" y="98"/>
                    <a:pt x="33" y="105"/>
                    <a:pt x="38" y="113"/>
                  </a:cubicBezTo>
                  <a:cubicBezTo>
                    <a:pt x="51" y="121"/>
                    <a:pt x="70" y="124"/>
                    <a:pt x="96" y="109"/>
                  </a:cubicBezTo>
                  <a:cubicBezTo>
                    <a:pt x="96" y="109"/>
                    <a:pt x="132" y="141"/>
                    <a:pt x="157" y="145"/>
                  </a:cubicBezTo>
                  <a:cubicBezTo>
                    <a:pt x="157" y="193"/>
                    <a:pt x="157" y="193"/>
                    <a:pt x="157" y="193"/>
                  </a:cubicBezTo>
                  <a:cubicBezTo>
                    <a:pt x="156" y="193"/>
                    <a:pt x="156" y="193"/>
                    <a:pt x="156" y="193"/>
                  </a:cubicBezTo>
                  <a:cubicBezTo>
                    <a:pt x="136" y="171"/>
                    <a:pt x="139" y="164"/>
                    <a:pt x="139" y="163"/>
                  </a:cubicBezTo>
                  <a:cubicBezTo>
                    <a:pt x="141" y="161"/>
                    <a:pt x="147" y="160"/>
                    <a:pt x="151" y="160"/>
                  </a:cubicBezTo>
                  <a:cubicBezTo>
                    <a:pt x="154" y="161"/>
                    <a:pt x="155" y="158"/>
                    <a:pt x="156" y="155"/>
                  </a:cubicBezTo>
                  <a:cubicBezTo>
                    <a:pt x="156" y="152"/>
                    <a:pt x="146" y="148"/>
                    <a:pt x="143" y="147"/>
                  </a:cubicBezTo>
                  <a:cubicBezTo>
                    <a:pt x="141" y="147"/>
                    <a:pt x="134" y="147"/>
                    <a:pt x="129" y="158"/>
                  </a:cubicBezTo>
                  <a:cubicBezTo>
                    <a:pt x="124" y="167"/>
                    <a:pt x="129" y="179"/>
                    <a:pt x="143" y="197"/>
                  </a:cubicBezTo>
                  <a:cubicBezTo>
                    <a:pt x="138" y="199"/>
                    <a:pt x="133" y="203"/>
                    <a:pt x="131" y="210"/>
                  </a:cubicBezTo>
                  <a:cubicBezTo>
                    <a:pt x="130" y="217"/>
                    <a:pt x="134" y="224"/>
                    <a:pt x="144" y="232"/>
                  </a:cubicBezTo>
                  <a:cubicBezTo>
                    <a:pt x="140" y="235"/>
                    <a:pt x="137" y="239"/>
                    <a:pt x="136" y="244"/>
                  </a:cubicBezTo>
                  <a:cubicBezTo>
                    <a:pt x="135" y="249"/>
                    <a:pt x="139" y="255"/>
                    <a:pt x="145" y="260"/>
                  </a:cubicBezTo>
                  <a:cubicBezTo>
                    <a:pt x="143" y="263"/>
                    <a:pt x="141" y="266"/>
                    <a:pt x="141" y="271"/>
                  </a:cubicBezTo>
                  <a:cubicBezTo>
                    <a:pt x="140" y="277"/>
                    <a:pt x="144" y="283"/>
                    <a:pt x="152" y="289"/>
                  </a:cubicBezTo>
                  <a:cubicBezTo>
                    <a:pt x="153" y="290"/>
                    <a:pt x="154" y="290"/>
                    <a:pt x="156" y="290"/>
                  </a:cubicBezTo>
                  <a:cubicBezTo>
                    <a:pt x="156" y="290"/>
                    <a:pt x="156" y="290"/>
                    <a:pt x="157" y="290"/>
                  </a:cubicBezTo>
                  <a:cubicBezTo>
                    <a:pt x="157" y="297"/>
                    <a:pt x="157" y="297"/>
                    <a:pt x="157" y="297"/>
                  </a:cubicBezTo>
                  <a:cubicBezTo>
                    <a:pt x="157" y="298"/>
                    <a:pt x="157" y="298"/>
                    <a:pt x="157" y="298"/>
                  </a:cubicBezTo>
                  <a:cubicBezTo>
                    <a:pt x="161" y="314"/>
                    <a:pt x="161" y="314"/>
                    <a:pt x="161" y="314"/>
                  </a:cubicBezTo>
                  <a:cubicBezTo>
                    <a:pt x="161" y="315"/>
                    <a:pt x="162" y="316"/>
                    <a:pt x="163" y="316"/>
                  </a:cubicBezTo>
                  <a:cubicBezTo>
                    <a:pt x="167" y="316"/>
                    <a:pt x="167" y="316"/>
                    <a:pt x="167" y="316"/>
                  </a:cubicBezTo>
                  <a:cubicBezTo>
                    <a:pt x="168" y="316"/>
                    <a:pt x="169" y="315"/>
                    <a:pt x="169" y="314"/>
                  </a:cubicBezTo>
                  <a:cubicBezTo>
                    <a:pt x="174" y="298"/>
                    <a:pt x="174" y="298"/>
                    <a:pt x="174" y="298"/>
                  </a:cubicBezTo>
                  <a:cubicBezTo>
                    <a:pt x="174" y="298"/>
                    <a:pt x="174" y="298"/>
                    <a:pt x="174" y="297"/>
                  </a:cubicBezTo>
                  <a:cubicBezTo>
                    <a:pt x="174" y="290"/>
                    <a:pt x="174" y="290"/>
                    <a:pt x="174" y="290"/>
                  </a:cubicBezTo>
                  <a:cubicBezTo>
                    <a:pt x="174" y="290"/>
                    <a:pt x="175" y="290"/>
                    <a:pt x="175" y="290"/>
                  </a:cubicBezTo>
                  <a:cubicBezTo>
                    <a:pt x="176" y="290"/>
                    <a:pt x="177" y="290"/>
                    <a:pt x="178" y="289"/>
                  </a:cubicBezTo>
                  <a:cubicBezTo>
                    <a:pt x="186" y="283"/>
                    <a:pt x="190" y="277"/>
                    <a:pt x="190" y="271"/>
                  </a:cubicBezTo>
                  <a:cubicBezTo>
                    <a:pt x="190" y="266"/>
                    <a:pt x="188" y="263"/>
                    <a:pt x="185" y="260"/>
                  </a:cubicBezTo>
                  <a:cubicBezTo>
                    <a:pt x="192" y="255"/>
                    <a:pt x="195" y="249"/>
                    <a:pt x="195" y="244"/>
                  </a:cubicBezTo>
                  <a:cubicBezTo>
                    <a:pt x="194" y="239"/>
                    <a:pt x="191" y="235"/>
                    <a:pt x="187" y="232"/>
                  </a:cubicBezTo>
                  <a:cubicBezTo>
                    <a:pt x="197" y="224"/>
                    <a:pt x="201" y="217"/>
                    <a:pt x="199" y="210"/>
                  </a:cubicBezTo>
                  <a:cubicBezTo>
                    <a:pt x="198" y="203"/>
                    <a:pt x="193" y="199"/>
                    <a:pt x="187" y="197"/>
                  </a:cubicBezTo>
                  <a:cubicBezTo>
                    <a:pt x="202" y="179"/>
                    <a:pt x="207" y="167"/>
                    <a:pt x="202" y="158"/>
                  </a:cubicBezTo>
                  <a:cubicBezTo>
                    <a:pt x="196" y="147"/>
                    <a:pt x="189" y="147"/>
                    <a:pt x="188" y="147"/>
                  </a:cubicBezTo>
                  <a:cubicBezTo>
                    <a:pt x="184" y="148"/>
                    <a:pt x="175" y="152"/>
                    <a:pt x="175" y="155"/>
                  </a:cubicBezTo>
                  <a:cubicBezTo>
                    <a:pt x="175" y="158"/>
                    <a:pt x="177" y="161"/>
                    <a:pt x="180" y="160"/>
                  </a:cubicBezTo>
                  <a:cubicBezTo>
                    <a:pt x="183" y="160"/>
                    <a:pt x="190" y="161"/>
                    <a:pt x="191" y="163"/>
                  </a:cubicBezTo>
                  <a:cubicBezTo>
                    <a:pt x="192" y="164"/>
                    <a:pt x="194" y="171"/>
                    <a:pt x="175" y="193"/>
                  </a:cubicBezTo>
                  <a:cubicBezTo>
                    <a:pt x="175" y="193"/>
                    <a:pt x="174" y="193"/>
                    <a:pt x="174" y="193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99" y="141"/>
                    <a:pt x="234" y="109"/>
                    <a:pt x="234" y="109"/>
                  </a:cubicBezTo>
                  <a:cubicBezTo>
                    <a:pt x="261" y="124"/>
                    <a:pt x="280" y="121"/>
                    <a:pt x="293" y="113"/>
                  </a:cubicBezTo>
                  <a:cubicBezTo>
                    <a:pt x="298" y="105"/>
                    <a:pt x="302" y="98"/>
                    <a:pt x="306" y="90"/>
                  </a:cubicBezTo>
                  <a:cubicBezTo>
                    <a:pt x="307" y="89"/>
                    <a:pt x="307" y="88"/>
                    <a:pt x="308" y="87"/>
                  </a:cubicBezTo>
                  <a:cubicBezTo>
                    <a:pt x="278" y="118"/>
                    <a:pt x="232" y="102"/>
                    <a:pt x="232" y="102"/>
                  </a:cubicBezTo>
                  <a:close/>
                  <a:moveTo>
                    <a:pt x="157" y="277"/>
                  </a:moveTo>
                  <a:cubicBezTo>
                    <a:pt x="154" y="275"/>
                    <a:pt x="152" y="273"/>
                    <a:pt x="153" y="271"/>
                  </a:cubicBezTo>
                  <a:cubicBezTo>
                    <a:pt x="153" y="269"/>
                    <a:pt x="156" y="267"/>
                    <a:pt x="157" y="266"/>
                  </a:cubicBezTo>
                  <a:lnTo>
                    <a:pt x="157" y="277"/>
                  </a:lnTo>
                  <a:close/>
                  <a:moveTo>
                    <a:pt x="157" y="254"/>
                  </a:moveTo>
                  <a:cubicBezTo>
                    <a:pt x="149" y="249"/>
                    <a:pt x="148" y="246"/>
                    <a:pt x="148" y="245"/>
                  </a:cubicBezTo>
                  <a:cubicBezTo>
                    <a:pt x="148" y="243"/>
                    <a:pt x="153" y="240"/>
                    <a:pt x="157" y="238"/>
                  </a:cubicBezTo>
                  <a:lnTo>
                    <a:pt x="157" y="254"/>
                  </a:lnTo>
                  <a:close/>
                  <a:moveTo>
                    <a:pt x="157" y="227"/>
                  </a:moveTo>
                  <a:cubicBezTo>
                    <a:pt x="143" y="217"/>
                    <a:pt x="143" y="213"/>
                    <a:pt x="143" y="212"/>
                  </a:cubicBezTo>
                  <a:cubicBezTo>
                    <a:pt x="144" y="207"/>
                    <a:pt x="156" y="205"/>
                    <a:pt x="157" y="205"/>
                  </a:cubicBezTo>
                  <a:lnTo>
                    <a:pt x="157" y="227"/>
                  </a:lnTo>
                  <a:close/>
                  <a:moveTo>
                    <a:pt x="174" y="277"/>
                  </a:moveTo>
                  <a:cubicBezTo>
                    <a:pt x="174" y="266"/>
                    <a:pt x="174" y="266"/>
                    <a:pt x="174" y="266"/>
                  </a:cubicBezTo>
                  <a:cubicBezTo>
                    <a:pt x="175" y="267"/>
                    <a:pt x="178" y="269"/>
                    <a:pt x="178" y="271"/>
                  </a:cubicBezTo>
                  <a:cubicBezTo>
                    <a:pt x="178" y="273"/>
                    <a:pt x="177" y="275"/>
                    <a:pt x="174" y="277"/>
                  </a:cubicBezTo>
                  <a:close/>
                  <a:moveTo>
                    <a:pt x="174" y="254"/>
                  </a:moveTo>
                  <a:cubicBezTo>
                    <a:pt x="174" y="238"/>
                    <a:pt x="174" y="238"/>
                    <a:pt x="174" y="238"/>
                  </a:cubicBezTo>
                  <a:cubicBezTo>
                    <a:pt x="178" y="240"/>
                    <a:pt x="183" y="243"/>
                    <a:pt x="183" y="245"/>
                  </a:cubicBezTo>
                  <a:cubicBezTo>
                    <a:pt x="183" y="246"/>
                    <a:pt x="181" y="249"/>
                    <a:pt x="174" y="254"/>
                  </a:cubicBezTo>
                  <a:close/>
                  <a:moveTo>
                    <a:pt x="188" y="212"/>
                  </a:moveTo>
                  <a:cubicBezTo>
                    <a:pt x="188" y="213"/>
                    <a:pt x="188" y="217"/>
                    <a:pt x="174" y="227"/>
                  </a:cubicBezTo>
                  <a:cubicBezTo>
                    <a:pt x="174" y="205"/>
                    <a:pt x="174" y="205"/>
                    <a:pt x="174" y="205"/>
                  </a:cubicBezTo>
                  <a:cubicBezTo>
                    <a:pt x="175" y="205"/>
                    <a:pt x="187" y="207"/>
                    <a:pt x="188" y="212"/>
                  </a:cubicBezTo>
                  <a:close/>
                  <a:moveTo>
                    <a:pt x="188" y="212"/>
                  </a:moveTo>
                  <a:cubicBezTo>
                    <a:pt x="188" y="212"/>
                    <a:pt x="188" y="212"/>
                    <a:pt x="188" y="2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95D518E-4FB2-7F4B-B3FB-DD78B3B146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52144" y="2080911"/>
              <a:ext cx="110520" cy="39839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42" y="6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42" h="15">
                  <a:moveTo>
                    <a:pt x="14" y="0"/>
                  </a:moveTo>
                  <a:cubicBezTo>
                    <a:pt x="14" y="0"/>
                    <a:pt x="13" y="11"/>
                    <a:pt x="0" y="14"/>
                  </a:cubicBezTo>
                  <a:cubicBezTo>
                    <a:pt x="0" y="14"/>
                    <a:pt x="23" y="15"/>
                    <a:pt x="42" y="6"/>
                  </a:cubicBezTo>
                  <a:lnTo>
                    <a:pt x="14" y="0"/>
                  </a:ln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E9A78E4-9118-F54D-AB5F-FCD0988EC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27487" y="2006374"/>
              <a:ext cx="259594" cy="77107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98" y="29"/>
                </a:cxn>
                <a:cxn ang="0">
                  <a:pos x="51" y="0"/>
                </a:cxn>
                <a:cxn ang="0">
                  <a:pos x="0" y="10"/>
                </a:cxn>
                <a:cxn ang="0">
                  <a:pos x="13" y="27"/>
                </a:cxn>
                <a:cxn ang="0">
                  <a:pos x="50" y="9"/>
                </a:cxn>
                <a:cxn ang="0">
                  <a:pos x="50" y="9"/>
                </a:cxn>
                <a:cxn ang="0">
                  <a:pos x="50" y="9"/>
                </a:cxn>
              </a:cxnLst>
              <a:rect l="0" t="0" r="r" b="b"/>
              <a:pathLst>
                <a:path w="98" h="29">
                  <a:moveTo>
                    <a:pt x="50" y="9"/>
                  </a:moveTo>
                  <a:cubicBezTo>
                    <a:pt x="50" y="9"/>
                    <a:pt x="89" y="28"/>
                    <a:pt x="98" y="29"/>
                  </a:cubicBezTo>
                  <a:cubicBezTo>
                    <a:pt x="98" y="29"/>
                    <a:pt x="68" y="16"/>
                    <a:pt x="51" y="0"/>
                  </a:cubicBezTo>
                  <a:cubicBezTo>
                    <a:pt x="51" y="0"/>
                    <a:pt x="26" y="16"/>
                    <a:pt x="0" y="10"/>
                  </a:cubicBezTo>
                  <a:cubicBezTo>
                    <a:pt x="4" y="16"/>
                    <a:pt x="9" y="22"/>
                    <a:pt x="13" y="27"/>
                  </a:cubicBezTo>
                  <a:cubicBezTo>
                    <a:pt x="24" y="28"/>
                    <a:pt x="36" y="24"/>
                    <a:pt x="50" y="9"/>
                  </a:cubicBezTo>
                  <a:close/>
                  <a:moveTo>
                    <a:pt x="50" y="9"/>
                  </a:moveTo>
                  <a:cubicBezTo>
                    <a:pt x="50" y="9"/>
                    <a:pt x="50" y="9"/>
                    <a:pt x="50" y="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DB845BB-6D55-AF47-A97B-49595901C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2466" y="2043642"/>
              <a:ext cx="195338" cy="77107"/>
            </a:xfrm>
            <a:custGeom>
              <a:avLst/>
              <a:gdLst/>
              <a:ahLst/>
              <a:cxnLst>
                <a:cxn ang="0">
                  <a:pos x="39" y="8"/>
                </a:cxn>
                <a:cxn ang="0">
                  <a:pos x="74" y="16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5" y="23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39" y="8"/>
                </a:cxn>
              </a:cxnLst>
              <a:rect l="0" t="0" r="r" b="b"/>
              <a:pathLst>
                <a:path w="74" h="29">
                  <a:moveTo>
                    <a:pt x="39" y="8"/>
                  </a:moveTo>
                  <a:cubicBezTo>
                    <a:pt x="74" y="16"/>
                    <a:pt x="74" y="16"/>
                    <a:pt x="74" y="16"/>
                  </a:cubicBezTo>
                  <a:cubicBezTo>
                    <a:pt x="74" y="16"/>
                    <a:pt x="59" y="10"/>
                    <a:pt x="35" y="0"/>
                  </a:cubicBezTo>
                  <a:cubicBezTo>
                    <a:pt x="35" y="0"/>
                    <a:pt x="20" y="18"/>
                    <a:pt x="0" y="18"/>
                  </a:cubicBezTo>
                  <a:cubicBezTo>
                    <a:pt x="2" y="19"/>
                    <a:pt x="3" y="21"/>
                    <a:pt x="5" y="23"/>
                  </a:cubicBezTo>
                  <a:cubicBezTo>
                    <a:pt x="18" y="27"/>
                    <a:pt x="35" y="29"/>
                    <a:pt x="39" y="8"/>
                  </a:cubicBezTo>
                  <a:close/>
                  <a:moveTo>
                    <a:pt x="39" y="8"/>
                  </a:moveTo>
                  <a:cubicBezTo>
                    <a:pt x="39" y="8"/>
                    <a:pt x="39" y="8"/>
                    <a:pt x="3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A03AEA2-C961-6F4E-9D62-3B74462F9F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4589" y="2080911"/>
              <a:ext cx="110520" cy="39839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6"/>
                </a:cxn>
                <a:cxn ang="0">
                  <a:pos x="42" y="14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42" h="15">
                  <a:moveTo>
                    <a:pt x="28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9" y="15"/>
                    <a:pt x="42" y="14"/>
                    <a:pt x="42" y="14"/>
                  </a:cubicBezTo>
                  <a:cubicBezTo>
                    <a:pt x="29" y="11"/>
                    <a:pt x="28" y="0"/>
                    <a:pt x="28" y="0"/>
                  </a:cubicBezTo>
                  <a:close/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5B84C59-9647-9B41-B5C6-AB95FA938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00171" y="2006374"/>
              <a:ext cx="259594" cy="77107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0" y="29"/>
                </a:cxn>
                <a:cxn ang="0">
                  <a:pos x="48" y="9"/>
                </a:cxn>
                <a:cxn ang="0">
                  <a:pos x="85" y="27"/>
                </a:cxn>
                <a:cxn ang="0">
                  <a:pos x="98" y="1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0" t="0" r="r" b="b"/>
              <a:pathLst>
                <a:path w="98" h="29">
                  <a:moveTo>
                    <a:pt x="47" y="0"/>
                  </a:moveTo>
                  <a:cubicBezTo>
                    <a:pt x="30" y="16"/>
                    <a:pt x="0" y="29"/>
                    <a:pt x="0" y="29"/>
                  </a:cubicBezTo>
                  <a:cubicBezTo>
                    <a:pt x="9" y="28"/>
                    <a:pt x="48" y="9"/>
                    <a:pt x="48" y="9"/>
                  </a:cubicBezTo>
                  <a:cubicBezTo>
                    <a:pt x="61" y="24"/>
                    <a:pt x="74" y="28"/>
                    <a:pt x="85" y="27"/>
                  </a:cubicBezTo>
                  <a:cubicBezTo>
                    <a:pt x="89" y="22"/>
                    <a:pt x="94" y="16"/>
                    <a:pt x="98" y="10"/>
                  </a:cubicBezTo>
                  <a:cubicBezTo>
                    <a:pt x="72" y="16"/>
                    <a:pt x="47" y="0"/>
                    <a:pt x="47" y="0"/>
                  </a:cubicBezTo>
                  <a:close/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E8A5814-4290-DB46-B524-C0DC87A170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448" y="2043642"/>
              <a:ext cx="195338" cy="77107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0" y="16"/>
                </a:cxn>
                <a:cxn ang="0">
                  <a:pos x="35" y="8"/>
                </a:cxn>
                <a:cxn ang="0">
                  <a:pos x="69" y="23"/>
                </a:cxn>
                <a:cxn ang="0">
                  <a:pos x="74" y="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39" y="0"/>
                </a:cxn>
              </a:cxnLst>
              <a:rect l="0" t="0" r="r" b="b"/>
              <a:pathLst>
                <a:path w="74" h="29">
                  <a:moveTo>
                    <a:pt x="39" y="0"/>
                  </a:moveTo>
                  <a:cubicBezTo>
                    <a:pt x="14" y="10"/>
                    <a:pt x="0" y="16"/>
                    <a:pt x="0" y="16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8" y="29"/>
                    <a:pt x="56" y="27"/>
                    <a:pt x="69" y="23"/>
                  </a:cubicBezTo>
                  <a:cubicBezTo>
                    <a:pt x="71" y="21"/>
                    <a:pt x="72" y="19"/>
                    <a:pt x="74" y="18"/>
                  </a:cubicBezTo>
                  <a:cubicBezTo>
                    <a:pt x="54" y="18"/>
                    <a:pt x="39" y="0"/>
                    <a:pt x="39" y="0"/>
                  </a:cubicBezTo>
                  <a:close/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0" name="Group 74">
            <a:extLst>
              <a:ext uri="{FF2B5EF4-FFF2-40B4-BE49-F238E27FC236}">
                <a16:creationId xmlns:a16="http://schemas.microsoft.com/office/drawing/2014/main" id="{AECA5422-5EFF-5E4A-89BD-0F39E25859DD}"/>
              </a:ext>
            </a:extLst>
          </p:cNvPr>
          <p:cNvGrpSpPr/>
          <p:nvPr/>
        </p:nvGrpSpPr>
        <p:grpSpPr>
          <a:xfrm>
            <a:off x="9665105" y="2692721"/>
            <a:ext cx="1003583" cy="829733"/>
            <a:chOff x="7309384" y="1676401"/>
            <a:chExt cx="752687" cy="622300"/>
          </a:xfrm>
          <a:solidFill>
            <a:schemeClr val="bg1"/>
          </a:solidFill>
        </p:grpSpPr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F98124CE-606D-954C-9B4B-D6525B5749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9384" y="1834050"/>
              <a:ext cx="361527" cy="464651"/>
            </a:xfrm>
            <a:custGeom>
              <a:avLst/>
              <a:gdLst/>
              <a:ahLst/>
              <a:cxnLst>
                <a:cxn ang="0">
                  <a:pos x="151" y="136"/>
                </a:cxn>
                <a:cxn ang="0">
                  <a:pos x="97" y="122"/>
                </a:cxn>
                <a:cxn ang="0">
                  <a:pos x="91" y="119"/>
                </a:cxn>
                <a:cxn ang="0">
                  <a:pos x="84" y="113"/>
                </a:cxn>
                <a:cxn ang="0">
                  <a:pos x="75" y="103"/>
                </a:cxn>
                <a:cxn ang="0">
                  <a:pos x="35" y="71"/>
                </a:cxn>
                <a:cxn ang="0">
                  <a:pos x="24" y="80"/>
                </a:cxn>
                <a:cxn ang="0">
                  <a:pos x="47" y="112"/>
                </a:cxn>
                <a:cxn ang="0">
                  <a:pos x="55" y="121"/>
                </a:cxn>
                <a:cxn ang="0">
                  <a:pos x="62" y="129"/>
                </a:cxn>
                <a:cxn ang="0">
                  <a:pos x="46" y="117"/>
                </a:cxn>
                <a:cxn ang="0">
                  <a:pos x="42" y="112"/>
                </a:cxn>
                <a:cxn ang="0">
                  <a:pos x="38" y="105"/>
                </a:cxn>
                <a:cxn ang="0">
                  <a:pos x="33" y="98"/>
                </a:cxn>
                <a:cxn ang="0">
                  <a:pos x="25" y="88"/>
                </a:cxn>
                <a:cxn ang="0">
                  <a:pos x="21" y="83"/>
                </a:cxn>
                <a:cxn ang="0">
                  <a:pos x="28" y="66"/>
                </a:cxn>
                <a:cxn ang="0">
                  <a:pos x="24" y="29"/>
                </a:cxn>
                <a:cxn ang="0">
                  <a:pos x="13" y="1"/>
                </a:cxn>
                <a:cxn ang="0">
                  <a:pos x="8" y="2"/>
                </a:cxn>
                <a:cxn ang="0">
                  <a:pos x="4" y="21"/>
                </a:cxn>
                <a:cxn ang="0">
                  <a:pos x="1" y="74"/>
                </a:cxn>
                <a:cxn ang="0">
                  <a:pos x="38" y="155"/>
                </a:cxn>
                <a:cxn ang="0">
                  <a:pos x="108" y="200"/>
                </a:cxn>
                <a:cxn ang="0">
                  <a:pos x="122" y="223"/>
                </a:cxn>
                <a:cxn ang="0">
                  <a:pos x="122" y="248"/>
                </a:cxn>
                <a:cxn ang="0">
                  <a:pos x="190" y="248"/>
                </a:cxn>
                <a:cxn ang="0">
                  <a:pos x="190" y="225"/>
                </a:cxn>
                <a:cxn ang="0">
                  <a:pos x="191" y="212"/>
                </a:cxn>
                <a:cxn ang="0">
                  <a:pos x="191" y="194"/>
                </a:cxn>
                <a:cxn ang="0">
                  <a:pos x="151" y="136"/>
                </a:cxn>
                <a:cxn ang="0">
                  <a:pos x="151" y="136"/>
                </a:cxn>
                <a:cxn ang="0">
                  <a:pos x="151" y="136"/>
                </a:cxn>
              </a:cxnLst>
              <a:rect l="0" t="0" r="r" b="b"/>
              <a:pathLst>
                <a:path w="193" h="248">
                  <a:moveTo>
                    <a:pt x="151" y="136"/>
                  </a:moveTo>
                  <a:cubicBezTo>
                    <a:pt x="149" y="135"/>
                    <a:pt x="135" y="124"/>
                    <a:pt x="97" y="122"/>
                  </a:cubicBezTo>
                  <a:cubicBezTo>
                    <a:pt x="95" y="121"/>
                    <a:pt x="93" y="120"/>
                    <a:pt x="91" y="119"/>
                  </a:cubicBezTo>
                  <a:cubicBezTo>
                    <a:pt x="88" y="117"/>
                    <a:pt x="86" y="115"/>
                    <a:pt x="84" y="113"/>
                  </a:cubicBezTo>
                  <a:cubicBezTo>
                    <a:pt x="81" y="110"/>
                    <a:pt x="78" y="107"/>
                    <a:pt x="75" y="103"/>
                  </a:cubicBezTo>
                  <a:cubicBezTo>
                    <a:pt x="56" y="77"/>
                    <a:pt x="38" y="72"/>
                    <a:pt x="35" y="71"/>
                  </a:cubicBezTo>
                  <a:cubicBezTo>
                    <a:pt x="32" y="69"/>
                    <a:pt x="18" y="71"/>
                    <a:pt x="24" y="80"/>
                  </a:cubicBezTo>
                  <a:cubicBezTo>
                    <a:pt x="25" y="80"/>
                    <a:pt x="46" y="110"/>
                    <a:pt x="47" y="112"/>
                  </a:cubicBezTo>
                  <a:cubicBezTo>
                    <a:pt x="50" y="116"/>
                    <a:pt x="52" y="118"/>
                    <a:pt x="55" y="121"/>
                  </a:cubicBezTo>
                  <a:cubicBezTo>
                    <a:pt x="57" y="124"/>
                    <a:pt x="60" y="126"/>
                    <a:pt x="62" y="129"/>
                  </a:cubicBezTo>
                  <a:cubicBezTo>
                    <a:pt x="62" y="129"/>
                    <a:pt x="49" y="121"/>
                    <a:pt x="46" y="117"/>
                  </a:cubicBezTo>
                  <a:cubicBezTo>
                    <a:pt x="44" y="116"/>
                    <a:pt x="43" y="113"/>
                    <a:pt x="42" y="112"/>
                  </a:cubicBezTo>
                  <a:cubicBezTo>
                    <a:pt x="41" y="109"/>
                    <a:pt x="40" y="107"/>
                    <a:pt x="38" y="105"/>
                  </a:cubicBezTo>
                  <a:cubicBezTo>
                    <a:pt x="36" y="103"/>
                    <a:pt x="35" y="100"/>
                    <a:pt x="33" y="98"/>
                  </a:cubicBezTo>
                  <a:cubicBezTo>
                    <a:pt x="30" y="95"/>
                    <a:pt x="28" y="91"/>
                    <a:pt x="25" y="88"/>
                  </a:cubicBezTo>
                  <a:cubicBezTo>
                    <a:pt x="24" y="86"/>
                    <a:pt x="22" y="85"/>
                    <a:pt x="21" y="83"/>
                  </a:cubicBezTo>
                  <a:cubicBezTo>
                    <a:pt x="14" y="72"/>
                    <a:pt x="21" y="67"/>
                    <a:pt x="28" y="66"/>
                  </a:cubicBezTo>
                  <a:cubicBezTo>
                    <a:pt x="28" y="65"/>
                    <a:pt x="25" y="34"/>
                    <a:pt x="24" y="29"/>
                  </a:cubicBezTo>
                  <a:cubicBezTo>
                    <a:pt x="23" y="15"/>
                    <a:pt x="21" y="4"/>
                    <a:pt x="13" y="1"/>
                  </a:cubicBezTo>
                  <a:cubicBezTo>
                    <a:pt x="11" y="0"/>
                    <a:pt x="9" y="0"/>
                    <a:pt x="8" y="2"/>
                  </a:cubicBezTo>
                  <a:cubicBezTo>
                    <a:pt x="6" y="4"/>
                    <a:pt x="4" y="15"/>
                    <a:pt x="4" y="21"/>
                  </a:cubicBezTo>
                  <a:cubicBezTo>
                    <a:pt x="4" y="21"/>
                    <a:pt x="0" y="57"/>
                    <a:pt x="1" y="74"/>
                  </a:cubicBezTo>
                  <a:cubicBezTo>
                    <a:pt x="2" y="83"/>
                    <a:pt x="30" y="145"/>
                    <a:pt x="38" y="155"/>
                  </a:cubicBezTo>
                  <a:cubicBezTo>
                    <a:pt x="46" y="164"/>
                    <a:pt x="108" y="200"/>
                    <a:pt x="108" y="200"/>
                  </a:cubicBezTo>
                  <a:cubicBezTo>
                    <a:pt x="111" y="202"/>
                    <a:pt x="122" y="211"/>
                    <a:pt x="122" y="223"/>
                  </a:cubicBezTo>
                  <a:cubicBezTo>
                    <a:pt x="122" y="248"/>
                    <a:pt x="122" y="248"/>
                    <a:pt x="122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25"/>
                    <a:pt x="190" y="225"/>
                    <a:pt x="190" y="225"/>
                  </a:cubicBezTo>
                  <a:cubicBezTo>
                    <a:pt x="190" y="221"/>
                    <a:pt x="191" y="216"/>
                    <a:pt x="191" y="212"/>
                  </a:cubicBezTo>
                  <a:cubicBezTo>
                    <a:pt x="193" y="207"/>
                    <a:pt x="192" y="198"/>
                    <a:pt x="191" y="194"/>
                  </a:cubicBezTo>
                  <a:cubicBezTo>
                    <a:pt x="183" y="159"/>
                    <a:pt x="154" y="138"/>
                    <a:pt x="151" y="136"/>
                  </a:cubicBezTo>
                  <a:close/>
                  <a:moveTo>
                    <a:pt x="151" y="136"/>
                  </a:moveTo>
                  <a:cubicBezTo>
                    <a:pt x="151" y="136"/>
                    <a:pt x="151" y="136"/>
                    <a:pt x="151" y="1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27CF7A7E-7946-8E48-99B1-BDCA1BF5DE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00544" y="1834050"/>
              <a:ext cx="361527" cy="464651"/>
            </a:xfrm>
            <a:custGeom>
              <a:avLst/>
              <a:gdLst/>
              <a:ahLst/>
              <a:cxnLst>
                <a:cxn ang="0">
                  <a:pos x="189" y="21"/>
                </a:cxn>
                <a:cxn ang="0">
                  <a:pos x="186" y="2"/>
                </a:cxn>
                <a:cxn ang="0">
                  <a:pos x="180" y="1"/>
                </a:cxn>
                <a:cxn ang="0">
                  <a:pos x="169" y="29"/>
                </a:cxn>
                <a:cxn ang="0">
                  <a:pos x="165" y="66"/>
                </a:cxn>
                <a:cxn ang="0">
                  <a:pos x="173" y="83"/>
                </a:cxn>
                <a:cxn ang="0">
                  <a:pos x="168" y="88"/>
                </a:cxn>
                <a:cxn ang="0">
                  <a:pos x="161" y="98"/>
                </a:cxn>
                <a:cxn ang="0">
                  <a:pos x="155" y="105"/>
                </a:cxn>
                <a:cxn ang="0">
                  <a:pos x="151" y="112"/>
                </a:cxn>
                <a:cxn ang="0">
                  <a:pos x="148" y="117"/>
                </a:cxn>
                <a:cxn ang="0">
                  <a:pos x="131" y="129"/>
                </a:cxn>
                <a:cxn ang="0">
                  <a:pos x="138" y="121"/>
                </a:cxn>
                <a:cxn ang="0">
                  <a:pos x="146" y="112"/>
                </a:cxn>
                <a:cxn ang="0">
                  <a:pos x="169" y="80"/>
                </a:cxn>
                <a:cxn ang="0">
                  <a:pos x="158" y="71"/>
                </a:cxn>
                <a:cxn ang="0">
                  <a:pos x="118" y="103"/>
                </a:cxn>
                <a:cxn ang="0">
                  <a:pos x="109" y="113"/>
                </a:cxn>
                <a:cxn ang="0">
                  <a:pos x="102" y="119"/>
                </a:cxn>
                <a:cxn ang="0">
                  <a:pos x="96" y="122"/>
                </a:cxn>
                <a:cxn ang="0">
                  <a:pos x="42" y="136"/>
                </a:cxn>
                <a:cxn ang="0">
                  <a:pos x="2" y="194"/>
                </a:cxn>
                <a:cxn ang="0">
                  <a:pos x="2" y="212"/>
                </a:cxn>
                <a:cxn ang="0">
                  <a:pos x="3" y="225"/>
                </a:cxn>
                <a:cxn ang="0">
                  <a:pos x="3" y="248"/>
                </a:cxn>
                <a:cxn ang="0">
                  <a:pos x="71" y="248"/>
                </a:cxn>
                <a:cxn ang="0">
                  <a:pos x="71" y="223"/>
                </a:cxn>
                <a:cxn ang="0">
                  <a:pos x="85" y="200"/>
                </a:cxn>
                <a:cxn ang="0">
                  <a:pos x="156" y="155"/>
                </a:cxn>
                <a:cxn ang="0">
                  <a:pos x="192" y="74"/>
                </a:cxn>
                <a:cxn ang="0">
                  <a:pos x="189" y="21"/>
                </a:cxn>
                <a:cxn ang="0">
                  <a:pos x="189" y="21"/>
                </a:cxn>
                <a:cxn ang="0">
                  <a:pos x="189" y="21"/>
                </a:cxn>
              </a:cxnLst>
              <a:rect l="0" t="0" r="r" b="b"/>
              <a:pathLst>
                <a:path w="193" h="248">
                  <a:moveTo>
                    <a:pt x="189" y="21"/>
                  </a:moveTo>
                  <a:cubicBezTo>
                    <a:pt x="189" y="15"/>
                    <a:pt x="188" y="4"/>
                    <a:pt x="186" y="2"/>
                  </a:cubicBezTo>
                  <a:cubicBezTo>
                    <a:pt x="184" y="0"/>
                    <a:pt x="183" y="0"/>
                    <a:pt x="180" y="1"/>
                  </a:cubicBezTo>
                  <a:cubicBezTo>
                    <a:pt x="172" y="4"/>
                    <a:pt x="170" y="15"/>
                    <a:pt x="169" y="29"/>
                  </a:cubicBezTo>
                  <a:cubicBezTo>
                    <a:pt x="168" y="34"/>
                    <a:pt x="165" y="65"/>
                    <a:pt x="165" y="66"/>
                  </a:cubicBezTo>
                  <a:cubicBezTo>
                    <a:pt x="172" y="67"/>
                    <a:pt x="179" y="72"/>
                    <a:pt x="173" y="83"/>
                  </a:cubicBezTo>
                  <a:cubicBezTo>
                    <a:pt x="171" y="85"/>
                    <a:pt x="170" y="86"/>
                    <a:pt x="168" y="88"/>
                  </a:cubicBezTo>
                  <a:cubicBezTo>
                    <a:pt x="165" y="91"/>
                    <a:pt x="163" y="95"/>
                    <a:pt x="161" y="98"/>
                  </a:cubicBezTo>
                  <a:cubicBezTo>
                    <a:pt x="159" y="100"/>
                    <a:pt x="157" y="103"/>
                    <a:pt x="155" y="105"/>
                  </a:cubicBezTo>
                  <a:cubicBezTo>
                    <a:pt x="154" y="107"/>
                    <a:pt x="152" y="109"/>
                    <a:pt x="151" y="112"/>
                  </a:cubicBezTo>
                  <a:cubicBezTo>
                    <a:pt x="150" y="113"/>
                    <a:pt x="149" y="116"/>
                    <a:pt x="148" y="117"/>
                  </a:cubicBezTo>
                  <a:cubicBezTo>
                    <a:pt x="144" y="121"/>
                    <a:pt x="131" y="129"/>
                    <a:pt x="131" y="129"/>
                  </a:cubicBezTo>
                  <a:cubicBezTo>
                    <a:pt x="133" y="126"/>
                    <a:pt x="136" y="124"/>
                    <a:pt x="138" y="121"/>
                  </a:cubicBezTo>
                  <a:cubicBezTo>
                    <a:pt x="141" y="118"/>
                    <a:pt x="144" y="116"/>
                    <a:pt x="146" y="112"/>
                  </a:cubicBezTo>
                  <a:cubicBezTo>
                    <a:pt x="147" y="110"/>
                    <a:pt x="168" y="80"/>
                    <a:pt x="169" y="80"/>
                  </a:cubicBezTo>
                  <a:cubicBezTo>
                    <a:pt x="175" y="71"/>
                    <a:pt x="162" y="69"/>
                    <a:pt x="158" y="71"/>
                  </a:cubicBezTo>
                  <a:cubicBezTo>
                    <a:pt x="155" y="72"/>
                    <a:pt x="137" y="77"/>
                    <a:pt x="118" y="103"/>
                  </a:cubicBezTo>
                  <a:cubicBezTo>
                    <a:pt x="115" y="107"/>
                    <a:pt x="112" y="110"/>
                    <a:pt x="109" y="113"/>
                  </a:cubicBezTo>
                  <a:cubicBezTo>
                    <a:pt x="107" y="115"/>
                    <a:pt x="105" y="117"/>
                    <a:pt x="102" y="119"/>
                  </a:cubicBezTo>
                  <a:cubicBezTo>
                    <a:pt x="100" y="120"/>
                    <a:pt x="98" y="121"/>
                    <a:pt x="96" y="122"/>
                  </a:cubicBezTo>
                  <a:cubicBezTo>
                    <a:pt x="58" y="124"/>
                    <a:pt x="44" y="135"/>
                    <a:pt x="42" y="136"/>
                  </a:cubicBezTo>
                  <a:cubicBezTo>
                    <a:pt x="39" y="138"/>
                    <a:pt x="10" y="159"/>
                    <a:pt x="2" y="194"/>
                  </a:cubicBezTo>
                  <a:cubicBezTo>
                    <a:pt x="1" y="198"/>
                    <a:pt x="0" y="207"/>
                    <a:pt x="2" y="212"/>
                  </a:cubicBezTo>
                  <a:cubicBezTo>
                    <a:pt x="2" y="216"/>
                    <a:pt x="3" y="221"/>
                    <a:pt x="3" y="225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71" y="248"/>
                    <a:pt x="71" y="248"/>
                    <a:pt x="71" y="248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11"/>
                    <a:pt x="83" y="202"/>
                    <a:pt x="85" y="200"/>
                  </a:cubicBezTo>
                  <a:cubicBezTo>
                    <a:pt x="85" y="200"/>
                    <a:pt x="148" y="164"/>
                    <a:pt x="156" y="155"/>
                  </a:cubicBezTo>
                  <a:cubicBezTo>
                    <a:pt x="164" y="145"/>
                    <a:pt x="192" y="83"/>
                    <a:pt x="192" y="74"/>
                  </a:cubicBezTo>
                  <a:cubicBezTo>
                    <a:pt x="193" y="57"/>
                    <a:pt x="189" y="21"/>
                    <a:pt x="189" y="21"/>
                  </a:cubicBezTo>
                  <a:close/>
                  <a:moveTo>
                    <a:pt x="189" y="21"/>
                  </a:moveTo>
                  <a:cubicBezTo>
                    <a:pt x="189" y="21"/>
                    <a:pt x="189" y="21"/>
                    <a:pt x="189" y="2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972E4405-84B8-1547-AAA1-11AE9A9D3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7551" y="1676401"/>
              <a:ext cx="456354" cy="403013"/>
            </a:xfrm>
            <a:custGeom>
              <a:avLst/>
              <a:gdLst/>
              <a:ahLst/>
              <a:cxnLst>
                <a:cxn ang="0">
                  <a:pos x="163" y="185"/>
                </a:cxn>
                <a:cxn ang="0">
                  <a:pos x="240" y="84"/>
                </a:cxn>
                <a:cxn ang="0">
                  <a:pos x="229" y="26"/>
                </a:cxn>
                <a:cxn ang="0">
                  <a:pos x="176" y="0"/>
                </a:cxn>
                <a:cxn ang="0">
                  <a:pos x="170" y="0"/>
                </a:cxn>
                <a:cxn ang="0">
                  <a:pos x="122" y="17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15" y="26"/>
                </a:cxn>
                <a:cxn ang="0">
                  <a:pos x="4" y="84"/>
                </a:cxn>
                <a:cxn ang="0">
                  <a:pos x="81" y="185"/>
                </a:cxn>
                <a:cxn ang="0">
                  <a:pos x="102" y="206"/>
                </a:cxn>
                <a:cxn ang="0">
                  <a:pos x="122" y="215"/>
                </a:cxn>
                <a:cxn ang="0">
                  <a:pos x="142" y="206"/>
                </a:cxn>
                <a:cxn ang="0">
                  <a:pos x="163" y="185"/>
                </a:cxn>
                <a:cxn ang="0">
                  <a:pos x="81" y="40"/>
                </a:cxn>
                <a:cxn ang="0">
                  <a:pos x="44" y="73"/>
                </a:cxn>
                <a:cxn ang="0">
                  <a:pos x="34" y="83"/>
                </a:cxn>
                <a:cxn ang="0">
                  <a:pos x="24" y="73"/>
                </a:cxn>
                <a:cxn ang="0">
                  <a:pos x="81" y="20"/>
                </a:cxn>
                <a:cxn ang="0">
                  <a:pos x="91" y="30"/>
                </a:cxn>
                <a:cxn ang="0">
                  <a:pos x="81" y="40"/>
                </a:cxn>
                <a:cxn ang="0">
                  <a:pos x="81" y="40"/>
                </a:cxn>
                <a:cxn ang="0">
                  <a:pos x="81" y="40"/>
                </a:cxn>
              </a:cxnLst>
              <a:rect l="0" t="0" r="r" b="b"/>
              <a:pathLst>
                <a:path w="244" h="215">
                  <a:moveTo>
                    <a:pt x="163" y="185"/>
                  </a:moveTo>
                  <a:cubicBezTo>
                    <a:pt x="195" y="155"/>
                    <a:pt x="235" y="118"/>
                    <a:pt x="240" y="84"/>
                  </a:cubicBezTo>
                  <a:cubicBezTo>
                    <a:pt x="244" y="61"/>
                    <a:pt x="240" y="41"/>
                    <a:pt x="229" y="26"/>
                  </a:cubicBezTo>
                  <a:cubicBezTo>
                    <a:pt x="218" y="11"/>
                    <a:pt x="201" y="3"/>
                    <a:pt x="176" y="0"/>
                  </a:cubicBezTo>
                  <a:cubicBezTo>
                    <a:pt x="174" y="0"/>
                    <a:pt x="172" y="0"/>
                    <a:pt x="170" y="0"/>
                  </a:cubicBezTo>
                  <a:cubicBezTo>
                    <a:pt x="153" y="0"/>
                    <a:pt x="135" y="6"/>
                    <a:pt x="122" y="17"/>
                  </a:cubicBezTo>
                  <a:cubicBezTo>
                    <a:pt x="109" y="6"/>
                    <a:pt x="92" y="0"/>
                    <a:pt x="74" y="0"/>
                  </a:cubicBezTo>
                  <a:cubicBezTo>
                    <a:pt x="72" y="0"/>
                    <a:pt x="70" y="0"/>
                    <a:pt x="68" y="0"/>
                  </a:cubicBezTo>
                  <a:cubicBezTo>
                    <a:pt x="44" y="3"/>
                    <a:pt x="26" y="11"/>
                    <a:pt x="15" y="26"/>
                  </a:cubicBezTo>
                  <a:cubicBezTo>
                    <a:pt x="4" y="41"/>
                    <a:pt x="0" y="61"/>
                    <a:pt x="4" y="84"/>
                  </a:cubicBezTo>
                  <a:cubicBezTo>
                    <a:pt x="9" y="118"/>
                    <a:pt x="49" y="155"/>
                    <a:pt x="81" y="185"/>
                  </a:cubicBezTo>
                  <a:cubicBezTo>
                    <a:pt x="81" y="185"/>
                    <a:pt x="97" y="201"/>
                    <a:pt x="102" y="206"/>
                  </a:cubicBezTo>
                  <a:cubicBezTo>
                    <a:pt x="106" y="209"/>
                    <a:pt x="114" y="215"/>
                    <a:pt x="122" y="215"/>
                  </a:cubicBezTo>
                  <a:cubicBezTo>
                    <a:pt x="131" y="215"/>
                    <a:pt x="138" y="209"/>
                    <a:pt x="142" y="206"/>
                  </a:cubicBezTo>
                  <a:cubicBezTo>
                    <a:pt x="147" y="201"/>
                    <a:pt x="163" y="185"/>
                    <a:pt x="163" y="185"/>
                  </a:cubicBezTo>
                  <a:close/>
                  <a:moveTo>
                    <a:pt x="81" y="40"/>
                  </a:moveTo>
                  <a:cubicBezTo>
                    <a:pt x="61" y="40"/>
                    <a:pt x="44" y="55"/>
                    <a:pt x="44" y="73"/>
                  </a:cubicBezTo>
                  <a:cubicBezTo>
                    <a:pt x="44" y="78"/>
                    <a:pt x="40" y="83"/>
                    <a:pt x="34" y="83"/>
                  </a:cubicBezTo>
                  <a:cubicBezTo>
                    <a:pt x="29" y="83"/>
                    <a:pt x="24" y="78"/>
                    <a:pt x="24" y="73"/>
                  </a:cubicBezTo>
                  <a:cubicBezTo>
                    <a:pt x="24" y="44"/>
                    <a:pt x="50" y="20"/>
                    <a:pt x="81" y="20"/>
                  </a:cubicBezTo>
                  <a:cubicBezTo>
                    <a:pt x="87" y="20"/>
                    <a:pt x="91" y="24"/>
                    <a:pt x="91" y="30"/>
                  </a:cubicBezTo>
                  <a:cubicBezTo>
                    <a:pt x="91" y="35"/>
                    <a:pt x="87" y="40"/>
                    <a:pt x="81" y="40"/>
                  </a:cubicBezTo>
                  <a:close/>
                  <a:moveTo>
                    <a:pt x="81" y="40"/>
                  </a:moveTo>
                  <a:cubicBezTo>
                    <a:pt x="81" y="40"/>
                    <a:pt x="81" y="40"/>
                    <a:pt x="81" y="4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4" name="TextBox 80">
            <a:extLst>
              <a:ext uri="{FF2B5EF4-FFF2-40B4-BE49-F238E27FC236}">
                <a16:creationId xmlns:a16="http://schemas.microsoft.com/office/drawing/2014/main" id="{3B916677-7182-F840-A322-BF7E1A582703}"/>
              </a:ext>
            </a:extLst>
          </p:cNvPr>
          <p:cNvSpPr txBox="1"/>
          <p:nvPr/>
        </p:nvSpPr>
        <p:spPr>
          <a:xfrm>
            <a:off x="963086" y="3801940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Box 81">
            <a:extLst>
              <a:ext uri="{FF2B5EF4-FFF2-40B4-BE49-F238E27FC236}">
                <a16:creationId xmlns:a16="http://schemas.microsoft.com/office/drawing/2014/main" id="{9ABC8D04-7CE6-684B-B003-3BE0A3BCE9FB}"/>
              </a:ext>
            </a:extLst>
          </p:cNvPr>
          <p:cNvSpPr txBox="1"/>
          <p:nvPr/>
        </p:nvSpPr>
        <p:spPr>
          <a:xfrm>
            <a:off x="9091566" y="3801940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TextBox 82">
            <a:extLst>
              <a:ext uri="{FF2B5EF4-FFF2-40B4-BE49-F238E27FC236}">
                <a16:creationId xmlns:a16="http://schemas.microsoft.com/office/drawing/2014/main" id="{CFD02C4E-9F09-D84C-A9ED-C7939AC82CBB}"/>
              </a:ext>
            </a:extLst>
          </p:cNvPr>
          <p:cNvSpPr txBox="1"/>
          <p:nvPr/>
        </p:nvSpPr>
        <p:spPr>
          <a:xfrm>
            <a:off x="6386306" y="3801940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Box 83">
            <a:extLst>
              <a:ext uri="{FF2B5EF4-FFF2-40B4-BE49-F238E27FC236}">
                <a16:creationId xmlns:a16="http://schemas.microsoft.com/office/drawing/2014/main" id="{CA552E15-62C3-3642-8514-99FF3C57555D}"/>
              </a:ext>
            </a:extLst>
          </p:cNvPr>
          <p:cNvSpPr txBox="1"/>
          <p:nvPr/>
        </p:nvSpPr>
        <p:spPr>
          <a:xfrm>
            <a:off x="3681046" y="3801940"/>
            <a:ext cx="21506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5467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1219170">
              <a:spcBef>
                <a:spcPct val="20000"/>
              </a:spcBef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此处为具体描述文字。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Footer Text">
            <a:extLst>
              <a:ext uri="{FF2B5EF4-FFF2-40B4-BE49-F238E27FC236}">
                <a16:creationId xmlns:a16="http://schemas.microsoft.com/office/drawing/2014/main" id="{395CCE90-D8FE-4748-9E00-B4FA619A620B}"/>
              </a:ext>
            </a:extLst>
          </p:cNvPr>
          <p:cNvSpPr txBox="1"/>
          <p:nvPr/>
        </p:nvSpPr>
        <p:spPr>
          <a:xfrm>
            <a:off x="922742" y="5593439"/>
            <a:ext cx="1034651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1375467"/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山不在高，有仙则名。水不在深，有龙则灵。斯是陋室，惟吾德馨。苔痕上阶绿，草色入帘青。谈笑有鸿儒，往来无白丁。可以调素琴，阅金经。无丝竹之乱耳，无案牍之劳形。</a:t>
            </a:r>
            <a:endParaRPr lang="en-US" altLang="zh-CN" sz="16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Straight Line buttom">
            <a:extLst>
              <a:ext uri="{FF2B5EF4-FFF2-40B4-BE49-F238E27FC236}">
                <a16:creationId xmlns:a16="http://schemas.microsoft.com/office/drawing/2014/main" id="{E9EC0D40-45A4-7F42-AA3C-D01C6A0EEB57}"/>
              </a:ext>
            </a:extLst>
          </p:cNvPr>
          <p:cNvCxnSpPr/>
          <p:nvPr/>
        </p:nvCxnSpPr>
        <p:spPr>
          <a:xfrm>
            <a:off x="914400" y="5415505"/>
            <a:ext cx="1036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c 86">
            <a:extLst>
              <a:ext uri="{FF2B5EF4-FFF2-40B4-BE49-F238E27FC236}">
                <a16:creationId xmlns:a16="http://schemas.microsoft.com/office/drawing/2014/main" id="{9FD7E0FD-AD1A-2242-A3D8-86D323D1F9BE}"/>
              </a:ext>
            </a:extLst>
          </p:cNvPr>
          <p:cNvSpPr/>
          <p:nvPr/>
        </p:nvSpPr>
        <p:spPr>
          <a:xfrm rot="19051047">
            <a:off x="2437376" y="1724470"/>
            <a:ext cx="2181771" cy="2181771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1" name="Arc 87">
            <a:extLst>
              <a:ext uri="{FF2B5EF4-FFF2-40B4-BE49-F238E27FC236}">
                <a16:creationId xmlns:a16="http://schemas.microsoft.com/office/drawing/2014/main" id="{AA1E31D7-04BA-9D45-BB3D-6C7EF4D63039}"/>
              </a:ext>
            </a:extLst>
          </p:cNvPr>
          <p:cNvSpPr/>
          <p:nvPr/>
        </p:nvSpPr>
        <p:spPr>
          <a:xfrm rot="19051047">
            <a:off x="5077083" y="1724471"/>
            <a:ext cx="2181771" cy="2181771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2" name="Arc 88">
            <a:extLst>
              <a:ext uri="{FF2B5EF4-FFF2-40B4-BE49-F238E27FC236}">
                <a16:creationId xmlns:a16="http://schemas.microsoft.com/office/drawing/2014/main" id="{6B0DFB95-B7D5-C543-9159-05D8E459355A}"/>
              </a:ext>
            </a:extLst>
          </p:cNvPr>
          <p:cNvSpPr/>
          <p:nvPr/>
        </p:nvSpPr>
        <p:spPr>
          <a:xfrm rot="19051047">
            <a:off x="7716788" y="1724471"/>
            <a:ext cx="2181771" cy="2181771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890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34" grpId="0"/>
      <p:bldP spid="35" grpId="0"/>
      <p:bldP spid="36" grpId="0"/>
      <p:bldP spid="37" grpId="0"/>
      <p:bldP spid="38" grpId="0"/>
      <p:bldP spid="40" grpId="0" animBg="1"/>
      <p:bldP spid="41" grpId="0" animBg="1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3CCDE5A-F787-6B4C-8128-F9F282DA757F}"/>
              </a:ext>
            </a:extLst>
          </p:cNvPr>
          <p:cNvSpPr txBox="1">
            <a:spLocks/>
          </p:cNvSpPr>
          <p:nvPr/>
        </p:nvSpPr>
        <p:spPr>
          <a:xfrm>
            <a:off x="871068" y="1900645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377790"/>
                </a:solidFill>
                <a:latin typeface="Arial"/>
              </a:rPr>
              <a:t>01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4C3C002-A1E0-B643-984E-881625B8AF16}"/>
              </a:ext>
            </a:extLst>
          </p:cNvPr>
          <p:cNvSpPr txBox="1">
            <a:spLocks/>
          </p:cNvSpPr>
          <p:nvPr/>
        </p:nvSpPr>
        <p:spPr>
          <a:xfrm>
            <a:off x="4458383" y="1900645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189A80"/>
                </a:solidFill>
                <a:latin typeface="Arial"/>
              </a:rPr>
              <a:t>02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974C7D2-54A4-F34D-80B0-CD635C1770EB}"/>
              </a:ext>
            </a:extLst>
          </p:cNvPr>
          <p:cNvSpPr txBox="1">
            <a:spLocks/>
          </p:cNvSpPr>
          <p:nvPr/>
        </p:nvSpPr>
        <p:spPr>
          <a:xfrm>
            <a:off x="8196003" y="1900645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D24132"/>
                </a:solidFill>
                <a:latin typeface="Arial"/>
              </a:rPr>
              <a:t>03</a:t>
            </a: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CB0A8E46-887C-854E-8FCC-2BE2157391F0}"/>
              </a:ext>
            </a:extLst>
          </p:cNvPr>
          <p:cNvSpPr>
            <a:spLocks noEditPoints="1"/>
          </p:cNvSpPr>
          <p:nvPr/>
        </p:nvSpPr>
        <p:spPr bwMode="auto">
          <a:xfrm>
            <a:off x="4406195" y="2883472"/>
            <a:ext cx="1130300" cy="1039513"/>
          </a:xfrm>
          <a:custGeom>
            <a:avLst/>
            <a:gdLst/>
            <a:ahLst/>
            <a:cxnLst>
              <a:cxn ang="0">
                <a:pos x="102" y="42"/>
              </a:cxn>
              <a:cxn ang="0">
                <a:pos x="102" y="41"/>
              </a:cxn>
              <a:cxn ang="0">
                <a:pos x="102" y="41"/>
              </a:cxn>
              <a:cxn ang="0">
                <a:pos x="102" y="41"/>
              </a:cxn>
              <a:cxn ang="0">
                <a:pos x="86" y="35"/>
              </a:cxn>
              <a:cxn ang="0">
                <a:pos x="100" y="13"/>
              </a:cxn>
              <a:cxn ang="0">
                <a:pos x="99" y="4"/>
              </a:cxn>
              <a:cxn ang="0">
                <a:pos x="97" y="2"/>
              </a:cxn>
              <a:cxn ang="0">
                <a:pos x="88" y="3"/>
              </a:cxn>
              <a:cxn ang="0">
                <a:pos x="57" y="32"/>
              </a:cxn>
              <a:cxn ang="0">
                <a:pos x="51" y="32"/>
              </a:cxn>
              <a:cxn ang="0">
                <a:pos x="0" y="41"/>
              </a:cxn>
              <a:cxn ang="0">
                <a:pos x="0" y="41"/>
              </a:cxn>
              <a:cxn ang="0">
                <a:pos x="0" y="41"/>
              </a:cxn>
              <a:cxn ang="0">
                <a:pos x="0" y="42"/>
              </a:cxn>
              <a:cxn ang="0">
                <a:pos x="0" y="42"/>
              </a:cxn>
              <a:cxn ang="0">
                <a:pos x="0" y="42"/>
              </a:cxn>
              <a:cxn ang="0">
                <a:pos x="51" y="94"/>
              </a:cxn>
              <a:cxn ang="0">
                <a:pos x="102" y="42"/>
              </a:cxn>
              <a:cxn ang="0">
                <a:pos x="102" y="42"/>
              </a:cxn>
              <a:cxn ang="0">
                <a:pos x="102" y="42"/>
              </a:cxn>
              <a:cxn ang="0">
                <a:pos x="85" y="10"/>
              </a:cxn>
              <a:cxn ang="0">
                <a:pos x="88" y="13"/>
              </a:cxn>
              <a:cxn ang="0">
                <a:pos x="85" y="15"/>
              </a:cxn>
              <a:cxn ang="0">
                <a:pos x="83" y="13"/>
              </a:cxn>
              <a:cxn ang="0">
                <a:pos x="85" y="10"/>
              </a:cxn>
              <a:cxn ang="0">
                <a:pos x="79" y="16"/>
              </a:cxn>
              <a:cxn ang="0">
                <a:pos x="81" y="16"/>
              </a:cxn>
              <a:cxn ang="0">
                <a:pos x="81" y="18"/>
              </a:cxn>
              <a:cxn ang="0">
                <a:pos x="60" y="40"/>
              </a:cxn>
              <a:cxn ang="0">
                <a:pos x="58" y="41"/>
              </a:cxn>
              <a:cxn ang="0">
                <a:pos x="57" y="40"/>
              </a:cxn>
              <a:cxn ang="0">
                <a:pos x="57" y="38"/>
              </a:cxn>
              <a:cxn ang="0">
                <a:pos x="79" y="16"/>
              </a:cxn>
              <a:cxn ang="0">
                <a:pos x="51" y="51"/>
              </a:cxn>
              <a:cxn ang="0">
                <a:pos x="9" y="44"/>
              </a:cxn>
              <a:cxn ang="0">
                <a:pos x="51" y="37"/>
              </a:cxn>
              <a:cxn ang="0">
                <a:pos x="52" y="37"/>
              </a:cxn>
              <a:cxn ang="0">
                <a:pos x="42" y="47"/>
              </a:cxn>
              <a:cxn ang="0">
                <a:pos x="79" y="46"/>
              </a:cxn>
              <a:cxn ang="0">
                <a:pos x="83" y="39"/>
              </a:cxn>
              <a:cxn ang="0">
                <a:pos x="93" y="44"/>
              </a:cxn>
              <a:cxn ang="0">
                <a:pos x="51" y="51"/>
              </a:cxn>
              <a:cxn ang="0">
                <a:pos x="51" y="51"/>
              </a:cxn>
              <a:cxn ang="0">
                <a:pos x="51" y="51"/>
              </a:cxn>
            </a:cxnLst>
            <a:rect l="0" t="0" r="r" b="b"/>
            <a:pathLst>
              <a:path w="102" h="94">
                <a:moveTo>
                  <a:pt x="102" y="42"/>
                </a:moveTo>
                <a:cubicBezTo>
                  <a:pt x="102" y="42"/>
                  <a:pt x="102" y="42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1" y="39"/>
                  <a:pt x="95" y="37"/>
                  <a:pt x="86" y="35"/>
                </a:cubicBezTo>
                <a:cubicBezTo>
                  <a:pt x="100" y="13"/>
                  <a:pt x="100" y="13"/>
                  <a:pt x="100" y="13"/>
                </a:cubicBezTo>
                <a:cubicBezTo>
                  <a:pt x="102" y="10"/>
                  <a:pt x="101" y="6"/>
                  <a:pt x="99" y="4"/>
                </a:cubicBezTo>
                <a:cubicBezTo>
                  <a:pt x="97" y="2"/>
                  <a:pt x="97" y="2"/>
                  <a:pt x="97" y="2"/>
                </a:cubicBezTo>
                <a:cubicBezTo>
                  <a:pt x="94" y="0"/>
                  <a:pt x="90" y="1"/>
                  <a:pt x="88" y="3"/>
                </a:cubicBezTo>
                <a:cubicBezTo>
                  <a:pt x="57" y="32"/>
                  <a:pt x="57" y="32"/>
                  <a:pt x="57" y="32"/>
                </a:cubicBezTo>
                <a:cubicBezTo>
                  <a:pt x="55" y="32"/>
                  <a:pt x="53" y="32"/>
                  <a:pt x="51" y="32"/>
                </a:cubicBezTo>
                <a:cubicBezTo>
                  <a:pt x="24" y="32"/>
                  <a:pt x="2" y="36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71"/>
                  <a:pt x="23" y="94"/>
                  <a:pt x="51" y="94"/>
                </a:cubicBezTo>
                <a:cubicBezTo>
                  <a:pt x="79" y="94"/>
                  <a:pt x="102" y="70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lose/>
                <a:moveTo>
                  <a:pt x="85" y="10"/>
                </a:moveTo>
                <a:cubicBezTo>
                  <a:pt x="87" y="10"/>
                  <a:pt x="88" y="11"/>
                  <a:pt x="88" y="13"/>
                </a:cubicBezTo>
                <a:cubicBezTo>
                  <a:pt x="88" y="14"/>
                  <a:pt x="87" y="15"/>
                  <a:pt x="85" y="15"/>
                </a:cubicBezTo>
                <a:cubicBezTo>
                  <a:pt x="84" y="15"/>
                  <a:pt x="83" y="14"/>
                  <a:pt x="83" y="13"/>
                </a:cubicBezTo>
                <a:cubicBezTo>
                  <a:pt x="83" y="11"/>
                  <a:pt x="84" y="10"/>
                  <a:pt x="85" y="10"/>
                </a:cubicBezTo>
                <a:close/>
                <a:moveTo>
                  <a:pt x="79" y="16"/>
                </a:moveTo>
                <a:cubicBezTo>
                  <a:pt x="79" y="15"/>
                  <a:pt x="81" y="15"/>
                  <a:pt x="81" y="16"/>
                </a:cubicBezTo>
                <a:cubicBezTo>
                  <a:pt x="82" y="17"/>
                  <a:pt x="82" y="18"/>
                  <a:pt x="81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59" y="41"/>
                  <a:pt x="59" y="41"/>
                  <a:pt x="58" y="41"/>
                </a:cubicBezTo>
                <a:cubicBezTo>
                  <a:pt x="58" y="41"/>
                  <a:pt x="57" y="41"/>
                  <a:pt x="57" y="40"/>
                </a:cubicBezTo>
                <a:cubicBezTo>
                  <a:pt x="56" y="40"/>
                  <a:pt x="56" y="38"/>
                  <a:pt x="57" y="38"/>
                </a:cubicBezTo>
                <a:lnTo>
                  <a:pt x="79" y="16"/>
                </a:lnTo>
                <a:close/>
                <a:moveTo>
                  <a:pt x="51" y="51"/>
                </a:moveTo>
                <a:cubicBezTo>
                  <a:pt x="28" y="51"/>
                  <a:pt x="9" y="48"/>
                  <a:pt x="9" y="44"/>
                </a:cubicBezTo>
                <a:cubicBezTo>
                  <a:pt x="9" y="40"/>
                  <a:pt x="28" y="37"/>
                  <a:pt x="51" y="37"/>
                </a:cubicBezTo>
                <a:cubicBezTo>
                  <a:pt x="51" y="37"/>
                  <a:pt x="52" y="37"/>
                  <a:pt x="52" y="3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61" y="49"/>
                  <a:pt x="79" y="46"/>
                </a:cubicBezTo>
                <a:cubicBezTo>
                  <a:pt x="83" y="39"/>
                  <a:pt x="83" y="39"/>
                  <a:pt x="83" y="39"/>
                </a:cubicBezTo>
                <a:cubicBezTo>
                  <a:pt x="89" y="41"/>
                  <a:pt x="93" y="42"/>
                  <a:pt x="93" y="44"/>
                </a:cubicBezTo>
                <a:cubicBezTo>
                  <a:pt x="93" y="48"/>
                  <a:pt x="74" y="51"/>
                  <a:pt x="51" y="51"/>
                </a:cubicBezTo>
                <a:close/>
                <a:moveTo>
                  <a:pt x="51" y="51"/>
                </a:moveTo>
                <a:cubicBezTo>
                  <a:pt x="51" y="51"/>
                  <a:pt x="51" y="51"/>
                  <a:pt x="51" y="51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CE7C0D11-1978-9D42-9662-1FA37C69D9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68621" y="2960282"/>
            <a:ext cx="1030817" cy="1030817"/>
            <a:chOff x="2761" y="1501"/>
            <a:chExt cx="487" cy="487"/>
          </a:xfrm>
          <a:solidFill>
            <a:schemeClr val="accent1"/>
          </a:solidFill>
        </p:grpSpPr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F4D3CFAC-4182-E747-B7DC-5068B0B0AA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1" y="1549"/>
              <a:ext cx="487" cy="439"/>
            </a:xfrm>
            <a:custGeom>
              <a:avLst/>
              <a:gdLst/>
              <a:ahLst/>
              <a:cxnLst>
                <a:cxn ang="0">
                  <a:pos x="64" y="30"/>
                </a:cxn>
                <a:cxn ang="0">
                  <a:pos x="76" y="36"/>
                </a:cxn>
                <a:cxn ang="0">
                  <a:pos x="93" y="41"/>
                </a:cxn>
                <a:cxn ang="0">
                  <a:pos x="102" y="40"/>
                </a:cxn>
                <a:cxn ang="0">
                  <a:pos x="102" y="4"/>
                </a:cxn>
                <a:cxn ang="0">
                  <a:pos x="97" y="0"/>
                </a:cxn>
                <a:cxn ang="0">
                  <a:pos x="85" y="0"/>
                </a:cxn>
                <a:cxn ang="0">
                  <a:pos x="80" y="4"/>
                </a:cxn>
                <a:cxn ang="0">
                  <a:pos x="80" y="10"/>
                </a:cxn>
                <a:cxn ang="0">
                  <a:pos x="76" y="14"/>
                </a:cxn>
                <a:cxn ang="0">
                  <a:pos x="26" y="14"/>
                </a:cxn>
                <a:cxn ang="0">
                  <a:pos x="22" y="10"/>
                </a:cxn>
                <a:cxn ang="0">
                  <a:pos x="22" y="4"/>
                </a:cxn>
                <a:cxn ang="0">
                  <a:pos x="17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5"/>
                </a:cxn>
                <a:cxn ang="0">
                  <a:pos x="6" y="70"/>
                </a:cxn>
                <a:cxn ang="0">
                  <a:pos x="8" y="67"/>
                </a:cxn>
                <a:cxn ang="0">
                  <a:pos x="17" y="52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20" y="41"/>
                </a:cxn>
                <a:cxn ang="0">
                  <a:pos x="35" y="41"/>
                </a:cxn>
                <a:cxn ang="0">
                  <a:pos x="38" y="46"/>
                </a:cxn>
                <a:cxn ang="0">
                  <a:pos x="45" y="53"/>
                </a:cxn>
                <a:cxn ang="0">
                  <a:pos x="49" y="56"/>
                </a:cxn>
                <a:cxn ang="0">
                  <a:pos x="49" y="72"/>
                </a:cxn>
                <a:cxn ang="0">
                  <a:pos x="36" y="74"/>
                </a:cxn>
                <a:cxn ang="0">
                  <a:pos x="19" y="80"/>
                </a:cxn>
                <a:cxn ang="0">
                  <a:pos x="6" y="92"/>
                </a:cxn>
                <a:cxn ang="0">
                  <a:pos x="97" y="92"/>
                </a:cxn>
                <a:cxn ang="0">
                  <a:pos x="102" y="87"/>
                </a:cxn>
                <a:cxn ang="0">
                  <a:pos x="102" y="57"/>
                </a:cxn>
                <a:cxn ang="0">
                  <a:pos x="98" y="57"/>
                </a:cxn>
                <a:cxn ang="0">
                  <a:pos x="94" y="58"/>
                </a:cxn>
                <a:cxn ang="0">
                  <a:pos x="78" y="65"/>
                </a:cxn>
                <a:cxn ang="0">
                  <a:pos x="78" y="67"/>
                </a:cxn>
                <a:cxn ang="0">
                  <a:pos x="77" y="67"/>
                </a:cxn>
                <a:cxn ang="0">
                  <a:pos x="77" y="67"/>
                </a:cxn>
                <a:cxn ang="0">
                  <a:pos x="69" y="72"/>
                </a:cxn>
                <a:cxn ang="0">
                  <a:pos x="57" y="63"/>
                </a:cxn>
                <a:cxn ang="0">
                  <a:pos x="58" y="57"/>
                </a:cxn>
                <a:cxn ang="0">
                  <a:pos x="56" y="47"/>
                </a:cxn>
                <a:cxn ang="0">
                  <a:pos x="55" y="42"/>
                </a:cxn>
                <a:cxn ang="0">
                  <a:pos x="64" y="30"/>
                </a:cxn>
                <a:cxn ang="0">
                  <a:pos x="48" y="46"/>
                </a:cxn>
                <a:cxn ang="0">
                  <a:pos x="39" y="39"/>
                </a:cxn>
                <a:cxn ang="0">
                  <a:pos x="49" y="31"/>
                </a:cxn>
                <a:cxn ang="0">
                  <a:pos x="48" y="46"/>
                </a:cxn>
                <a:cxn ang="0">
                  <a:pos x="48" y="46"/>
                </a:cxn>
                <a:cxn ang="0">
                  <a:pos x="48" y="46"/>
                </a:cxn>
              </a:cxnLst>
              <a:rect l="0" t="0" r="r" b="b"/>
              <a:pathLst>
                <a:path w="102" h="92">
                  <a:moveTo>
                    <a:pt x="64" y="30"/>
                  </a:moveTo>
                  <a:cubicBezTo>
                    <a:pt x="69" y="30"/>
                    <a:pt x="74" y="32"/>
                    <a:pt x="76" y="36"/>
                  </a:cubicBezTo>
                  <a:cubicBezTo>
                    <a:pt x="76" y="38"/>
                    <a:pt x="80" y="42"/>
                    <a:pt x="93" y="41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2"/>
                    <a:pt x="100" y="0"/>
                    <a:pt x="9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2" y="0"/>
                    <a:pt x="80" y="2"/>
                    <a:pt x="80" y="4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2"/>
                    <a:pt x="78" y="14"/>
                    <a:pt x="7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4" y="14"/>
                    <a:pt x="22" y="12"/>
                    <a:pt x="22" y="1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69"/>
                    <a:pt x="8" y="67"/>
                  </a:cubicBezTo>
                  <a:cubicBezTo>
                    <a:pt x="16" y="59"/>
                    <a:pt x="17" y="54"/>
                    <a:pt x="17" y="52"/>
                  </a:cubicBezTo>
                  <a:cubicBezTo>
                    <a:pt x="17" y="51"/>
                    <a:pt x="16" y="51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47"/>
                    <a:pt x="17" y="43"/>
                    <a:pt x="20" y="41"/>
                  </a:cubicBezTo>
                  <a:cubicBezTo>
                    <a:pt x="24" y="36"/>
                    <a:pt x="31" y="37"/>
                    <a:pt x="35" y="41"/>
                  </a:cubicBezTo>
                  <a:cubicBezTo>
                    <a:pt x="37" y="43"/>
                    <a:pt x="38" y="44"/>
                    <a:pt x="38" y="46"/>
                  </a:cubicBezTo>
                  <a:cubicBezTo>
                    <a:pt x="39" y="48"/>
                    <a:pt x="40" y="51"/>
                    <a:pt x="45" y="53"/>
                  </a:cubicBezTo>
                  <a:cubicBezTo>
                    <a:pt x="46" y="54"/>
                    <a:pt x="48" y="55"/>
                    <a:pt x="49" y="56"/>
                  </a:cubicBezTo>
                  <a:cubicBezTo>
                    <a:pt x="54" y="61"/>
                    <a:pt x="53" y="68"/>
                    <a:pt x="49" y="72"/>
                  </a:cubicBezTo>
                  <a:cubicBezTo>
                    <a:pt x="45" y="75"/>
                    <a:pt x="40" y="76"/>
                    <a:pt x="36" y="74"/>
                  </a:cubicBezTo>
                  <a:cubicBezTo>
                    <a:pt x="35" y="73"/>
                    <a:pt x="29" y="72"/>
                    <a:pt x="19" y="80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100" y="92"/>
                    <a:pt x="102" y="90"/>
                    <a:pt x="102" y="8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98" y="57"/>
                    <a:pt x="98" y="57"/>
                    <a:pt x="98" y="57"/>
                  </a:cubicBezTo>
                  <a:cubicBezTo>
                    <a:pt x="98" y="57"/>
                    <a:pt x="97" y="58"/>
                    <a:pt x="94" y="58"/>
                  </a:cubicBezTo>
                  <a:cubicBezTo>
                    <a:pt x="83" y="60"/>
                    <a:pt x="79" y="63"/>
                    <a:pt x="78" y="65"/>
                  </a:cubicBezTo>
                  <a:cubicBezTo>
                    <a:pt x="78" y="66"/>
                    <a:pt x="78" y="66"/>
                    <a:pt x="78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6" y="70"/>
                    <a:pt x="73" y="72"/>
                    <a:pt x="69" y="72"/>
                  </a:cubicBezTo>
                  <a:cubicBezTo>
                    <a:pt x="63" y="73"/>
                    <a:pt x="57" y="69"/>
                    <a:pt x="57" y="63"/>
                  </a:cubicBezTo>
                  <a:cubicBezTo>
                    <a:pt x="56" y="61"/>
                    <a:pt x="57" y="59"/>
                    <a:pt x="58" y="57"/>
                  </a:cubicBezTo>
                  <a:cubicBezTo>
                    <a:pt x="58" y="55"/>
                    <a:pt x="59" y="52"/>
                    <a:pt x="56" y="47"/>
                  </a:cubicBezTo>
                  <a:cubicBezTo>
                    <a:pt x="55" y="46"/>
                    <a:pt x="55" y="44"/>
                    <a:pt x="55" y="42"/>
                  </a:cubicBezTo>
                  <a:cubicBezTo>
                    <a:pt x="54" y="36"/>
                    <a:pt x="58" y="31"/>
                    <a:pt x="64" y="30"/>
                  </a:cubicBezTo>
                  <a:close/>
                  <a:moveTo>
                    <a:pt x="48" y="46"/>
                  </a:moveTo>
                  <a:cubicBezTo>
                    <a:pt x="45" y="47"/>
                    <a:pt x="39" y="39"/>
                    <a:pt x="39" y="39"/>
                  </a:cubicBezTo>
                  <a:cubicBezTo>
                    <a:pt x="35" y="34"/>
                    <a:pt x="47" y="30"/>
                    <a:pt x="49" y="31"/>
                  </a:cubicBezTo>
                  <a:cubicBezTo>
                    <a:pt x="51" y="33"/>
                    <a:pt x="51" y="46"/>
                    <a:pt x="48" y="46"/>
                  </a:cubicBezTo>
                  <a:close/>
                  <a:moveTo>
                    <a:pt x="48" y="46"/>
                  </a:moveTo>
                  <a:cubicBezTo>
                    <a:pt x="48" y="46"/>
                    <a:pt x="48" y="46"/>
                    <a:pt x="48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D6798DAC-8852-B747-8048-AE683DB0D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0" y="1501"/>
              <a:ext cx="229" cy="91"/>
            </a:xfrm>
            <a:custGeom>
              <a:avLst/>
              <a:gdLst/>
              <a:ahLst/>
              <a:cxnLst>
                <a:cxn ang="0">
                  <a:pos x="48" y="4"/>
                </a:cxn>
                <a:cxn ang="0">
                  <a:pos x="4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15"/>
                </a:cxn>
                <a:cxn ang="0">
                  <a:pos x="4" y="19"/>
                </a:cxn>
                <a:cxn ang="0">
                  <a:pos x="44" y="19"/>
                </a:cxn>
                <a:cxn ang="0">
                  <a:pos x="48" y="15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4"/>
                </a:cxn>
              </a:cxnLst>
              <a:rect l="0" t="0" r="r" b="b"/>
              <a:pathLst>
                <a:path w="48" h="19">
                  <a:moveTo>
                    <a:pt x="48" y="4"/>
                  </a:moveTo>
                  <a:cubicBezTo>
                    <a:pt x="48" y="2"/>
                    <a:pt x="46" y="0"/>
                    <a:pt x="4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2" y="19"/>
                    <a:pt x="4" y="19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6" y="19"/>
                    <a:pt x="48" y="17"/>
                    <a:pt x="48" y="15"/>
                  </a:cubicBezTo>
                  <a:lnTo>
                    <a:pt x="48" y="4"/>
                  </a:lnTo>
                  <a:close/>
                  <a:moveTo>
                    <a:pt x="48" y="4"/>
                  </a:moveTo>
                  <a:cubicBezTo>
                    <a:pt x="48" y="4"/>
                    <a:pt x="48" y="4"/>
                    <a:pt x="48" y="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2" name="Group 19">
            <a:extLst>
              <a:ext uri="{FF2B5EF4-FFF2-40B4-BE49-F238E27FC236}">
                <a16:creationId xmlns:a16="http://schemas.microsoft.com/office/drawing/2014/main" id="{59BA1BED-352F-594F-9A67-09EFC5F911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69852" y="3050585"/>
            <a:ext cx="990531" cy="985027"/>
            <a:chOff x="3008" y="1466"/>
            <a:chExt cx="540" cy="537"/>
          </a:xfrm>
          <a:solidFill>
            <a:schemeClr val="accent4"/>
          </a:solidFill>
        </p:grpSpPr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EB1BCCF1-61ED-1444-888A-3CB277E97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94"/>
              <a:ext cx="340" cy="310"/>
            </a:xfrm>
            <a:custGeom>
              <a:avLst/>
              <a:gdLst/>
              <a:ahLst/>
              <a:cxnLst>
                <a:cxn ang="0">
                  <a:pos x="274" y="68"/>
                </a:cxn>
                <a:cxn ang="0">
                  <a:pos x="73" y="40"/>
                </a:cxn>
                <a:cxn ang="0">
                  <a:pos x="0" y="0"/>
                </a:cxn>
                <a:cxn ang="0">
                  <a:pos x="0" y="240"/>
                </a:cxn>
                <a:cxn ang="0">
                  <a:pos x="14" y="223"/>
                </a:cxn>
                <a:cxn ang="0">
                  <a:pos x="66" y="208"/>
                </a:cxn>
                <a:cxn ang="0">
                  <a:pos x="81" y="209"/>
                </a:cxn>
                <a:cxn ang="0">
                  <a:pos x="96" y="209"/>
                </a:cxn>
                <a:cxn ang="0">
                  <a:pos x="112" y="208"/>
                </a:cxn>
                <a:cxn ang="0">
                  <a:pos x="116" y="208"/>
                </a:cxn>
                <a:cxn ang="0">
                  <a:pos x="145" y="227"/>
                </a:cxn>
                <a:cxn ang="0">
                  <a:pos x="161" y="255"/>
                </a:cxn>
                <a:cxn ang="0">
                  <a:pos x="181" y="302"/>
                </a:cxn>
                <a:cxn ang="0">
                  <a:pos x="155" y="362"/>
                </a:cxn>
                <a:cxn ang="0">
                  <a:pos x="154" y="363"/>
                </a:cxn>
                <a:cxn ang="0">
                  <a:pos x="153" y="364"/>
                </a:cxn>
                <a:cxn ang="0">
                  <a:pos x="154" y="363"/>
                </a:cxn>
                <a:cxn ang="0">
                  <a:pos x="167" y="362"/>
                </a:cxn>
                <a:cxn ang="0">
                  <a:pos x="219" y="388"/>
                </a:cxn>
                <a:cxn ang="0">
                  <a:pos x="237" y="430"/>
                </a:cxn>
                <a:cxn ang="0">
                  <a:pos x="248" y="459"/>
                </a:cxn>
                <a:cxn ang="0">
                  <a:pos x="240" y="497"/>
                </a:cxn>
                <a:cxn ang="0">
                  <a:pos x="239" y="498"/>
                </a:cxn>
                <a:cxn ang="0">
                  <a:pos x="274" y="499"/>
                </a:cxn>
                <a:cxn ang="0">
                  <a:pos x="547" y="407"/>
                </a:cxn>
                <a:cxn ang="0">
                  <a:pos x="547" y="343"/>
                </a:cxn>
                <a:cxn ang="0">
                  <a:pos x="311" y="416"/>
                </a:cxn>
                <a:cxn ang="0">
                  <a:pos x="283" y="389"/>
                </a:cxn>
                <a:cxn ang="0">
                  <a:pos x="283" y="174"/>
                </a:cxn>
                <a:cxn ang="0">
                  <a:pos x="309" y="147"/>
                </a:cxn>
                <a:cxn ang="0">
                  <a:pos x="547" y="83"/>
                </a:cxn>
                <a:cxn ang="0">
                  <a:pos x="547" y="0"/>
                </a:cxn>
                <a:cxn ang="0">
                  <a:pos x="474" y="40"/>
                </a:cxn>
                <a:cxn ang="0">
                  <a:pos x="274" y="68"/>
                </a:cxn>
                <a:cxn ang="0">
                  <a:pos x="274" y="68"/>
                </a:cxn>
                <a:cxn ang="0">
                  <a:pos x="274" y="68"/>
                </a:cxn>
              </a:cxnLst>
              <a:rect l="0" t="0" r="r" b="b"/>
              <a:pathLst>
                <a:path w="547" h="499">
                  <a:moveTo>
                    <a:pt x="274" y="68"/>
                  </a:moveTo>
                  <a:cubicBezTo>
                    <a:pt x="198" y="68"/>
                    <a:pt x="127" y="58"/>
                    <a:pt x="73" y="40"/>
                  </a:cubicBezTo>
                  <a:cubicBezTo>
                    <a:pt x="37" y="28"/>
                    <a:pt x="14" y="14"/>
                    <a:pt x="0" y="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4" y="234"/>
                    <a:pt x="8" y="228"/>
                    <a:pt x="14" y="223"/>
                  </a:cubicBezTo>
                  <a:cubicBezTo>
                    <a:pt x="30" y="210"/>
                    <a:pt x="49" y="208"/>
                    <a:pt x="66" y="208"/>
                  </a:cubicBezTo>
                  <a:cubicBezTo>
                    <a:pt x="71" y="208"/>
                    <a:pt x="76" y="209"/>
                    <a:pt x="81" y="209"/>
                  </a:cubicBezTo>
                  <a:cubicBezTo>
                    <a:pt x="86" y="209"/>
                    <a:pt x="91" y="209"/>
                    <a:pt x="96" y="209"/>
                  </a:cubicBezTo>
                  <a:cubicBezTo>
                    <a:pt x="102" y="209"/>
                    <a:pt x="107" y="209"/>
                    <a:pt x="112" y="208"/>
                  </a:cubicBezTo>
                  <a:cubicBezTo>
                    <a:pt x="114" y="208"/>
                    <a:pt x="115" y="208"/>
                    <a:pt x="116" y="208"/>
                  </a:cubicBezTo>
                  <a:cubicBezTo>
                    <a:pt x="129" y="208"/>
                    <a:pt x="141" y="216"/>
                    <a:pt x="145" y="227"/>
                  </a:cubicBezTo>
                  <a:cubicBezTo>
                    <a:pt x="149" y="237"/>
                    <a:pt x="155" y="246"/>
                    <a:pt x="161" y="255"/>
                  </a:cubicBezTo>
                  <a:cubicBezTo>
                    <a:pt x="170" y="269"/>
                    <a:pt x="179" y="284"/>
                    <a:pt x="181" y="302"/>
                  </a:cubicBezTo>
                  <a:cubicBezTo>
                    <a:pt x="184" y="324"/>
                    <a:pt x="175" y="344"/>
                    <a:pt x="155" y="362"/>
                  </a:cubicBezTo>
                  <a:cubicBezTo>
                    <a:pt x="155" y="362"/>
                    <a:pt x="154" y="362"/>
                    <a:pt x="154" y="363"/>
                  </a:cubicBezTo>
                  <a:cubicBezTo>
                    <a:pt x="153" y="363"/>
                    <a:pt x="153" y="363"/>
                    <a:pt x="153" y="364"/>
                  </a:cubicBezTo>
                  <a:cubicBezTo>
                    <a:pt x="153" y="364"/>
                    <a:pt x="153" y="363"/>
                    <a:pt x="154" y="363"/>
                  </a:cubicBezTo>
                  <a:cubicBezTo>
                    <a:pt x="158" y="363"/>
                    <a:pt x="163" y="362"/>
                    <a:pt x="167" y="362"/>
                  </a:cubicBezTo>
                  <a:cubicBezTo>
                    <a:pt x="190" y="362"/>
                    <a:pt x="207" y="371"/>
                    <a:pt x="219" y="388"/>
                  </a:cubicBezTo>
                  <a:cubicBezTo>
                    <a:pt x="228" y="400"/>
                    <a:pt x="233" y="415"/>
                    <a:pt x="237" y="430"/>
                  </a:cubicBezTo>
                  <a:cubicBezTo>
                    <a:pt x="241" y="441"/>
                    <a:pt x="244" y="451"/>
                    <a:pt x="248" y="459"/>
                  </a:cubicBezTo>
                  <a:cubicBezTo>
                    <a:pt x="254" y="472"/>
                    <a:pt x="251" y="488"/>
                    <a:pt x="240" y="497"/>
                  </a:cubicBezTo>
                  <a:cubicBezTo>
                    <a:pt x="240" y="498"/>
                    <a:pt x="240" y="498"/>
                    <a:pt x="239" y="498"/>
                  </a:cubicBezTo>
                  <a:cubicBezTo>
                    <a:pt x="251" y="499"/>
                    <a:pt x="262" y="499"/>
                    <a:pt x="274" y="499"/>
                  </a:cubicBezTo>
                  <a:cubicBezTo>
                    <a:pt x="425" y="499"/>
                    <a:pt x="547" y="458"/>
                    <a:pt x="547" y="407"/>
                  </a:cubicBezTo>
                  <a:cubicBezTo>
                    <a:pt x="547" y="343"/>
                    <a:pt x="547" y="343"/>
                    <a:pt x="547" y="343"/>
                  </a:cubicBezTo>
                  <a:cubicBezTo>
                    <a:pt x="496" y="406"/>
                    <a:pt x="367" y="415"/>
                    <a:pt x="311" y="416"/>
                  </a:cubicBezTo>
                  <a:cubicBezTo>
                    <a:pt x="296" y="416"/>
                    <a:pt x="283" y="404"/>
                    <a:pt x="283" y="389"/>
                  </a:cubicBezTo>
                  <a:cubicBezTo>
                    <a:pt x="283" y="174"/>
                    <a:pt x="283" y="174"/>
                    <a:pt x="283" y="174"/>
                  </a:cubicBezTo>
                  <a:cubicBezTo>
                    <a:pt x="283" y="160"/>
                    <a:pt x="295" y="148"/>
                    <a:pt x="309" y="147"/>
                  </a:cubicBezTo>
                  <a:cubicBezTo>
                    <a:pt x="367" y="144"/>
                    <a:pt x="505" y="131"/>
                    <a:pt x="547" y="83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3" y="14"/>
                    <a:pt x="510" y="28"/>
                    <a:pt x="474" y="40"/>
                  </a:cubicBezTo>
                  <a:cubicBezTo>
                    <a:pt x="420" y="58"/>
                    <a:pt x="349" y="68"/>
                    <a:pt x="274" y="68"/>
                  </a:cubicBezTo>
                  <a:close/>
                  <a:moveTo>
                    <a:pt x="274" y="68"/>
                  </a:moveTo>
                  <a:cubicBezTo>
                    <a:pt x="274" y="68"/>
                    <a:pt x="274" y="68"/>
                    <a:pt x="274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747DCB59-A2DA-8F43-9C18-3F69CE1B3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466"/>
              <a:ext cx="335" cy="103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0" y="77"/>
                </a:cxn>
                <a:cxn ang="0">
                  <a:pos x="74" y="137"/>
                </a:cxn>
                <a:cxn ang="0">
                  <a:pos x="206" y="165"/>
                </a:cxn>
                <a:cxn ang="0">
                  <a:pos x="269" y="167"/>
                </a:cxn>
                <a:cxn ang="0">
                  <a:pos x="333" y="165"/>
                </a:cxn>
                <a:cxn ang="0">
                  <a:pos x="465" y="137"/>
                </a:cxn>
                <a:cxn ang="0">
                  <a:pos x="539" y="77"/>
                </a:cxn>
                <a:cxn ang="0">
                  <a:pos x="270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539" h="167">
                  <a:moveTo>
                    <a:pt x="270" y="0"/>
                  </a:moveTo>
                  <a:cubicBezTo>
                    <a:pt x="133" y="0"/>
                    <a:pt x="20" y="34"/>
                    <a:pt x="0" y="77"/>
                  </a:cubicBezTo>
                  <a:cubicBezTo>
                    <a:pt x="2" y="98"/>
                    <a:pt x="30" y="120"/>
                    <a:pt x="74" y="137"/>
                  </a:cubicBezTo>
                  <a:cubicBezTo>
                    <a:pt x="111" y="151"/>
                    <a:pt x="157" y="160"/>
                    <a:pt x="206" y="165"/>
                  </a:cubicBezTo>
                  <a:cubicBezTo>
                    <a:pt x="227" y="166"/>
                    <a:pt x="248" y="167"/>
                    <a:pt x="269" y="167"/>
                  </a:cubicBezTo>
                  <a:cubicBezTo>
                    <a:pt x="291" y="167"/>
                    <a:pt x="312" y="166"/>
                    <a:pt x="333" y="165"/>
                  </a:cubicBezTo>
                  <a:cubicBezTo>
                    <a:pt x="382" y="160"/>
                    <a:pt x="428" y="151"/>
                    <a:pt x="465" y="137"/>
                  </a:cubicBezTo>
                  <a:cubicBezTo>
                    <a:pt x="509" y="120"/>
                    <a:pt x="537" y="98"/>
                    <a:pt x="539" y="77"/>
                  </a:cubicBezTo>
                  <a:cubicBezTo>
                    <a:pt x="519" y="34"/>
                    <a:pt x="406" y="0"/>
                    <a:pt x="270" y="0"/>
                  </a:cubicBezTo>
                  <a:close/>
                  <a:moveTo>
                    <a:pt x="270" y="0"/>
                  </a:moveTo>
                  <a:cubicBezTo>
                    <a:pt x="270" y="0"/>
                    <a:pt x="270" y="0"/>
                    <a:pt x="27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E2AE086D-1896-5B4C-AA7F-89FB74CB0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38"/>
              <a:ext cx="340" cy="84"/>
            </a:xfrm>
            <a:custGeom>
              <a:avLst/>
              <a:gdLst/>
              <a:ahLst/>
              <a:cxnLst>
                <a:cxn ang="0">
                  <a:pos x="476" y="42"/>
                </a:cxn>
                <a:cxn ang="0">
                  <a:pos x="456" y="49"/>
                </a:cxn>
                <a:cxn ang="0">
                  <a:pos x="274" y="74"/>
                </a:cxn>
                <a:cxn ang="0">
                  <a:pos x="91" y="49"/>
                </a:cxn>
                <a:cxn ang="0">
                  <a:pos x="71" y="42"/>
                </a:cxn>
                <a:cxn ang="0">
                  <a:pos x="0" y="0"/>
                </a:cxn>
                <a:cxn ang="0">
                  <a:pos x="0" y="45"/>
                </a:cxn>
                <a:cxn ang="0">
                  <a:pos x="0" y="49"/>
                </a:cxn>
                <a:cxn ang="0">
                  <a:pos x="274" y="136"/>
                </a:cxn>
                <a:cxn ang="0">
                  <a:pos x="547" y="49"/>
                </a:cxn>
                <a:cxn ang="0">
                  <a:pos x="547" y="45"/>
                </a:cxn>
                <a:cxn ang="0">
                  <a:pos x="547" y="0"/>
                </a:cxn>
                <a:cxn ang="0">
                  <a:pos x="476" y="42"/>
                </a:cxn>
                <a:cxn ang="0">
                  <a:pos x="476" y="42"/>
                </a:cxn>
                <a:cxn ang="0">
                  <a:pos x="476" y="42"/>
                </a:cxn>
              </a:cxnLst>
              <a:rect l="0" t="0" r="r" b="b"/>
              <a:pathLst>
                <a:path w="547" h="136">
                  <a:moveTo>
                    <a:pt x="476" y="42"/>
                  </a:moveTo>
                  <a:cubicBezTo>
                    <a:pt x="470" y="44"/>
                    <a:pt x="463" y="47"/>
                    <a:pt x="456" y="49"/>
                  </a:cubicBezTo>
                  <a:cubicBezTo>
                    <a:pt x="405" y="65"/>
                    <a:pt x="341" y="74"/>
                    <a:pt x="274" y="74"/>
                  </a:cubicBezTo>
                  <a:cubicBezTo>
                    <a:pt x="207" y="74"/>
                    <a:pt x="142" y="65"/>
                    <a:pt x="91" y="49"/>
                  </a:cubicBezTo>
                  <a:cubicBezTo>
                    <a:pt x="84" y="47"/>
                    <a:pt x="77" y="44"/>
                    <a:pt x="71" y="42"/>
                  </a:cubicBezTo>
                  <a:cubicBezTo>
                    <a:pt x="39" y="30"/>
                    <a:pt x="15" y="16"/>
                    <a:pt x="0" y="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6" y="98"/>
                    <a:pt x="126" y="136"/>
                    <a:pt x="274" y="136"/>
                  </a:cubicBezTo>
                  <a:cubicBezTo>
                    <a:pt x="421" y="136"/>
                    <a:pt x="541" y="97"/>
                    <a:pt x="547" y="49"/>
                  </a:cubicBezTo>
                  <a:cubicBezTo>
                    <a:pt x="547" y="47"/>
                    <a:pt x="547" y="46"/>
                    <a:pt x="547" y="45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2" y="16"/>
                    <a:pt x="508" y="30"/>
                    <a:pt x="476" y="42"/>
                  </a:cubicBezTo>
                  <a:close/>
                  <a:moveTo>
                    <a:pt x="476" y="42"/>
                  </a:moveTo>
                  <a:cubicBezTo>
                    <a:pt x="476" y="42"/>
                    <a:pt x="476" y="42"/>
                    <a:pt x="476" y="4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BE98E8F-E3F4-8C48-A46C-2C1BAED91E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5" y="1705"/>
              <a:ext cx="31" cy="31"/>
            </a:xfrm>
            <a:custGeom>
              <a:avLst/>
              <a:gdLst/>
              <a:ahLst/>
              <a:cxnLst>
                <a:cxn ang="0">
                  <a:pos x="15" y="44"/>
                </a:cxn>
                <a:cxn ang="0">
                  <a:pos x="45" y="35"/>
                </a:cxn>
                <a:cxn ang="0">
                  <a:pos x="35" y="5"/>
                </a:cxn>
                <a:cxn ang="0">
                  <a:pos x="6" y="15"/>
                </a:cxn>
                <a:cxn ang="0">
                  <a:pos x="15" y="44"/>
                </a:cxn>
                <a:cxn ang="0">
                  <a:pos x="15" y="44"/>
                </a:cxn>
                <a:cxn ang="0">
                  <a:pos x="15" y="44"/>
                </a:cxn>
              </a:cxnLst>
              <a:rect l="0" t="0" r="r" b="b"/>
              <a:pathLst>
                <a:path w="50" h="50">
                  <a:moveTo>
                    <a:pt x="15" y="44"/>
                  </a:moveTo>
                  <a:cubicBezTo>
                    <a:pt x="26" y="50"/>
                    <a:pt x="39" y="45"/>
                    <a:pt x="45" y="35"/>
                  </a:cubicBezTo>
                  <a:cubicBezTo>
                    <a:pt x="50" y="24"/>
                    <a:pt x="46" y="11"/>
                    <a:pt x="35" y="5"/>
                  </a:cubicBezTo>
                  <a:cubicBezTo>
                    <a:pt x="24" y="0"/>
                    <a:pt x="11" y="4"/>
                    <a:pt x="6" y="15"/>
                  </a:cubicBezTo>
                  <a:cubicBezTo>
                    <a:pt x="0" y="25"/>
                    <a:pt x="5" y="39"/>
                    <a:pt x="15" y="44"/>
                  </a:cubicBezTo>
                  <a:close/>
                  <a:moveTo>
                    <a:pt x="15" y="44"/>
                  </a:moveTo>
                  <a:cubicBezTo>
                    <a:pt x="15" y="44"/>
                    <a:pt x="15" y="44"/>
                    <a:pt x="1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2F187195-1923-1C49-8350-D4A2E547D6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8" y="1662"/>
              <a:ext cx="75" cy="72"/>
            </a:xfrm>
            <a:custGeom>
              <a:avLst/>
              <a:gdLst/>
              <a:ahLst/>
              <a:cxnLst>
                <a:cxn ang="0">
                  <a:pos x="45" y="115"/>
                </a:cxn>
                <a:cxn ang="0">
                  <a:pos x="110" y="100"/>
                </a:cxn>
                <a:cxn ang="0">
                  <a:pos x="113" y="96"/>
                </a:cxn>
                <a:cxn ang="0">
                  <a:pos x="109" y="86"/>
                </a:cxn>
                <a:cxn ang="0">
                  <a:pos x="59" y="67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111" y="78"/>
                </a:cxn>
                <a:cxn ang="0">
                  <a:pos x="120" y="72"/>
                </a:cxn>
                <a:cxn ang="0">
                  <a:pos x="120" y="67"/>
                </a:cxn>
                <a:cxn ang="0">
                  <a:pos x="74" y="18"/>
                </a:cxn>
                <a:cxn ang="0">
                  <a:pos x="21" y="29"/>
                </a:cxn>
                <a:cxn ang="0">
                  <a:pos x="3" y="46"/>
                </a:cxn>
                <a:cxn ang="0">
                  <a:pos x="1" y="49"/>
                </a:cxn>
                <a:cxn ang="0">
                  <a:pos x="1" y="53"/>
                </a:cxn>
                <a:cxn ang="0">
                  <a:pos x="7" y="76"/>
                </a:cxn>
                <a:cxn ang="0">
                  <a:pos x="45" y="115"/>
                </a:cxn>
                <a:cxn ang="0">
                  <a:pos x="45" y="115"/>
                </a:cxn>
                <a:cxn ang="0">
                  <a:pos x="45" y="115"/>
                </a:cxn>
              </a:cxnLst>
              <a:rect l="0" t="0" r="r" b="b"/>
              <a:pathLst>
                <a:path w="121" h="116">
                  <a:moveTo>
                    <a:pt x="45" y="115"/>
                  </a:moveTo>
                  <a:cubicBezTo>
                    <a:pt x="54" y="115"/>
                    <a:pt x="93" y="110"/>
                    <a:pt x="110" y="100"/>
                  </a:cubicBezTo>
                  <a:cubicBezTo>
                    <a:pt x="112" y="99"/>
                    <a:pt x="113" y="98"/>
                    <a:pt x="113" y="96"/>
                  </a:cubicBezTo>
                  <a:cubicBezTo>
                    <a:pt x="115" y="92"/>
                    <a:pt x="113" y="88"/>
                    <a:pt x="109" y="86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7"/>
                    <a:pt x="58" y="67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5" y="78"/>
                    <a:pt x="119" y="76"/>
                    <a:pt x="120" y="72"/>
                  </a:cubicBezTo>
                  <a:cubicBezTo>
                    <a:pt x="121" y="71"/>
                    <a:pt x="121" y="69"/>
                    <a:pt x="120" y="67"/>
                  </a:cubicBezTo>
                  <a:cubicBezTo>
                    <a:pt x="112" y="49"/>
                    <a:pt x="82" y="23"/>
                    <a:pt x="74" y="18"/>
                  </a:cubicBezTo>
                  <a:cubicBezTo>
                    <a:pt x="50" y="0"/>
                    <a:pt x="36" y="14"/>
                    <a:pt x="21" y="29"/>
                  </a:cubicBezTo>
                  <a:cubicBezTo>
                    <a:pt x="16" y="35"/>
                    <a:pt x="10" y="41"/>
                    <a:pt x="3" y="46"/>
                  </a:cubicBezTo>
                  <a:cubicBezTo>
                    <a:pt x="2" y="46"/>
                    <a:pt x="1" y="47"/>
                    <a:pt x="1" y="49"/>
                  </a:cubicBezTo>
                  <a:cubicBezTo>
                    <a:pt x="0" y="50"/>
                    <a:pt x="0" y="52"/>
                    <a:pt x="1" y="53"/>
                  </a:cubicBezTo>
                  <a:cubicBezTo>
                    <a:pt x="4" y="61"/>
                    <a:pt x="6" y="69"/>
                    <a:pt x="7" y="76"/>
                  </a:cubicBezTo>
                  <a:cubicBezTo>
                    <a:pt x="11" y="97"/>
                    <a:pt x="15" y="116"/>
                    <a:pt x="45" y="115"/>
                  </a:cubicBezTo>
                  <a:close/>
                  <a:moveTo>
                    <a:pt x="45" y="115"/>
                  </a:moveTo>
                  <a:cubicBezTo>
                    <a:pt x="45" y="115"/>
                    <a:pt x="45" y="115"/>
                    <a:pt x="45" y="11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7BE7288F-8BDD-D045-A03E-A06224CD24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9" y="1733"/>
              <a:ext cx="68" cy="72"/>
            </a:xfrm>
            <a:custGeom>
              <a:avLst/>
              <a:gdLst/>
              <a:ahLst/>
              <a:cxnLst>
                <a:cxn ang="0">
                  <a:pos x="98" y="88"/>
                </a:cxn>
                <a:cxn ang="0">
                  <a:pos x="99" y="87"/>
                </a:cxn>
                <a:cxn ang="0">
                  <a:pos x="106" y="58"/>
                </a:cxn>
                <a:cxn ang="0">
                  <a:pos x="109" y="22"/>
                </a:cxn>
                <a:cxn ang="0">
                  <a:pos x="103" y="16"/>
                </a:cxn>
                <a:cxn ang="0">
                  <a:pos x="95" y="18"/>
                </a:cxn>
                <a:cxn ang="0">
                  <a:pos x="59" y="57"/>
                </a:cxn>
                <a:cxn ang="0">
                  <a:pos x="58" y="57"/>
                </a:cxn>
                <a:cxn ang="0">
                  <a:pos x="58" y="56"/>
                </a:cxn>
                <a:cxn ang="0">
                  <a:pos x="58" y="56"/>
                </a:cxn>
                <a:cxn ang="0">
                  <a:pos x="89" y="12"/>
                </a:cxn>
                <a:cxn ang="0">
                  <a:pos x="90" y="10"/>
                </a:cxn>
                <a:cxn ang="0">
                  <a:pos x="88" y="3"/>
                </a:cxn>
                <a:cxn ang="0">
                  <a:pos x="82" y="0"/>
                </a:cxn>
                <a:cxn ang="0">
                  <a:pos x="19" y="24"/>
                </a:cxn>
                <a:cxn ang="0">
                  <a:pos x="3" y="42"/>
                </a:cxn>
                <a:cxn ang="0">
                  <a:pos x="10" y="77"/>
                </a:cxn>
                <a:cxn ang="0">
                  <a:pos x="18" y="100"/>
                </a:cxn>
                <a:cxn ang="0">
                  <a:pos x="24" y="105"/>
                </a:cxn>
                <a:cxn ang="0">
                  <a:pos x="48" y="108"/>
                </a:cxn>
                <a:cxn ang="0">
                  <a:pos x="98" y="88"/>
                </a:cxn>
                <a:cxn ang="0">
                  <a:pos x="98" y="88"/>
                </a:cxn>
                <a:cxn ang="0">
                  <a:pos x="98" y="88"/>
                </a:cxn>
              </a:cxnLst>
              <a:rect l="0" t="0" r="r" b="b"/>
              <a:pathLst>
                <a:path w="110" h="116">
                  <a:moveTo>
                    <a:pt x="98" y="88"/>
                  </a:moveTo>
                  <a:cubicBezTo>
                    <a:pt x="98" y="88"/>
                    <a:pt x="99" y="88"/>
                    <a:pt x="99" y="87"/>
                  </a:cubicBezTo>
                  <a:cubicBezTo>
                    <a:pt x="100" y="83"/>
                    <a:pt x="103" y="72"/>
                    <a:pt x="106" y="58"/>
                  </a:cubicBezTo>
                  <a:cubicBezTo>
                    <a:pt x="108" y="47"/>
                    <a:pt x="110" y="32"/>
                    <a:pt x="109" y="22"/>
                  </a:cubicBezTo>
                  <a:cubicBezTo>
                    <a:pt x="108" y="19"/>
                    <a:pt x="106" y="16"/>
                    <a:pt x="103" y="16"/>
                  </a:cubicBezTo>
                  <a:cubicBezTo>
                    <a:pt x="100" y="15"/>
                    <a:pt x="97" y="16"/>
                    <a:pt x="95" y="18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57"/>
                    <a:pt x="59" y="57"/>
                    <a:pt x="58" y="57"/>
                  </a:cubicBezTo>
                  <a:cubicBezTo>
                    <a:pt x="58" y="57"/>
                    <a:pt x="58" y="57"/>
                    <a:pt x="58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1"/>
                    <a:pt x="90" y="10"/>
                  </a:cubicBezTo>
                  <a:cubicBezTo>
                    <a:pt x="90" y="8"/>
                    <a:pt x="90" y="5"/>
                    <a:pt x="88" y="3"/>
                  </a:cubicBezTo>
                  <a:cubicBezTo>
                    <a:pt x="87" y="1"/>
                    <a:pt x="85" y="0"/>
                    <a:pt x="82" y="0"/>
                  </a:cubicBezTo>
                  <a:cubicBezTo>
                    <a:pt x="62" y="1"/>
                    <a:pt x="27" y="19"/>
                    <a:pt x="19" y="24"/>
                  </a:cubicBezTo>
                  <a:cubicBezTo>
                    <a:pt x="11" y="29"/>
                    <a:pt x="6" y="35"/>
                    <a:pt x="3" y="42"/>
                  </a:cubicBezTo>
                  <a:cubicBezTo>
                    <a:pt x="0" y="53"/>
                    <a:pt x="5" y="65"/>
                    <a:pt x="10" y="77"/>
                  </a:cubicBezTo>
                  <a:cubicBezTo>
                    <a:pt x="13" y="85"/>
                    <a:pt x="16" y="92"/>
                    <a:pt x="18" y="100"/>
                  </a:cubicBezTo>
                  <a:cubicBezTo>
                    <a:pt x="19" y="103"/>
                    <a:pt x="21" y="105"/>
                    <a:pt x="24" y="105"/>
                  </a:cubicBezTo>
                  <a:cubicBezTo>
                    <a:pt x="32" y="105"/>
                    <a:pt x="40" y="107"/>
                    <a:pt x="48" y="108"/>
                  </a:cubicBezTo>
                  <a:cubicBezTo>
                    <a:pt x="69" y="112"/>
                    <a:pt x="88" y="116"/>
                    <a:pt x="98" y="88"/>
                  </a:cubicBezTo>
                  <a:close/>
                  <a:moveTo>
                    <a:pt x="98" y="88"/>
                  </a:moveTo>
                  <a:cubicBezTo>
                    <a:pt x="98" y="88"/>
                    <a:pt x="98" y="88"/>
                    <a:pt x="98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AFD7785F-DC46-5E47-924C-904765892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1" y="1660"/>
              <a:ext cx="74" cy="70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13" y="89"/>
                </a:cxn>
                <a:cxn ang="0">
                  <a:pos x="9" y="94"/>
                </a:cxn>
                <a:cxn ang="0">
                  <a:pos x="13" y="103"/>
                </a:cxn>
                <a:cxn ang="0">
                  <a:pos x="79" y="114"/>
                </a:cxn>
                <a:cxn ang="0">
                  <a:pos x="110" y="94"/>
                </a:cxn>
                <a:cxn ang="0">
                  <a:pos x="114" y="73"/>
                </a:cxn>
                <a:cxn ang="0">
                  <a:pos x="119" y="50"/>
                </a:cxn>
                <a:cxn ang="0">
                  <a:pos x="116" y="42"/>
                </a:cxn>
                <a:cxn ang="0">
                  <a:pos x="97" y="27"/>
                </a:cxn>
                <a:cxn ang="0">
                  <a:pos x="44" y="19"/>
                </a:cxn>
                <a:cxn ang="0">
                  <a:pos x="1" y="71"/>
                </a:cxn>
                <a:cxn ang="0">
                  <a:pos x="3" y="79"/>
                </a:cxn>
                <a:cxn ang="0">
                  <a:pos x="10" y="81"/>
                </a:cxn>
                <a:cxn ang="0">
                  <a:pos x="62" y="66"/>
                </a:cxn>
                <a:cxn ang="0">
                  <a:pos x="62" y="66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</a:cxnLst>
              <a:rect l="0" t="0" r="r" b="b"/>
              <a:pathLst>
                <a:path w="120" h="114">
                  <a:moveTo>
                    <a:pt x="62" y="67"/>
                  </a:moveTo>
                  <a:cubicBezTo>
                    <a:pt x="13" y="89"/>
                    <a:pt x="13" y="89"/>
                    <a:pt x="13" y="89"/>
                  </a:cubicBezTo>
                  <a:cubicBezTo>
                    <a:pt x="11" y="90"/>
                    <a:pt x="10" y="92"/>
                    <a:pt x="9" y="94"/>
                  </a:cubicBezTo>
                  <a:cubicBezTo>
                    <a:pt x="8" y="97"/>
                    <a:pt x="10" y="101"/>
                    <a:pt x="13" y="103"/>
                  </a:cubicBezTo>
                  <a:cubicBezTo>
                    <a:pt x="30" y="112"/>
                    <a:pt x="70" y="114"/>
                    <a:pt x="79" y="114"/>
                  </a:cubicBezTo>
                  <a:cubicBezTo>
                    <a:pt x="96" y="114"/>
                    <a:pt x="105" y="108"/>
                    <a:pt x="110" y="94"/>
                  </a:cubicBezTo>
                  <a:cubicBezTo>
                    <a:pt x="112" y="88"/>
                    <a:pt x="113" y="81"/>
                    <a:pt x="114" y="73"/>
                  </a:cubicBezTo>
                  <a:cubicBezTo>
                    <a:pt x="115" y="65"/>
                    <a:pt x="116" y="57"/>
                    <a:pt x="119" y="50"/>
                  </a:cubicBezTo>
                  <a:cubicBezTo>
                    <a:pt x="120" y="47"/>
                    <a:pt x="119" y="44"/>
                    <a:pt x="116" y="42"/>
                  </a:cubicBezTo>
                  <a:cubicBezTo>
                    <a:pt x="109" y="38"/>
                    <a:pt x="103" y="33"/>
                    <a:pt x="97" y="27"/>
                  </a:cubicBezTo>
                  <a:cubicBezTo>
                    <a:pt x="81" y="13"/>
                    <a:pt x="67" y="0"/>
                    <a:pt x="44" y="19"/>
                  </a:cubicBezTo>
                  <a:cubicBezTo>
                    <a:pt x="37" y="25"/>
                    <a:pt x="8" y="52"/>
                    <a:pt x="1" y="71"/>
                  </a:cubicBezTo>
                  <a:cubicBezTo>
                    <a:pt x="0" y="73"/>
                    <a:pt x="1" y="76"/>
                    <a:pt x="3" y="79"/>
                  </a:cubicBezTo>
                  <a:cubicBezTo>
                    <a:pt x="5" y="81"/>
                    <a:pt x="8" y="82"/>
                    <a:pt x="10" y="81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7"/>
                  </a:cubicBezTo>
                  <a:cubicBezTo>
                    <a:pt x="62" y="67"/>
                    <a:pt x="62" y="67"/>
                    <a:pt x="62" y="67"/>
                  </a:cubicBezTo>
                  <a:close/>
                  <a:moveTo>
                    <a:pt x="62" y="67"/>
                  </a:moveTo>
                  <a:cubicBezTo>
                    <a:pt x="62" y="67"/>
                    <a:pt x="62" y="67"/>
                    <a:pt x="62" y="6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BC8F832D-3929-5543-B7CE-5FCDDCEBC8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" y="1623"/>
              <a:ext cx="72" cy="76"/>
            </a:xfrm>
            <a:custGeom>
              <a:avLst/>
              <a:gdLst/>
              <a:ahLst/>
              <a:cxnLst>
                <a:cxn ang="0">
                  <a:pos x="78" y="13"/>
                </a:cxn>
                <a:cxn ang="0">
                  <a:pos x="57" y="1"/>
                </a:cxn>
                <a:cxn ang="0">
                  <a:pos x="49" y="2"/>
                </a:cxn>
                <a:cxn ang="0">
                  <a:pos x="29" y="15"/>
                </a:cxn>
                <a:cxn ang="0">
                  <a:pos x="2" y="39"/>
                </a:cxn>
                <a:cxn ang="0">
                  <a:pos x="4" y="63"/>
                </a:cxn>
                <a:cxn ang="0">
                  <a:pos x="39" y="120"/>
                </a:cxn>
                <a:cxn ang="0">
                  <a:pos x="46" y="121"/>
                </a:cxn>
                <a:cxn ang="0">
                  <a:pos x="51" y="116"/>
                </a:cxn>
                <a:cxn ang="0">
                  <a:pos x="52" y="114"/>
                </a:cxn>
                <a:cxn ang="0">
                  <a:pos x="55" y="61"/>
                </a:cxn>
                <a:cxn ang="0">
                  <a:pos x="55" y="61"/>
                </a:cxn>
                <a:cxn ang="0">
                  <a:pos x="55" y="60"/>
                </a:cxn>
                <a:cxn ang="0">
                  <a:pos x="55" y="61"/>
                </a:cxn>
                <a:cxn ang="0">
                  <a:pos x="61" y="114"/>
                </a:cxn>
                <a:cxn ang="0">
                  <a:pos x="66" y="121"/>
                </a:cxn>
                <a:cxn ang="0">
                  <a:pos x="74" y="119"/>
                </a:cxn>
                <a:cxn ang="0">
                  <a:pos x="94" y="89"/>
                </a:cxn>
                <a:cxn ang="0">
                  <a:pos x="106" y="61"/>
                </a:cxn>
                <a:cxn ang="0">
                  <a:pos x="106" y="60"/>
                </a:cxn>
                <a:cxn ang="0">
                  <a:pos x="78" y="13"/>
                </a:cxn>
                <a:cxn ang="0">
                  <a:pos x="78" y="13"/>
                </a:cxn>
                <a:cxn ang="0">
                  <a:pos x="78" y="13"/>
                </a:cxn>
              </a:cxnLst>
              <a:rect l="0" t="0" r="r" b="b"/>
              <a:pathLst>
                <a:path w="115" h="122">
                  <a:moveTo>
                    <a:pt x="78" y="13"/>
                  </a:moveTo>
                  <a:cubicBezTo>
                    <a:pt x="71" y="10"/>
                    <a:pt x="64" y="6"/>
                    <a:pt x="57" y="1"/>
                  </a:cubicBezTo>
                  <a:cubicBezTo>
                    <a:pt x="55" y="0"/>
                    <a:pt x="52" y="0"/>
                    <a:pt x="49" y="2"/>
                  </a:cubicBezTo>
                  <a:cubicBezTo>
                    <a:pt x="43" y="7"/>
                    <a:pt x="36" y="11"/>
                    <a:pt x="29" y="15"/>
                  </a:cubicBezTo>
                  <a:cubicBezTo>
                    <a:pt x="17" y="22"/>
                    <a:pt x="6" y="28"/>
                    <a:pt x="2" y="39"/>
                  </a:cubicBezTo>
                  <a:cubicBezTo>
                    <a:pt x="0" y="46"/>
                    <a:pt x="1" y="53"/>
                    <a:pt x="4" y="63"/>
                  </a:cubicBezTo>
                  <a:cubicBezTo>
                    <a:pt x="7" y="71"/>
                    <a:pt x="24" y="107"/>
                    <a:pt x="39" y="120"/>
                  </a:cubicBezTo>
                  <a:cubicBezTo>
                    <a:pt x="41" y="122"/>
                    <a:pt x="44" y="122"/>
                    <a:pt x="46" y="121"/>
                  </a:cubicBezTo>
                  <a:cubicBezTo>
                    <a:pt x="49" y="121"/>
                    <a:pt x="51" y="119"/>
                    <a:pt x="51" y="116"/>
                  </a:cubicBezTo>
                  <a:cubicBezTo>
                    <a:pt x="52" y="116"/>
                    <a:pt x="52" y="115"/>
                    <a:pt x="52" y="114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1"/>
                    <a:pt x="55" y="61"/>
                  </a:cubicBezTo>
                  <a:cubicBezTo>
                    <a:pt x="61" y="114"/>
                    <a:pt x="61" y="114"/>
                    <a:pt x="61" y="114"/>
                  </a:cubicBezTo>
                  <a:cubicBezTo>
                    <a:pt x="61" y="117"/>
                    <a:pt x="63" y="119"/>
                    <a:pt x="66" y="121"/>
                  </a:cubicBezTo>
                  <a:cubicBezTo>
                    <a:pt x="68" y="122"/>
                    <a:pt x="72" y="121"/>
                    <a:pt x="74" y="119"/>
                  </a:cubicBezTo>
                  <a:cubicBezTo>
                    <a:pt x="81" y="112"/>
                    <a:pt x="89" y="99"/>
                    <a:pt x="94" y="89"/>
                  </a:cubicBezTo>
                  <a:cubicBezTo>
                    <a:pt x="100" y="76"/>
                    <a:pt x="104" y="65"/>
                    <a:pt x="106" y="61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15" y="32"/>
                    <a:pt x="97" y="23"/>
                    <a:pt x="78" y="13"/>
                  </a:cubicBezTo>
                  <a:close/>
                  <a:moveTo>
                    <a:pt x="78" y="13"/>
                  </a:moveTo>
                  <a:cubicBezTo>
                    <a:pt x="78" y="13"/>
                    <a:pt x="78" y="13"/>
                    <a:pt x="78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611B2EC4-059B-9C41-8455-EF990C1CB2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6" y="1745"/>
              <a:ext cx="107" cy="100"/>
            </a:xfrm>
            <a:custGeom>
              <a:avLst/>
              <a:gdLst/>
              <a:ahLst/>
              <a:cxnLst>
                <a:cxn ang="0">
                  <a:pos x="92" y="80"/>
                </a:cxn>
                <a:cxn ang="0">
                  <a:pos x="92" y="79"/>
                </a:cxn>
                <a:cxn ang="0">
                  <a:pos x="93" y="80"/>
                </a:cxn>
                <a:cxn ang="0">
                  <a:pos x="148" y="134"/>
                </a:cxn>
                <a:cxn ang="0">
                  <a:pos x="156" y="137"/>
                </a:cxn>
                <a:cxn ang="0">
                  <a:pos x="163" y="134"/>
                </a:cxn>
                <a:cxn ang="0">
                  <a:pos x="167" y="127"/>
                </a:cxn>
                <a:cxn ang="0">
                  <a:pos x="148" y="32"/>
                </a:cxn>
                <a:cxn ang="0">
                  <a:pos x="107" y="0"/>
                </a:cxn>
                <a:cxn ang="0">
                  <a:pos x="74" y="6"/>
                </a:cxn>
                <a:cxn ang="0">
                  <a:pos x="39" y="12"/>
                </a:cxn>
                <a:cxn ang="0">
                  <a:pos x="34" y="14"/>
                </a:cxn>
                <a:cxn ang="0">
                  <a:pos x="31" y="20"/>
                </a:cxn>
                <a:cxn ang="0">
                  <a:pos x="21" y="53"/>
                </a:cxn>
                <a:cxn ang="0">
                  <a:pos x="37" y="130"/>
                </a:cxn>
                <a:cxn ang="0">
                  <a:pos x="130" y="160"/>
                </a:cxn>
                <a:cxn ang="0">
                  <a:pos x="130" y="160"/>
                </a:cxn>
                <a:cxn ang="0">
                  <a:pos x="137" y="158"/>
                </a:cxn>
                <a:cxn ang="0">
                  <a:pos x="139" y="142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</a:cxnLst>
              <a:rect l="0" t="0" r="r" b="b"/>
              <a:pathLst>
                <a:path w="171" h="160">
                  <a:moveTo>
                    <a:pt x="92" y="80"/>
                  </a:moveTo>
                  <a:cubicBezTo>
                    <a:pt x="92" y="79"/>
                    <a:pt x="92" y="79"/>
                    <a:pt x="92" y="79"/>
                  </a:cubicBezTo>
                  <a:cubicBezTo>
                    <a:pt x="92" y="79"/>
                    <a:pt x="93" y="79"/>
                    <a:pt x="93" y="80"/>
                  </a:cubicBezTo>
                  <a:cubicBezTo>
                    <a:pt x="148" y="134"/>
                    <a:pt x="148" y="134"/>
                    <a:pt x="148" y="134"/>
                  </a:cubicBezTo>
                  <a:cubicBezTo>
                    <a:pt x="150" y="136"/>
                    <a:pt x="153" y="137"/>
                    <a:pt x="156" y="137"/>
                  </a:cubicBezTo>
                  <a:cubicBezTo>
                    <a:pt x="159" y="137"/>
                    <a:pt x="161" y="136"/>
                    <a:pt x="163" y="134"/>
                  </a:cubicBezTo>
                  <a:cubicBezTo>
                    <a:pt x="166" y="133"/>
                    <a:pt x="167" y="130"/>
                    <a:pt x="167" y="127"/>
                  </a:cubicBezTo>
                  <a:cubicBezTo>
                    <a:pt x="171" y="99"/>
                    <a:pt x="153" y="44"/>
                    <a:pt x="148" y="32"/>
                  </a:cubicBezTo>
                  <a:cubicBezTo>
                    <a:pt x="138" y="7"/>
                    <a:pt x="123" y="0"/>
                    <a:pt x="107" y="0"/>
                  </a:cubicBezTo>
                  <a:cubicBezTo>
                    <a:pt x="97" y="0"/>
                    <a:pt x="85" y="3"/>
                    <a:pt x="74" y="6"/>
                  </a:cubicBezTo>
                  <a:cubicBezTo>
                    <a:pt x="63" y="9"/>
                    <a:pt x="51" y="11"/>
                    <a:pt x="39" y="12"/>
                  </a:cubicBezTo>
                  <a:cubicBezTo>
                    <a:pt x="37" y="12"/>
                    <a:pt x="36" y="13"/>
                    <a:pt x="34" y="14"/>
                  </a:cubicBezTo>
                  <a:cubicBezTo>
                    <a:pt x="33" y="16"/>
                    <a:pt x="31" y="18"/>
                    <a:pt x="31" y="20"/>
                  </a:cubicBezTo>
                  <a:cubicBezTo>
                    <a:pt x="29" y="31"/>
                    <a:pt x="25" y="42"/>
                    <a:pt x="21" y="53"/>
                  </a:cubicBezTo>
                  <a:cubicBezTo>
                    <a:pt x="10" y="82"/>
                    <a:pt x="0" y="109"/>
                    <a:pt x="37" y="130"/>
                  </a:cubicBezTo>
                  <a:cubicBezTo>
                    <a:pt x="50" y="136"/>
                    <a:pt x="101" y="160"/>
                    <a:pt x="130" y="160"/>
                  </a:cubicBezTo>
                  <a:cubicBezTo>
                    <a:pt x="130" y="160"/>
                    <a:pt x="130" y="160"/>
                    <a:pt x="130" y="160"/>
                  </a:cubicBezTo>
                  <a:cubicBezTo>
                    <a:pt x="133" y="160"/>
                    <a:pt x="135" y="159"/>
                    <a:pt x="137" y="158"/>
                  </a:cubicBezTo>
                  <a:cubicBezTo>
                    <a:pt x="142" y="154"/>
                    <a:pt x="143" y="147"/>
                    <a:pt x="139" y="142"/>
                  </a:cubicBezTo>
                  <a:cubicBezTo>
                    <a:pt x="92" y="80"/>
                    <a:pt x="92" y="80"/>
                    <a:pt x="92" y="80"/>
                  </a:cubicBezTo>
                  <a:cubicBezTo>
                    <a:pt x="92" y="80"/>
                    <a:pt x="92" y="80"/>
                    <a:pt x="92" y="80"/>
                  </a:cubicBezTo>
                  <a:close/>
                  <a:moveTo>
                    <a:pt x="92" y="80"/>
                  </a:moveTo>
                  <a:cubicBezTo>
                    <a:pt x="92" y="80"/>
                    <a:pt x="92" y="80"/>
                    <a:pt x="92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CB4E6B0E-7D02-CF43-ACDE-25AA6C7889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0" y="1893"/>
              <a:ext cx="105" cy="110"/>
            </a:xfrm>
            <a:custGeom>
              <a:avLst/>
              <a:gdLst/>
              <a:ahLst/>
              <a:cxnLst>
                <a:cxn ang="0">
                  <a:pos x="111" y="2"/>
                </a:cxn>
                <a:cxn ang="0">
                  <a:pos x="104" y="0"/>
                </a:cxn>
                <a:cxn ang="0">
                  <a:pos x="97" y="2"/>
                </a:cxn>
                <a:cxn ang="0">
                  <a:pos x="93" y="10"/>
                </a:cxn>
                <a:cxn ang="0">
                  <a:pos x="88" y="88"/>
                </a:cxn>
                <a:cxn ang="0">
                  <a:pos x="88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0" y="10"/>
                </a:cxn>
                <a:cxn ang="0">
                  <a:pos x="73" y="1"/>
                </a:cxn>
                <a:cxn ang="0">
                  <a:pos x="69" y="0"/>
                </a:cxn>
                <a:cxn ang="0">
                  <a:pos x="61" y="3"/>
                </a:cxn>
                <a:cxn ang="0">
                  <a:pos x="13" y="88"/>
                </a:cxn>
                <a:cxn ang="0">
                  <a:pos x="52" y="156"/>
                </a:cxn>
                <a:cxn ang="0">
                  <a:pos x="83" y="174"/>
                </a:cxn>
                <a:cxn ang="0">
                  <a:pos x="88" y="176"/>
                </a:cxn>
                <a:cxn ang="0">
                  <a:pos x="94" y="174"/>
                </a:cxn>
                <a:cxn ang="0">
                  <a:pos x="124" y="155"/>
                </a:cxn>
                <a:cxn ang="0">
                  <a:pos x="150" y="139"/>
                </a:cxn>
                <a:cxn ang="0">
                  <a:pos x="161" y="86"/>
                </a:cxn>
                <a:cxn ang="0">
                  <a:pos x="111" y="2"/>
                </a:cxn>
                <a:cxn ang="0">
                  <a:pos x="111" y="2"/>
                </a:cxn>
                <a:cxn ang="0">
                  <a:pos x="111" y="2"/>
                </a:cxn>
              </a:cxnLst>
              <a:rect l="0" t="0" r="r" b="b"/>
              <a:pathLst>
                <a:path w="169" h="176">
                  <a:moveTo>
                    <a:pt x="111" y="2"/>
                  </a:moveTo>
                  <a:cubicBezTo>
                    <a:pt x="109" y="1"/>
                    <a:pt x="106" y="0"/>
                    <a:pt x="104" y="0"/>
                  </a:cubicBezTo>
                  <a:cubicBezTo>
                    <a:pt x="101" y="0"/>
                    <a:pt x="99" y="1"/>
                    <a:pt x="97" y="2"/>
                  </a:cubicBezTo>
                  <a:cubicBezTo>
                    <a:pt x="94" y="4"/>
                    <a:pt x="93" y="7"/>
                    <a:pt x="93" y="10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79" y="6"/>
                    <a:pt x="77" y="3"/>
                    <a:pt x="73" y="1"/>
                  </a:cubicBezTo>
                  <a:cubicBezTo>
                    <a:pt x="72" y="0"/>
                    <a:pt x="70" y="0"/>
                    <a:pt x="69" y="0"/>
                  </a:cubicBezTo>
                  <a:cubicBezTo>
                    <a:pt x="66" y="0"/>
                    <a:pt x="63" y="1"/>
                    <a:pt x="61" y="3"/>
                  </a:cubicBezTo>
                  <a:cubicBezTo>
                    <a:pt x="40" y="22"/>
                    <a:pt x="18" y="75"/>
                    <a:pt x="13" y="88"/>
                  </a:cubicBezTo>
                  <a:cubicBezTo>
                    <a:pt x="0" y="128"/>
                    <a:pt x="25" y="142"/>
                    <a:pt x="52" y="156"/>
                  </a:cubicBezTo>
                  <a:cubicBezTo>
                    <a:pt x="63" y="161"/>
                    <a:pt x="73" y="167"/>
                    <a:pt x="83" y="174"/>
                  </a:cubicBezTo>
                  <a:cubicBezTo>
                    <a:pt x="84" y="175"/>
                    <a:pt x="86" y="176"/>
                    <a:pt x="88" y="176"/>
                  </a:cubicBezTo>
                  <a:cubicBezTo>
                    <a:pt x="90" y="176"/>
                    <a:pt x="92" y="175"/>
                    <a:pt x="94" y="174"/>
                  </a:cubicBezTo>
                  <a:cubicBezTo>
                    <a:pt x="103" y="166"/>
                    <a:pt x="113" y="161"/>
                    <a:pt x="124" y="155"/>
                  </a:cubicBezTo>
                  <a:cubicBezTo>
                    <a:pt x="133" y="150"/>
                    <a:pt x="142" y="145"/>
                    <a:pt x="150" y="139"/>
                  </a:cubicBezTo>
                  <a:cubicBezTo>
                    <a:pt x="166" y="125"/>
                    <a:pt x="169" y="109"/>
                    <a:pt x="161" y="86"/>
                  </a:cubicBezTo>
                  <a:cubicBezTo>
                    <a:pt x="156" y="73"/>
                    <a:pt x="133" y="21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A87CEC4-E653-724F-839A-B2CC3521EE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7" y="1847"/>
              <a:ext cx="108" cy="95"/>
            </a:xfrm>
            <a:custGeom>
              <a:avLst/>
              <a:gdLst/>
              <a:ahLst/>
              <a:cxnLst>
                <a:cxn ang="0">
                  <a:pos x="171" y="54"/>
                </a:cxn>
                <a:cxn ang="0">
                  <a:pos x="162" y="50"/>
                </a:cxn>
                <a:cxn ang="0">
                  <a:pos x="159" y="50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0"/>
                </a:cxn>
                <a:cxn ang="0">
                  <a:pos x="84" y="70"/>
                </a:cxn>
                <a:cxn ang="0">
                  <a:pos x="155" y="39"/>
                </a:cxn>
                <a:cxn ang="0">
                  <a:pos x="158" y="37"/>
                </a:cxn>
                <a:cxn ang="0">
                  <a:pos x="162" y="27"/>
                </a:cxn>
                <a:cxn ang="0">
                  <a:pos x="156" y="18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27" y="10"/>
                </a:cxn>
                <a:cxn ang="0">
                  <a:pos x="8" y="59"/>
                </a:cxn>
                <a:cxn ang="0">
                  <a:pos x="1" y="94"/>
                </a:cxn>
                <a:cxn ang="0">
                  <a:pos x="5" y="104"/>
                </a:cxn>
                <a:cxn ang="0">
                  <a:pos x="32" y="126"/>
                </a:cxn>
                <a:cxn ang="0">
                  <a:pos x="78" y="153"/>
                </a:cxn>
                <a:cxn ang="0">
                  <a:pos x="109" y="140"/>
                </a:cxn>
                <a:cxn ang="0">
                  <a:pos x="110" y="139"/>
                </a:cxn>
                <a:cxn ang="0">
                  <a:pos x="142" y="108"/>
                </a:cxn>
                <a:cxn ang="0">
                  <a:pos x="172" y="66"/>
                </a:cxn>
                <a:cxn ang="0">
                  <a:pos x="171" y="54"/>
                </a:cxn>
                <a:cxn ang="0">
                  <a:pos x="171" y="54"/>
                </a:cxn>
                <a:cxn ang="0">
                  <a:pos x="171" y="54"/>
                </a:cxn>
              </a:cxnLst>
              <a:rect l="0" t="0" r="r" b="b"/>
              <a:pathLst>
                <a:path w="174" h="153">
                  <a:moveTo>
                    <a:pt x="171" y="54"/>
                  </a:moveTo>
                  <a:cubicBezTo>
                    <a:pt x="169" y="51"/>
                    <a:pt x="165" y="50"/>
                    <a:pt x="162" y="50"/>
                  </a:cubicBezTo>
                  <a:cubicBezTo>
                    <a:pt x="161" y="50"/>
                    <a:pt x="160" y="50"/>
                    <a:pt x="159" y="50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3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6" y="38"/>
                    <a:pt x="157" y="38"/>
                    <a:pt x="158" y="37"/>
                  </a:cubicBezTo>
                  <a:cubicBezTo>
                    <a:pt x="161" y="35"/>
                    <a:pt x="162" y="31"/>
                    <a:pt x="162" y="27"/>
                  </a:cubicBezTo>
                  <a:cubicBezTo>
                    <a:pt x="161" y="23"/>
                    <a:pt x="159" y="20"/>
                    <a:pt x="156" y="18"/>
                  </a:cubicBezTo>
                  <a:cubicBezTo>
                    <a:pt x="131" y="5"/>
                    <a:pt x="74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6" y="0"/>
                    <a:pt x="35" y="4"/>
                    <a:pt x="27" y="10"/>
                  </a:cubicBezTo>
                  <a:cubicBezTo>
                    <a:pt x="14" y="21"/>
                    <a:pt x="11" y="40"/>
                    <a:pt x="8" y="59"/>
                  </a:cubicBezTo>
                  <a:cubicBezTo>
                    <a:pt x="7" y="71"/>
                    <a:pt x="5" y="82"/>
                    <a:pt x="1" y="94"/>
                  </a:cubicBezTo>
                  <a:cubicBezTo>
                    <a:pt x="0" y="98"/>
                    <a:pt x="1" y="102"/>
                    <a:pt x="5" y="104"/>
                  </a:cubicBezTo>
                  <a:cubicBezTo>
                    <a:pt x="15" y="111"/>
                    <a:pt x="24" y="119"/>
                    <a:pt x="32" y="126"/>
                  </a:cubicBezTo>
                  <a:cubicBezTo>
                    <a:pt x="47" y="140"/>
                    <a:pt x="61" y="153"/>
                    <a:pt x="78" y="153"/>
                  </a:cubicBezTo>
                  <a:cubicBezTo>
                    <a:pt x="87" y="153"/>
                    <a:pt x="97" y="149"/>
                    <a:pt x="109" y="140"/>
                  </a:cubicBezTo>
                  <a:cubicBezTo>
                    <a:pt x="109" y="140"/>
                    <a:pt x="110" y="139"/>
                    <a:pt x="110" y="139"/>
                  </a:cubicBezTo>
                  <a:cubicBezTo>
                    <a:pt x="115" y="135"/>
                    <a:pt x="128" y="123"/>
                    <a:pt x="142" y="108"/>
                  </a:cubicBezTo>
                  <a:cubicBezTo>
                    <a:pt x="153" y="97"/>
                    <a:pt x="167" y="80"/>
                    <a:pt x="172" y="66"/>
                  </a:cubicBezTo>
                  <a:cubicBezTo>
                    <a:pt x="174" y="62"/>
                    <a:pt x="174" y="57"/>
                    <a:pt x="171" y="54"/>
                  </a:cubicBezTo>
                  <a:close/>
                  <a:moveTo>
                    <a:pt x="171" y="54"/>
                  </a:moveTo>
                  <a:cubicBezTo>
                    <a:pt x="171" y="54"/>
                    <a:pt x="171" y="54"/>
                    <a:pt x="171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B6C5949D-783F-9D43-BF6D-6BECA5E5F7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737"/>
              <a:ext cx="105" cy="102"/>
            </a:xfrm>
            <a:custGeom>
              <a:avLst/>
              <a:gdLst/>
              <a:ahLst/>
              <a:cxnLst>
                <a:cxn ang="0">
                  <a:pos x="40" y="148"/>
                </a:cxn>
                <a:cxn ang="0">
                  <a:pos x="41" y="159"/>
                </a:cxn>
                <a:cxn ang="0">
                  <a:pos x="49" y="164"/>
                </a:cxn>
                <a:cxn ang="0">
                  <a:pos x="52" y="163"/>
                </a:cxn>
                <a:cxn ang="0">
                  <a:pos x="99" y="141"/>
                </a:cxn>
                <a:cxn ang="0">
                  <a:pos x="135" y="116"/>
                </a:cxn>
                <a:cxn ang="0">
                  <a:pos x="136" y="115"/>
                </a:cxn>
                <a:cxn ang="0">
                  <a:pos x="138" y="37"/>
                </a:cxn>
                <a:cxn ang="0">
                  <a:pos x="121" y="6"/>
                </a:cxn>
                <a:cxn ang="0">
                  <a:pos x="112" y="0"/>
                </a:cxn>
                <a:cxn ang="0">
                  <a:pos x="111" y="0"/>
                </a:cxn>
                <a:cxn ang="0">
                  <a:pos x="92" y="1"/>
                </a:cxn>
                <a:cxn ang="0">
                  <a:pos x="76" y="1"/>
                </a:cxn>
                <a:cxn ang="0">
                  <a:pos x="62" y="1"/>
                </a:cxn>
                <a:cxn ang="0">
                  <a:pos x="24" y="10"/>
                </a:cxn>
                <a:cxn ang="0">
                  <a:pos x="9" y="41"/>
                </a:cxn>
                <a:cxn ang="0">
                  <a:pos x="9" y="138"/>
                </a:cxn>
                <a:cxn ang="0">
                  <a:pos x="16" y="145"/>
                </a:cxn>
                <a:cxn ang="0">
                  <a:pos x="19" y="146"/>
                </a:cxn>
                <a:cxn ang="0">
                  <a:pos x="27" y="143"/>
                </a:cxn>
                <a:cxn ang="0">
                  <a:pos x="29" y="141"/>
                </a:cxn>
                <a:cxn ang="0">
                  <a:pos x="72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8"/>
                </a:cxn>
                <a:cxn ang="0">
                  <a:pos x="40" y="148"/>
                </a:cxn>
                <a:cxn ang="0">
                  <a:pos x="40" y="148"/>
                </a:cxn>
                <a:cxn ang="0">
                  <a:pos x="40" y="148"/>
                </a:cxn>
              </a:cxnLst>
              <a:rect l="0" t="0" r="r" b="b"/>
              <a:pathLst>
                <a:path w="169" h="164">
                  <a:moveTo>
                    <a:pt x="40" y="148"/>
                  </a:moveTo>
                  <a:cubicBezTo>
                    <a:pt x="38" y="152"/>
                    <a:pt x="38" y="156"/>
                    <a:pt x="41" y="159"/>
                  </a:cubicBezTo>
                  <a:cubicBezTo>
                    <a:pt x="43" y="162"/>
                    <a:pt x="46" y="164"/>
                    <a:pt x="49" y="164"/>
                  </a:cubicBezTo>
                  <a:cubicBezTo>
                    <a:pt x="50" y="164"/>
                    <a:pt x="51" y="164"/>
                    <a:pt x="52" y="163"/>
                  </a:cubicBezTo>
                  <a:cubicBezTo>
                    <a:pt x="67" y="160"/>
                    <a:pt x="86" y="150"/>
                    <a:pt x="99" y="141"/>
                  </a:cubicBezTo>
                  <a:cubicBezTo>
                    <a:pt x="116" y="130"/>
                    <a:pt x="130" y="120"/>
                    <a:pt x="135" y="116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69" y="87"/>
                    <a:pt x="154" y="62"/>
                    <a:pt x="138" y="37"/>
                  </a:cubicBezTo>
                  <a:cubicBezTo>
                    <a:pt x="132" y="27"/>
                    <a:pt x="125" y="17"/>
                    <a:pt x="121" y="6"/>
                  </a:cubicBezTo>
                  <a:cubicBezTo>
                    <a:pt x="119" y="2"/>
                    <a:pt x="116" y="0"/>
                    <a:pt x="112" y="0"/>
                  </a:cubicBezTo>
                  <a:cubicBezTo>
                    <a:pt x="112" y="0"/>
                    <a:pt x="112" y="0"/>
                    <a:pt x="111" y="0"/>
                  </a:cubicBezTo>
                  <a:cubicBezTo>
                    <a:pt x="105" y="1"/>
                    <a:pt x="98" y="1"/>
                    <a:pt x="92" y="1"/>
                  </a:cubicBezTo>
                  <a:cubicBezTo>
                    <a:pt x="86" y="1"/>
                    <a:pt x="81" y="1"/>
                    <a:pt x="76" y="1"/>
                  </a:cubicBezTo>
                  <a:cubicBezTo>
                    <a:pt x="71" y="1"/>
                    <a:pt x="66" y="1"/>
                    <a:pt x="62" y="1"/>
                  </a:cubicBezTo>
                  <a:cubicBezTo>
                    <a:pt x="47" y="1"/>
                    <a:pt x="34" y="2"/>
                    <a:pt x="24" y="10"/>
                  </a:cubicBezTo>
                  <a:cubicBezTo>
                    <a:pt x="17" y="17"/>
                    <a:pt x="11" y="27"/>
                    <a:pt x="9" y="41"/>
                  </a:cubicBezTo>
                  <a:cubicBezTo>
                    <a:pt x="6" y="54"/>
                    <a:pt x="0" y="111"/>
                    <a:pt x="9" y="138"/>
                  </a:cubicBezTo>
                  <a:cubicBezTo>
                    <a:pt x="10" y="142"/>
                    <a:pt x="13" y="145"/>
                    <a:pt x="16" y="145"/>
                  </a:cubicBezTo>
                  <a:cubicBezTo>
                    <a:pt x="17" y="146"/>
                    <a:pt x="18" y="146"/>
                    <a:pt x="19" y="146"/>
                  </a:cubicBezTo>
                  <a:cubicBezTo>
                    <a:pt x="22" y="146"/>
                    <a:pt x="24" y="145"/>
                    <a:pt x="27" y="143"/>
                  </a:cubicBezTo>
                  <a:cubicBezTo>
                    <a:pt x="27" y="143"/>
                    <a:pt x="28" y="142"/>
                    <a:pt x="29" y="141"/>
                  </a:cubicBezTo>
                  <a:cubicBezTo>
                    <a:pt x="72" y="77"/>
                    <a:pt x="72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4" y="77"/>
                    <a:pt x="74" y="77"/>
                    <a:pt x="73" y="78"/>
                  </a:cubicBezTo>
                  <a:lnTo>
                    <a:pt x="40" y="148"/>
                  </a:lnTo>
                  <a:close/>
                  <a:moveTo>
                    <a:pt x="40" y="148"/>
                  </a:moveTo>
                  <a:cubicBezTo>
                    <a:pt x="40" y="148"/>
                    <a:pt x="40" y="148"/>
                    <a:pt x="40" y="14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BCE7F0D-C2BF-F641-B99B-5A9D004260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834"/>
              <a:ext cx="110" cy="95"/>
            </a:xfrm>
            <a:custGeom>
              <a:avLst/>
              <a:gdLst/>
              <a:ahLst/>
              <a:cxnLst>
                <a:cxn ang="0">
                  <a:pos x="163" y="52"/>
                </a:cxn>
                <a:cxn ang="0">
                  <a:pos x="114" y="0"/>
                </a:cxn>
                <a:cxn ang="0">
                  <a:pos x="104" y="1"/>
                </a:cxn>
                <a:cxn ang="0">
                  <a:pos x="11" y="32"/>
                </a:cxn>
                <a:cxn ang="0">
                  <a:pos x="7" y="43"/>
                </a:cxn>
                <a:cxn ang="0">
                  <a:pos x="15" y="52"/>
                </a:cxn>
                <a:cxn ang="0">
                  <a:pos x="90" y="73"/>
                </a:cxn>
                <a:cxn ang="0">
                  <a:pos x="90" y="73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13" y="64"/>
                </a:cxn>
                <a:cxn ang="0">
                  <a:pos x="11" y="64"/>
                </a:cxn>
                <a:cxn ang="0">
                  <a:pos x="4" y="67"/>
                </a:cxn>
                <a:cxn ang="0">
                  <a:pos x="0" y="77"/>
                </a:cxn>
                <a:cxn ang="0">
                  <a:pos x="1" y="81"/>
                </a:cxn>
                <a:cxn ang="0">
                  <a:pos x="75" y="145"/>
                </a:cxn>
                <a:cxn ang="0">
                  <a:pos x="102" y="154"/>
                </a:cxn>
                <a:cxn ang="0">
                  <a:pos x="128" y="144"/>
                </a:cxn>
                <a:cxn ang="0">
                  <a:pos x="149" y="121"/>
                </a:cxn>
                <a:cxn ang="0">
                  <a:pos x="157" y="112"/>
                </a:cxn>
                <a:cxn ang="0">
                  <a:pos x="173" y="96"/>
                </a:cxn>
                <a:cxn ang="0">
                  <a:pos x="175" y="85"/>
                </a:cxn>
                <a:cxn ang="0">
                  <a:pos x="163" y="52"/>
                </a:cxn>
                <a:cxn ang="0">
                  <a:pos x="163" y="52"/>
                </a:cxn>
                <a:cxn ang="0">
                  <a:pos x="163" y="52"/>
                </a:cxn>
              </a:cxnLst>
              <a:rect l="0" t="0" r="r" b="b"/>
              <a:pathLst>
                <a:path w="177" h="154">
                  <a:moveTo>
                    <a:pt x="163" y="52"/>
                  </a:moveTo>
                  <a:cubicBezTo>
                    <a:pt x="155" y="25"/>
                    <a:pt x="147" y="0"/>
                    <a:pt x="114" y="0"/>
                  </a:cubicBezTo>
                  <a:cubicBezTo>
                    <a:pt x="111" y="0"/>
                    <a:pt x="107" y="0"/>
                    <a:pt x="104" y="1"/>
                  </a:cubicBezTo>
                  <a:cubicBezTo>
                    <a:pt x="90" y="3"/>
                    <a:pt x="34" y="15"/>
                    <a:pt x="11" y="32"/>
                  </a:cubicBezTo>
                  <a:cubicBezTo>
                    <a:pt x="8" y="35"/>
                    <a:pt x="6" y="39"/>
                    <a:pt x="7" y="43"/>
                  </a:cubicBezTo>
                  <a:cubicBezTo>
                    <a:pt x="8" y="47"/>
                    <a:pt x="11" y="51"/>
                    <a:pt x="15" y="5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2" y="64"/>
                    <a:pt x="12" y="64"/>
                    <a:pt x="11" y="64"/>
                  </a:cubicBezTo>
                  <a:cubicBezTo>
                    <a:pt x="9" y="64"/>
                    <a:pt x="6" y="65"/>
                    <a:pt x="4" y="67"/>
                  </a:cubicBezTo>
                  <a:cubicBezTo>
                    <a:pt x="1" y="69"/>
                    <a:pt x="0" y="73"/>
                    <a:pt x="0" y="77"/>
                  </a:cubicBezTo>
                  <a:cubicBezTo>
                    <a:pt x="0" y="78"/>
                    <a:pt x="1" y="80"/>
                    <a:pt x="1" y="81"/>
                  </a:cubicBezTo>
                  <a:cubicBezTo>
                    <a:pt x="16" y="106"/>
                    <a:pt x="63" y="138"/>
                    <a:pt x="75" y="145"/>
                  </a:cubicBezTo>
                  <a:cubicBezTo>
                    <a:pt x="85" y="151"/>
                    <a:pt x="94" y="154"/>
                    <a:pt x="102" y="154"/>
                  </a:cubicBezTo>
                  <a:cubicBezTo>
                    <a:pt x="111" y="154"/>
                    <a:pt x="120" y="151"/>
                    <a:pt x="128" y="144"/>
                  </a:cubicBezTo>
                  <a:cubicBezTo>
                    <a:pt x="135" y="138"/>
                    <a:pt x="142" y="130"/>
                    <a:pt x="149" y="121"/>
                  </a:cubicBezTo>
                  <a:cubicBezTo>
                    <a:pt x="152" y="118"/>
                    <a:pt x="154" y="115"/>
                    <a:pt x="157" y="112"/>
                  </a:cubicBezTo>
                  <a:cubicBezTo>
                    <a:pt x="162" y="106"/>
                    <a:pt x="167" y="101"/>
                    <a:pt x="173" y="96"/>
                  </a:cubicBezTo>
                  <a:cubicBezTo>
                    <a:pt x="176" y="93"/>
                    <a:pt x="177" y="88"/>
                    <a:pt x="175" y="85"/>
                  </a:cubicBezTo>
                  <a:cubicBezTo>
                    <a:pt x="170" y="74"/>
                    <a:pt x="166" y="63"/>
                    <a:pt x="163" y="52"/>
                  </a:cubicBezTo>
                  <a:close/>
                  <a:moveTo>
                    <a:pt x="163" y="52"/>
                  </a:moveTo>
                  <a:cubicBezTo>
                    <a:pt x="163" y="52"/>
                    <a:pt x="163" y="52"/>
                    <a:pt x="163" y="5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18DB2A5-DB4A-EF4F-82F2-CB68F9346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8" y="1839"/>
              <a:ext cx="43" cy="39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0" y="4"/>
                </a:cxn>
                <a:cxn ang="0">
                  <a:pos x="9" y="48"/>
                </a:cxn>
                <a:cxn ang="0">
                  <a:pos x="36" y="63"/>
                </a:cxn>
                <a:cxn ang="0">
                  <a:pos x="52" y="59"/>
                </a:cxn>
                <a:cxn ang="0">
                  <a:pos x="59" y="53"/>
                </a:cxn>
                <a:cxn ang="0">
                  <a:pos x="63" y="15"/>
                </a:cxn>
                <a:cxn ang="0">
                  <a:pos x="36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</a:cxnLst>
              <a:rect l="0" t="0" r="r" b="b"/>
              <a:pathLst>
                <a:path w="70" h="63">
                  <a:moveTo>
                    <a:pt x="33" y="0"/>
                  </a:moveTo>
                  <a:cubicBezTo>
                    <a:pt x="28" y="0"/>
                    <a:pt x="24" y="2"/>
                    <a:pt x="20" y="4"/>
                  </a:cubicBezTo>
                  <a:cubicBezTo>
                    <a:pt x="5" y="13"/>
                    <a:pt x="0" y="33"/>
                    <a:pt x="9" y="48"/>
                  </a:cubicBezTo>
                  <a:cubicBezTo>
                    <a:pt x="15" y="58"/>
                    <a:pt x="25" y="63"/>
                    <a:pt x="36" y="63"/>
                  </a:cubicBezTo>
                  <a:cubicBezTo>
                    <a:pt x="41" y="63"/>
                    <a:pt x="47" y="62"/>
                    <a:pt x="52" y="59"/>
                  </a:cubicBezTo>
                  <a:cubicBezTo>
                    <a:pt x="55" y="57"/>
                    <a:pt x="57" y="55"/>
                    <a:pt x="59" y="53"/>
                  </a:cubicBezTo>
                  <a:cubicBezTo>
                    <a:pt x="68" y="43"/>
                    <a:pt x="70" y="27"/>
                    <a:pt x="63" y="15"/>
                  </a:cubicBezTo>
                  <a:cubicBezTo>
                    <a:pt x="57" y="5"/>
                    <a:pt x="46" y="0"/>
                    <a:pt x="36" y="0"/>
                  </a:cubicBezTo>
                  <a:cubicBezTo>
                    <a:pt x="35" y="0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7" name="Group 29">
            <a:extLst>
              <a:ext uri="{FF2B5EF4-FFF2-40B4-BE49-F238E27FC236}">
                <a16:creationId xmlns:a16="http://schemas.microsoft.com/office/drawing/2014/main" id="{9CE95613-5103-8C49-A71A-0590E3302816}"/>
              </a:ext>
            </a:extLst>
          </p:cNvPr>
          <p:cNvGrpSpPr/>
          <p:nvPr/>
        </p:nvGrpSpPr>
        <p:grpSpPr>
          <a:xfrm>
            <a:off x="2101915" y="2192189"/>
            <a:ext cx="1997044" cy="1611456"/>
            <a:chOff x="798970" y="1704791"/>
            <a:chExt cx="826143" cy="1208592"/>
          </a:xfrm>
        </p:grpSpPr>
        <p:sp>
          <p:nvSpPr>
            <p:cNvPr id="28" name="Text Placeholder 3">
              <a:extLst>
                <a:ext uri="{FF2B5EF4-FFF2-40B4-BE49-F238E27FC236}">
                  <a16:creationId xmlns:a16="http://schemas.microsoft.com/office/drawing/2014/main" id="{DEE606A7-B8A6-414B-9101-67C4CAE4748F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 </a:t>
              </a:r>
              <a:r>
                <a:rPr lang="en-US" altLang="zh-CN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Text Placeholder 3">
              <a:extLst>
                <a:ext uri="{FF2B5EF4-FFF2-40B4-BE49-F238E27FC236}">
                  <a16:creationId xmlns:a16="http://schemas.microsoft.com/office/drawing/2014/main" id="{A3807A53-C213-5B42-B7FC-FF52F1690487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DE579-A4C9-1347-B489-C33F06E93E2C}"/>
              </a:ext>
            </a:extLst>
          </p:cNvPr>
          <p:cNvGrpSpPr/>
          <p:nvPr/>
        </p:nvGrpSpPr>
        <p:grpSpPr>
          <a:xfrm>
            <a:off x="5691235" y="2192189"/>
            <a:ext cx="1997044" cy="1611456"/>
            <a:chOff x="798970" y="1704791"/>
            <a:chExt cx="826143" cy="1208592"/>
          </a:xfrm>
        </p:grpSpPr>
        <p:sp>
          <p:nvSpPr>
            <p:cNvPr id="31" name="Text Placeholder 3">
              <a:extLst>
                <a:ext uri="{FF2B5EF4-FFF2-40B4-BE49-F238E27FC236}">
                  <a16:creationId xmlns:a16="http://schemas.microsoft.com/office/drawing/2014/main" id="{ED0BC386-177C-5744-BC5E-0B0A1FA0B1F6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Text Placeholder 3">
              <a:extLst>
                <a:ext uri="{FF2B5EF4-FFF2-40B4-BE49-F238E27FC236}">
                  <a16:creationId xmlns:a16="http://schemas.microsoft.com/office/drawing/2014/main" id="{7F185DB2-EE05-7142-9500-C655EF41DDED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3" name="Group 29">
            <a:extLst>
              <a:ext uri="{FF2B5EF4-FFF2-40B4-BE49-F238E27FC236}">
                <a16:creationId xmlns:a16="http://schemas.microsoft.com/office/drawing/2014/main" id="{D718FD79-E0B4-8F40-99A8-C014CEFCCACB}"/>
              </a:ext>
            </a:extLst>
          </p:cNvPr>
          <p:cNvGrpSpPr/>
          <p:nvPr/>
        </p:nvGrpSpPr>
        <p:grpSpPr>
          <a:xfrm>
            <a:off x="9280557" y="2192189"/>
            <a:ext cx="1997044" cy="1611456"/>
            <a:chOff x="798970" y="1704791"/>
            <a:chExt cx="826143" cy="1208592"/>
          </a:xfrm>
        </p:grpSpPr>
        <p:sp>
          <p:nvSpPr>
            <p:cNvPr id="34" name="Text Placeholder 3">
              <a:extLst>
                <a:ext uri="{FF2B5EF4-FFF2-40B4-BE49-F238E27FC236}">
                  <a16:creationId xmlns:a16="http://schemas.microsoft.com/office/drawing/2014/main" id="{9EB2C868-C61D-F24D-A045-DFA1E9783EFF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Text Placeholder 3">
              <a:extLst>
                <a:ext uri="{FF2B5EF4-FFF2-40B4-BE49-F238E27FC236}">
                  <a16:creationId xmlns:a16="http://schemas.microsoft.com/office/drawing/2014/main" id="{9265BBE2-0512-B54A-AE8A-92C17C1D4CAB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451F108-329E-4248-A42B-F4D724C3484C}"/>
              </a:ext>
            </a:extLst>
          </p:cNvPr>
          <p:cNvSpPr txBox="1">
            <a:spLocks/>
          </p:cNvSpPr>
          <p:nvPr/>
        </p:nvSpPr>
        <p:spPr>
          <a:xfrm>
            <a:off x="871068" y="4220620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F09C2A"/>
                </a:solidFill>
                <a:latin typeface="Arial"/>
              </a:rPr>
              <a:t>04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F5E0906-60A0-8C40-86C0-B33932B34277}"/>
              </a:ext>
            </a:extLst>
          </p:cNvPr>
          <p:cNvSpPr txBox="1">
            <a:spLocks/>
          </p:cNvSpPr>
          <p:nvPr/>
        </p:nvSpPr>
        <p:spPr>
          <a:xfrm>
            <a:off x="4458383" y="4220620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564266"/>
                </a:solidFill>
                <a:latin typeface="Arial"/>
              </a:rPr>
              <a:t>05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FE793D29-A9BF-8C4D-BF40-872969000088}"/>
              </a:ext>
            </a:extLst>
          </p:cNvPr>
          <p:cNvSpPr txBox="1">
            <a:spLocks/>
          </p:cNvSpPr>
          <p:nvPr/>
        </p:nvSpPr>
        <p:spPr>
          <a:xfrm>
            <a:off x="8196003" y="4220620"/>
            <a:ext cx="1025922" cy="110799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7200" dirty="0">
                <a:solidFill>
                  <a:srgbClr val="686868"/>
                </a:solidFill>
                <a:latin typeface="Arial"/>
              </a:rPr>
              <a:t>06</a:t>
            </a:r>
          </a:p>
        </p:txBody>
      </p:sp>
      <p:grpSp>
        <p:nvGrpSpPr>
          <p:cNvPr id="39" name="Group 29">
            <a:extLst>
              <a:ext uri="{FF2B5EF4-FFF2-40B4-BE49-F238E27FC236}">
                <a16:creationId xmlns:a16="http://schemas.microsoft.com/office/drawing/2014/main" id="{9576D7F4-1D01-9B4B-B0D0-F21BA65469C3}"/>
              </a:ext>
            </a:extLst>
          </p:cNvPr>
          <p:cNvGrpSpPr/>
          <p:nvPr/>
        </p:nvGrpSpPr>
        <p:grpSpPr>
          <a:xfrm>
            <a:off x="2101915" y="4512164"/>
            <a:ext cx="1997044" cy="1611456"/>
            <a:chOff x="798970" y="1704791"/>
            <a:chExt cx="826143" cy="1208592"/>
          </a:xfrm>
        </p:grpSpPr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9A3930EA-1725-5C46-B867-0363191E4830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Text Placeholder 3">
              <a:extLst>
                <a:ext uri="{FF2B5EF4-FFF2-40B4-BE49-F238E27FC236}">
                  <a16:creationId xmlns:a16="http://schemas.microsoft.com/office/drawing/2014/main" id="{17B41798-4F01-7A4D-A212-AE10D4B14EE0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2" name="Group 29">
            <a:extLst>
              <a:ext uri="{FF2B5EF4-FFF2-40B4-BE49-F238E27FC236}">
                <a16:creationId xmlns:a16="http://schemas.microsoft.com/office/drawing/2014/main" id="{9CE9E3D3-0F3F-D14F-9785-B64C5FE556BA}"/>
              </a:ext>
            </a:extLst>
          </p:cNvPr>
          <p:cNvGrpSpPr/>
          <p:nvPr/>
        </p:nvGrpSpPr>
        <p:grpSpPr>
          <a:xfrm>
            <a:off x="5691235" y="4512164"/>
            <a:ext cx="1997044" cy="1611456"/>
            <a:chOff x="798970" y="1704791"/>
            <a:chExt cx="826143" cy="1208592"/>
          </a:xfrm>
        </p:grpSpPr>
        <p:sp>
          <p:nvSpPr>
            <p:cNvPr id="43" name="Text Placeholder 3">
              <a:extLst>
                <a:ext uri="{FF2B5EF4-FFF2-40B4-BE49-F238E27FC236}">
                  <a16:creationId xmlns:a16="http://schemas.microsoft.com/office/drawing/2014/main" id="{81C52C9F-D005-AE4F-8BB9-F090A212A8AF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5642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5642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5642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</a:t>
              </a:r>
              <a:endParaRPr lang="en-US" sz="2000" b="1" dirty="0">
                <a:solidFill>
                  <a:srgbClr val="564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4" name="Text Placeholder 3">
              <a:extLst>
                <a:ext uri="{FF2B5EF4-FFF2-40B4-BE49-F238E27FC236}">
                  <a16:creationId xmlns:a16="http://schemas.microsoft.com/office/drawing/2014/main" id="{FE6F18FF-3464-B14B-ADEF-CC826071406D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5" name="Group 29">
            <a:extLst>
              <a:ext uri="{FF2B5EF4-FFF2-40B4-BE49-F238E27FC236}">
                <a16:creationId xmlns:a16="http://schemas.microsoft.com/office/drawing/2014/main" id="{DFF623DC-E97B-5E47-8BF1-8C41B3BE10CE}"/>
              </a:ext>
            </a:extLst>
          </p:cNvPr>
          <p:cNvGrpSpPr/>
          <p:nvPr/>
        </p:nvGrpSpPr>
        <p:grpSpPr>
          <a:xfrm>
            <a:off x="9280557" y="4512164"/>
            <a:ext cx="1997044" cy="1611456"/>
            <a:chOff x="798970" y="1704791"/>
            <a:chExt cx="826143" cy="1208592"/>
          </a:xfrm>
        </p:grpSpPr>
        <p:sp>
          <p:nvSpPr>
            <p:cNvPr id="46" name="Text Placeholder 3">
              <a:extLst>
                <a:ext uri="{FF2B5EF4-FFF2-40B4-BE49-F238E27FC236}">
                  <a16:creationId xmlns:a16="http://schemas.microsoft.com/office/drawing/2014/main" id="{E35702A5-A8BD-A745-B49E-D18290B78EF8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68686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68686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68686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6</a:t>
              </a:r>
              <a:endParaRPr lang="en-US" sz="2000" b="1" dirty="0">
                <a:solidFill>
                  <a:srgbClr val="6868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Text Placeholder 3">
              <a:extLst>
                <a:ext uri="{FF2B5EF4-FFF2-40B4-BE49-F238E27FC236}">
                  <a16:creationId xmlns:a16="http://schemas.microsoft.com/office/drawing/2014/main" id="{936E9B9C-6396-0543-BF8F-711B1E0EFD2E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8" name="Group 36">
            <a:extLst>
              <a:ext uri="{FF2B5EF4-FFF2-40B4-BE49-F238E27FC236}">
                <a16:creationId xmlns:a16="http://schemas.microsoft.com/office/drawing/2014/main" id="{3F437A81-D54A-774A-8E49-C5B743D77C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52500" y="5262891"/>
            <a:ext cx="1007533" cy="928044"/>
            <a:chOff x="419" y="2309"/>
            <a:chExt cx="507" cy="467"/>
          </a:xfrm>
          <a:solidFill>
            <a:schemeClr val="accent3"/>
          </a:solidFill>
        </p:grpSpPr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63D4BA78-9DB1-324B-9D46-04EC17ED9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close/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close/>
                  <a:moveTo>
                    <a:pt x="290" y="318"/>
                  </a:moveTo>
                  <a:lnTo>
                    <a:pt x="290" y="31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8B123C7F-6EDC-1E41-9693-509398C828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moveTo>
                    <a:pt x="290" y="318"/>
                  </a:moveTo>
                  <a:lnTo>
                    <a:pt x="290" y="31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918737CE-0447-1C45-96C9-D1DF86070D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" y="2321"/>
              <a:ext cx="49" cy="101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14" y="58"/>
                </a:cxn>
                <a:cxn ang="0">
                  <a:pos x="28" y="35"/>
                </a:cxn>
                <a:cxn ang="0">
                  <a:pos x="14" y="0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0" y="35"/>
                </a:cxn>
              </a:cxnLst>
              <a:rect l="0" t="0" r="r" b="b"/>
              <a:pathLst>
                <a:path w="28" h="58">
                  <a:moveTo>
                    <a:pt x="0" y="35"/>
                  </a:moveTo>
                  <a:cubicBezTo>
                    <a:pt x="0" y="51"/>
                    <a:pt x="6" y="58"/>
                    <a:pt x="14" y="58"/>
                  </a:cubicBezTo>
                  <a:cubicBezTo>
                    <a:pt x="22" y="58"/>
                    <a:pt x="28" y="51"/>
                    <a:pt x="28" y="35"/>
                  </a:cubicBezTo>
                  <a:cubicBezTo>
                    <a:pt x="28" y="18"/>
                    <a:pt x="14" y="0"/>
                    <a:pt x="14" y="0"/>
                  </a:cubicBezTo>
                  <a:cubicBezTo>
                    <a:pt x="14" y="0"/>
                    <a:pt x="0" y="18"/>
                    <a:pt x="0" y="35"/>
                  </a:cubicBezTo>
                  <a:close/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52" name="Group 42">
            <a:extLst>
              <a:ext uri="{FF2B5EF4-FFF2-40B4-BE49-F238E27FC236}">
                <a16:creationId xmlns:a16="http://schemas.microsoft.com/office/drawing/2014/main" id="{B6C9CEFE-E569-C049-8CBD-06A117C3535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68284" y="5270189"/>
            <a:ext cx="1026584" cy="977901"/>
            <a:chOff x="2111" y="2341"/>
            <a:chExt cx="485" cy="462"/>
          </a:xfrm>
          <a:solidFill>
            <a:schemeClr val="accent5"/>
          </a:solidFill>
        </p:grpSpPr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84B0B714-2E3C-B945-9AAE-D487CFE5B3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341"/>
              <a:ext cx="485" cy="462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39" y="6"/>
                </a:cxn>
                <a:cxn ang="0">
                  <a:pos x="39" y="58"/>
                </a:cxn>
                <a:cxn ang="0">
                  <a:pos x="45" y="64"/>
                </a:cxn>
                <a:cxn ang="0">
                  <a:pos x="71" y="64"/>
                </a:cxn>
                <a:cxn ang="0">
                  <a:pos x="65" y="84"/>
                </a:cxn>
                <a:cxn ang="0">
                  <a:pos x="38" y="89"/>
                </a:cxn>
                <a:cxn ang="0">
                  <a:pos x="32" y="89"/>
                </a:cxn>
                <a:cxn ang="0">
                  <a:pos x="16" y="73"/>
                </a:cxn>
                <a:cxn ang="0">
                  <a:pos x="16" y="61"/>
                </a:cxn>
                <a:cxn ang="0">
                  <a:pos x="25" y="45"/>
                </a:cxn>
                <a:cxn ang="0">
                  <a:pos x="12" y="29"/>
                </a:cxn>
                <a:cxn ang="0">
                  <a:pos x="0" y="45"/>
                </a:cxn>
                <a:cxn ang="0">
                  <a:pos x="9" y="61"/>
                </a:cxn>
                <a:cxn ang="0">
                  <a:pos x="9" y="73"/>
                </a:cxn>
                <a:cxn ang="0">
                  <a:pos x="32" y="97"/>
                </a:cxn>
                <a:cxn ang="0">
                  <a:pos x="38" y="97"/>
                </a:cxn>
                <a:cxn ang="0">
                  <a:pos x="43" y="97"/>
                </a:cxn>
                <a:cxn ang="0">
                  <a:pos x="70" y="89"/>
                </a:cxn>
                <a:cxn ang="0">
                  <a:pos x="78" y="64"/>
                </a:cxn>
                <a:cxn ang="0">
                  <a:pos x="96" y="64"/>
                </a:cxn>
                <a:cxn ang="0">
                  <a:pos x="102" y="58"/>
                </a:cxn>
                <a:cxn ang="0">
                  <a:pos x="102" y="6"/>
                </a:cxn>
                <a:cxn ang="0">
                  <a:pos x="96" y="0"/>
                </a:cxn>
                <a:cxn ang="0">
                  <a:pos x="45" y="0"/>
                </a:cxn>
                <a:cxn ang="0">
                  <a:pos x="72" y="54"/>
                </a:cxn>
                <a:cxn ang="0">
                  <a:pos x="49" y="32"/>
                </a:cxn>
                <a:cxn ang="0">
                  <a:pos x="72" y="10"/>
                </a:cxn>
                <a:cxn ang="0">
                  <a:pos x="94" y="32"/>
                </a:cxn>
                <a:cxn ang="0">
                  <a:pos x="72" y="54"/>
                </a:cxn>
                <a:cxn ang="0">
                  <a:pos x="72" y="54"/>
                </a:cxn>
                <a:cxn ang="0">
                  <a:pos x="72" y="54"/>
                </a:cxn>
              </a:cxnLst>
              <a:rect l="0" t="0" r="r" b="b"/>
              <a:pathLst>
                <a:path w="102" h="97">
                  <a:moveTo>
                    <a:pt x="45" y="0"/>
                  </a:moveTo>
                  <a:cubicBezTo>
                    <a:pt x="42" y="0"/>
                    <a:pt x="39" y="3"/>
                    <a:pt x="39" y="6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9" y="61"/>
                    <a:pt x="42" y="64"/>
                    <a:pt x="45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73"/>
                    <a:pt x="69" y="80"/>
                    <a:pt x="65" y="84"/>
                  </a:cubicBezTo>
                  <a:cubicBezTo>
                    <a:pt x="59" y="90"/>
                    <a:pt x="48" y="90"/>
                    <a:pt x="38" y="89"/>
                  </a:cubicBezTo>
                  <a:cubicBezTo>
                    <a:pt x="36" y="89"/>
                    <a:pt x="34" y="89"/>
                    <a:pt x="32" y="89"/>
                  </a:cubicBezTo>
                  <a:cubicBezTo>
                    <a:pt x="17" y="89"/>
                    <a:pt x="16" y="74"/>
                    <a:pt x="16" y="73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21" y="59"/>
                    <a:pt x="25" y="53"/>
                    <a:pt x="25" y="45"/>
                  </a:cubicBezTo>
                  <a:cubicBezTo>
                    <a:pt x="25" y="36"/>
                    <a:pt x="19" y="29"/>
                    <a:pt x="12" y="29"/>
                  </a:cubicBezTo>
                  <a:cubicBezTo>
                    <a:pt x="6" y="29"/>
                    <a:pt x="0" y="36"/>
                    <a:pt x="0" y="45"/>
                  </a:cubicBezTo>
                  <a:cubicBezTo>
                    <a:pt x="0" y="52"/>
                    <a:pt x="4" y="58"/>
                    <a:pt x="9" y="61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81"/>
                    <a:pt x="14" y="97"/>
                    <a:pt x="32" y="97"/>
                  </a:cubicBezTo>
                  <a:cubicBezTo>
                    <a:pt x="34" y="97"/>
                    <a:pt x="36" y="97"/>
                    <a:pt x="38" y="97"/>
                  </a:cubicBezTo>
                  <a:cubicBezTo>
                    <a:pt x="39" y="97"/>
                    <a:pt x="41" y="97"/>
                    <a:pt x="43" y="97"/>
                  </a:cubicBezTo>
                  <a:cubicBezTo>
                    <a:pt x="53" y="97"/>
                    <a:pt x="63" y="96"/>
                    <a:pt x="70" y="89"/>
                  </a:cubicBezTo>
                  <a:cubicBezTo>
                    <a:pt x="75" y="84"/>
                    <a:pt x="78" y="76"/>
                    <a:pt x="78" y="64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100" y="64"/>
                    <a:pt x="102" y="61"/>
                    <a:pt x="102" y="58"/>
                  </a:cubicBezTo>
                  <a:cubicBezTo>
                    <a:pt x="102" y="6"/>
                    <a:pt x="102" y="6"/>
                    <a:pt x="102" y="6"/>
                  </a:cubicBezTo>
                  <a:cubicBezTo>
                    <a:pt x="102" y="3"/>
                    <a:pt x="100" y="0"/>
                    <a:pt x="96" y="0"/>
                  </a:cubicBezTo>
                  <a:lnTo>
                    <a:pt x="45" y="0"/>
                  </a:lnTo>
                  <a:close/>
                  <a:moveTo>
                    <a:pt x="72" y="54"/>
                  </a:moveTo>
                  <a:cubicBezTo>
                    <a:pt x="59" y="54"/>
                    <a:pt x="49" y="44"/>
                    <a:pt x="49" y="32"/>
                  </a:cubicBezTo>
                  <a:cubicBezTo>
                    <a:pt x="49" y="20"/>
                    <a:pt x="59" y="10"/>
                    <a:pt x="72" y="10"/>
                  </a:cubicBezTo>
                  <a:cubicBezTo>
                    <a:pt x="84" y="10"/>
                    <a:pt x="94" y="20"/>
                    <a:pt x="94" y="32"/>
                  </a:cubicBezTo>
                  <a:cubicBezTo>
                    <a:pt x="94" y="44"/>
                    <a:pt x="84" y="54"/>
                    <a:pt x="72" y="54"/>
                  </a:cubicBezTo>
                  <a:close/>
                  <a:moveTo>
                    <a:pt x="72" y="54"/>
                  </a:moveTo>
                  <a:cubicBezTo>
                    <a:pt x="72" y="54"/>
                    <a:pt x="72" y="54"/>
                    <a:pt x="72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CB18017E-7356-EF48-9835-59CC4F42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72" y="2413"/>
              <a:ext cx="162" cy="16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0" y="17"/>
                </a:cxn>
                <a:cxn ang="0">
                  <a:pos x="17" y="3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17" y="30"/>
                </a:cxn>
                <a:cxn ang="0">
                  <a:pos x="4" y="17"/>
                </a:cxn>
                <a:cxn ang="0">
                  <a:pos x="17" y="4"/>
                </a:cxn>
                <a:cxn ang="0">
                  <a:pos x="30" y="17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</a:cxnLst>
              <a:rect l="0" t="0" r="r" b="b"/>
              <a:pathLst>
                <a:path w="34" h="34"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lose/>
                  <a:moveTo>
                    <a:pt x="17" y="30"/>
                  </a:moveTo>
                  <a:cubicBezTo>
                    <a:pt x="17" y="30"/>
                    <a:pt x="17" y="30"/>
                    <a:pt x="17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5" name="Freeform 45">
              <a:extLst>
                <a:ext uri="{FF2B5EF4-FFF2-40B4-BE49-F238E27FC236}">
                  <a16:creationId xmlns:a16="http://schemas.microsoft.com/office/drawing/2014/main" id="{9BE67797-59C7-D14B-A3C9-7C793BD12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451"/>
              <a:ext cx="9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87DF85C4-5725-8D41-9E22-88634C2F85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522"/>
              <a:ext cx="10" cy="1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02E60951-B05E-6F4F-BEE9-5071A696A0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6" y="2489"/>
              <a:ext cx="9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A70FDCDE-1824-BF4B-8495-8D791A1AE0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6" y="2489"/>
              <a:ext cx="10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B2638017-E302-D445-A263-50F8E5065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522"/>
              <a:ext cx="9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1" y="0"/>
                    <a:pt x="1" y="0"/>
                    <a:pt x="0" y="1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F8E12617-68D4-9842-ADC1-4666FD0AB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451"/>
              <a:ext cx="10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3F4BAECF-8EE3-BD4D-BCDA-A580FE170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9" y="2455"/>
              <a:ext cx="28" cy="5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0" y="8"/>
                </a:cxn>
                <a:cxn ang="0">
                  <a:pos x="3" y="11"/>
                </a:cxn>
                <a:cxn ang="0">
                  <a:pos x="6" y="8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6" h="11">
                  <a:moveTo>
                    <a:pt x="4" y="5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3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0"/>
                    <a:pt x="1" y="11"/>
                    <a:pt x="3" y="11"/>
                  </a:cubicBezTo>
                  <a:cubicBezTo>
                    <a:pt x="4" y="11"/>
                    <a:pt x="6" y="10"/>
                    <a:pt x="6" y="8"/>
                  </a:cubicBezTo>
                  <a:cubicBezTo>
                    <a:pt x="6" y="7"/>
                    <a:pt x="5" y="6"/>
                    <a:pt x="4" y="5"/>
                  </a:cubicBezTo>
                  <a:close/>
                  <a:moveTo>
                    <a:pt x="4" y="5"/>
                  </a:moveTo>
                  <a:cubicBezTo>
                    <a:pt x="4" y="5"/>
                    <a:pt x="4" y="5"/>
                    <a:pt x="4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DD10DAD3-CBEA-8045-8AF5-96C3BFD03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4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8B07E1F3-4972-BD45-A9D1-F26AC73E2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5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64" name="Group 107">
            <a:extLst>
              <a:ext uri="{FF2B5EF4-FFF2-40B4-BE49-F238E27FC236}">
                <a16:creationId xmlns:a16="http://schemas.microsoft.com/office/drawing/2014/main" id="{5B875528-F2ED-0F46-BAF9-8F709EDE92A4}"/>
              </a:ext>
            </a:extLst>
          </p:cNvPr>
          <p:cNvGrpSpPr/>
          <p:nvPr/>
        </p:nvGrpSpPr>
        <p:grpSpPr>
          <a:xfrm>
            <a:off x="8261882" y="5348502"/>
            <a:ext cx="894833" cy="899584"/>
            <a:chOff x="7839075" y="1611313"/>
            <a:chExt cx="896938" cy="901700"/>
          </a:xfrm>
          <a:solidFill>
            <a:schemeClr val="accent6"/>
          </a:solidFill>
        </p:grpSpPr>
        <p:sp>
          <p:nvSpPr>
            <p:cNvPr id="65" name="Freeform 73">
              <a:extLst>
                <a:ext uri="{FF2B5EF4-FFF2-40B4-BE49-F238E27FC236}">
                  <a16:creationId xmlns:a16="http://schemas.microsoft.com/office/drawing/2014/main" id="{4ACCABB2-67B7-FB49-8E88-34CF147DA1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9075" y="1611313"/>
              <a:ext cx="896938" cy="901700"/>
            </a:xfrm>
            <a:custGeom>
              <a:avLst/>
              <a:gdLst/>
              <a:ahLst/>
              <a:cxnLst>
                <a:cxn ang="0">
                  <a:pos x="289" y="212"/>
                </a:cxn>
                <a:cxn ang="0">
                  <a:pos x="105" y="28"/>
                </a:cxn>
                <a:cxn ang="0">
                  <a:pos x="111" y="22"/>
                </a:cxn>
                <a:cxn ang="0">
                  <a:pos x="89" y="0"/>
                </a:cxn>
                <a:cxn ang="0">
                  <a:pos x="0" y="89"/>
                </a:cxn>
                <a:cxn ang="0">
                  <a:pos x="22" y="111"/>
                </a:cxn>
                <a:cxn ang="0">
                  <a:pos x="28" y="105"/>
                </a:cxn>
                <a:cxn ang="0">
                  <a:pos x="212" y="290"/>
                </a:cxn>
                <a:cxn ang="0">
                  <a:pos x="289" y="290"/>
                </a:cxn>
                <a:cxn ang="0">
                  <a:pos x="289" y="212"/>
                </a:cxn>
                <a:cxn ang="0">
                  <a:pos x="273" y="273"/>
                </a:cxn>
                <a:cxn ang="0">
                  <a:pos x="226" y="273"/>
                </a:cxn>
                <a:cxn ang="0">
                  <a:pos x="52" y="99"/>
                </a:cxn>
                <a:cxn ang="0">
                  <a:pos x="99" y="52"/>
                </a:cxn>
                <a:cxn ang="0">
                  <a:pos x="273" y="226"/>
                </a:cxn>
                <a:cxn ang="0">
                  <a:pos x="273" y="273"/>
                </a:cxn>
                <a:cxn ang="0">
                  <a:pos x="273" y="273"/>
                </a:cxn>
                <a:cxn ang="0">
                  <a:pos x="273" y="273"/>
                </a:cxn>
              </a:cxnLst>
              <a:rect l="0" t="0" r="r" b="b"/>
              <a:pathLst>
                <a:path w="310" h="311">
                  <a:moveTo>
                    <a:pt x="289" y="212"/>
                  </a:moveTo>
                  <a:cubicBezTo>
                    <a:pt x="105" y="28"/>
                    <a:pt x="105" y="28"/>
                    <a:pt x="105" y="28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33" y="311"/>
                    <a:pt x="268" y="311"/>
                    <a:pt x="289" y="290"/>
                  </a:cubicBezTo>
                  <a:cubicBezTo>
                    <a:pt x="310" y="268"/>
                    <a:pt x="310" y="234"/>
                    <a:pt x="289" y="212"/>
                  </a:cubicBezTo>
                  <a:close/>
                  <a:moveTo>
                    <a:pt x="273" y="273"/>
                  </a:moveTo>
                  <a:cubicBezTo>
                    <a:pt x="260" y="286"/>
                    <a:pt x="239" y="286"/>
                    <a:pt x="226" y="273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273" y="226"/>
                    <a:pt x="273" y="226"/>
                    <a:pt x="273" y="226"/>
                  </a:cubicBezTo>
                  <a:cubicBezTo>
                    <a:pt x="286" y="239"/>
                    <a:pt x="286" y="260"/>
                    <a:pt x="273" y="273"/>
                  </a:cubicBezTo>
                  <a:close/>
                  <a:moveTo>
                    <a:pt x="273" y="273"/>
                  </a:moveTo>
                  <a:cubicBezTo>
                    <a:pt x="273" y="273"/>
                    <a:pt x="273" y="273"/>
                    <a:pt x="273" y="2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6" name="Freeform 74">
              <a:extLst>
                <a:ext uri="{FF2B5EF4-FFF2-40B4-BE49-F238E27FC236}">
                  <a16:creationId xmlns:a16="http://schemas.microsoft.com/office/drawing/2014/main" id="{AE495436-292C-A545-93BD-4F9E28E67D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75625" y="1993900"/>
              <a:ext cx="447675" cy="403225"/>
            </a:xfrm>
            <a:custGeom>
              <a:avLst/>
              <a:gdLst/>
              <a:ahLst/>
              <a:cxnLst>
                <a:cxn ang="0">
                  <a:pos x="56" y="13"/>
                </a:cxn>
                <a:cxn ang="0">
                  <a:pos x="31" y="9"/>
                </a:cxn>
                <a:cxn ang="0">
                  <a:pos x="0" y="12"/>
                </a:cxn>
                <a:cxn ang="0">
                  <a:pos x="120" y="131"/>
                </a:cxn>
                <a:cxn ang="0">
                  <a:pos x="147" y="131"/>
                </a:cxn>
                <a:cxn ang="0">
                  <a:pos x="147" y="104"/>
                </a:cxn>
                <a:cxn ang="0">
                  <a:pos x="56" y="13"/>
                </a:cxn>
                <a:cxn ang="0">
                  <a:pos x="56" y="13"/>
                </a:cxn>
                <a:cxn ang="0">
                  <a:pos x="56" y="13"/>
                </a:cxn>
              </a:cxnLst>
              <a:rect l="0" t="0" r="r" b="b"/>
              <a:pathLst>
                <a:path w="155" h="139">
                  <a:moveTo>
                    <a:pt x="56" y="13"/>
                  </a:moveTo>
                  <a:cubicBezTo>
                    <a:pt x="56" y="13"/>
                    <a:pt x="42" y="0"/>
                    <a:pt x="31" y="9"/>
                  </a:cubicBezTo>
                  <a:cubicBezTo>
                    <a:pt x="19" y="18"/>
                    <a:pt x="0" y="12"/>
                    <a:pt x="0" y="1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7" y="139"/>
                    <a:pt x="139" y="139"/>
                    <a:pt x="147" y="131"/>
                  </a:cubicBezTo>
                  <a:cubicBezTo>
                    <a:pt x="155" y="124"/>
                    <a:pt x="155" y="111"/>
                    <a:pt x="147" y="104"/>
                  </a:cubicBezTo>
                  <a:lnTo>
                    <a:pt x="56" y="13"/>
                  </a:lnTo>
                  <a:close/>
                  <a:moveTo>
                    <a:pt x="56" y="13"/>
                  </a:moveTo>
                  <a:cubicBezTo>
                    <a:pt x="56" y="13"/>
                    <a:pt x="56" y="13"/>
                    <a:pt x="56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524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500"/>
                            </p:stCondLst>
                            <p:childTnLst>
                              <p:par>
                                <p:cTn id="8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36" grpId="0"/>
      <p:bldP spid="37" grpId="0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C99ABC2-D02E-4B40-B481-FE4DA2C86060}"/>
              </a:ext>
            </a:extLst>
          </p:cNvPr>
          <p:cNvGrpSpPr>
            <a:grpSpLocks noChangeAspect="1"/>
          </p:cNvGrpSpPr>
          <p:nvPr/>
        </p:nvGrpSpPr>
        <p:grpSpPr>
          <a:xfrm>
            <a:off x="4053872" y="2375876"/>
            <a:ext cx="1225288" cy="1225288"/>
            <a:chOff x="2485261" y="1052590"/>
            <a:chExt cx="604874" cy="604874"/>
          </a:xfrm>
        </p:grpSpPr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99A5C394-1579-C841-A10C-4F22F1F46653}"/>
                </a:ext>
              </a:extLst>
            </p:cNvPr>
            <p:cNvGrpSpPr/>
            <p:nvPr/>
          </p:nvGrpSpPr>
          <p:grpSpPr>
            <a:xfrm>
              <a:off x="2573119" y="1163222"/>
              <a:ext cx="429158" cy="383610"/>
              <a:chOff x="654724" y="1637314"/>
              <a:chExt cx="1229523" cy="1099028"/>
            </a:xfrm>
            <a:solidFill>
              <a:schemeClr val="accent1"/>
            </a:solidFill>
          </p:grpSpPr>
          <p:sp>
            <p:nvSpPr>
              <p:cNvPr id="8" name="Freeform 94">
                <a:extLst>
                  <a:ext uri="{FF2B5EF4-FFF2-40B4-BE49-F238E27FC236}">
                    <a16:creationId xmlns:a16="http://schemas.microsoft.com/office/drawing/2014/main" id="{91BC23D4-3190-A24D-BA6F-6BB9EBE4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259" y="1825274"/>
                <a:ext cx="452541" cy="328032"/>
              </a:xfrm>
              <a:custGeom>
                <a:avLst/>
                <a:gdLst/>
                <a:ahLst/>
                <a:cxnLst>
                  <a:cxn ang="0">
                    <a:pos x="241" y="389"/>
                  </a:cxn>
                  <a:cxn ang="0">
                    <a:pos x="410" y="422"/>
                  </a:cxn>
                  <a:cxn ang="0">
                    <a:pos x="517" y="385"/>
                  </a:cxn>
                  <a:cxn ang="0">
                    <a:pos x="626" y="183"/>
                  </a:cxn>
                  <a:cxn ang="0">
                    <a:pos x="473" y="18"/>
                  </a:cxn>
                  <a:cxn ang="0">
                    <a:pos x="305" y="99"/>
                  </a:cxn>
                  <a:cxn ang="0">
                    <a:pos x="286" y="112"/>
                  </a:cxn>
                  <a:cxn ang="0">
                    <a:pos x="265" y="102"/>
                  </a:cxn>
                  <a:cxn ang="0">
                    <a:pos x="115" y="81"/>
                  </a:cxn>
                  <a:cxn ang="0">
                    <a:pos x="0" y="197"/>
                  </a:cxn>
                  <a:cxn ang="0">
                    <a:pos x="15" y="207"/>
                  </a:cxn>
                  <a:cxn ang="0">
                    <a:pos x="144" y="456"/>
                  </a:cxn>
                  <a:cxn ang="0">
                    <a:pos x="241" y="389"/>
                  </a:cxn>
                </a:cxnLst>
                <a:rect l="0" t="0" r="r" b="b"/>
                <a:pathLst>
                  <a:path w="630" h="456">
                    <a:moveTo>
                      <a:pt x="241" y="389"/>
                    </a:moveTo>
                    <a:cubicBezTo>
                      <a:pt x="322" y="372"/>
                      <a:pt x="383" y="404"/>
                      <a:pt x="410" y="422"/>
                    </a:cubicBezTo>
                    <a:cubicBezTo>
                      <a:pt x="430" y="411"/>
                      <a:pt x="469" y="392"/>
                      <a:pt x="517" y="385"/>
                    </a:cubicBezTo>
                    <a:cubicBezTo>
                      <a:pt x="518" y="326"/>
                      <a:pt x="543" y="229"/>
                      <a:pt x="626" y="183"/>
                    </a:cubicBezTo>
                    <a:cubicBezTo>
                      <a:pt x="630" y="140"/>
                      <a:pt x="596" y="38"/>
                      <a:pt x="473" y="18"/>
                    </a:cubicBezTo>
                    <a:cubicBezTo>
                      <a:pt x="360" y="0"/>
                      <a:pt x="308" y="95"/>
                      <a:pt x="305" y="99"/>
                    </a:cubicBezTo>
                    <a:cubicBezTo>
                      <a:pt x="302" y="106"/>
                      <a:pt x="294" y="111"/>
                      <a:pt x="286" y="112"/>
                    </a:cubicBezTo>
                    <a:cubicBezTo>
                      <a:pt x="278" y="112"/>
                      <a:pt x="270" y="109"/>
                      <a:pt x="265" y="102"/>
                    </a:cubicBezTo>
                    <a:cubicBezTo>
                      <a:pt x="263" y="100"/>
                      <a:pt x="226" y="54"/>
                      <a:pt x="115" y="81"/>
                    </a:cubicBezTo>
                    <a:cubicBezTo>
                      <a:pt x="23" y="102"/>
                      <a:pt x="4" y="172"/>
                      <a:pt x="0" y="197"/>
                    </a:cubicBezTo>
                    <a:cubicBezTo>
                      <a:pt x="5" y="200"/>
                      <a:pt x="10" y="203"/>
                      <a:pt x="15" y="207"/>
                    </a:cubicBezTo>
                    <a:cubicBezTo>
                      <a:pt x="108" y="274"/>
                      <a:pt x="136" y="382"/>
                      <a:pt x="144" y="456"/>
                    </a:cubicBezTo>
                    <a:cubicBezTo>
                      <a:pt x="163" y="426"/>
                      <a:pt x="194" y="398"/>
                      <a:pt x="241" y="38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377790"/>
                  </a:solidFill>
                  <a:latin typeface="Arial"/>
                </a:endParaRPr>
              </a:p>
            </p:txBody>
          </p:sp>
          <p:sp>
            <p:nvSpPr>
              <p:cNvPr id="9" name="Freeform 95">
                <a:extLst>
                  <a:ext uri="{FF2B5EF4-FFF2-40B4-BE49-F238E27FC236}">
                    <a16:creationId xmlns:a16="http://schemas.microsoft.com/office/drawing/2014/main" id="{CBDFDE69-B7B6-A949-BC19-7AABD9A3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724" y="1637314"/>
                <a:ext cx="1229523" cy="1099028"/>
              </a:xfrm>
              <a:custGeom>
                <a:avLst/>
                <a:gdLst/>
                <a:ahLst/>
                <a:cxnLst>
                  <a:cxn ang="0">
                    <a:pos x="1586" y="533"/>
                  </a:cxn>
                  <a:cxn ang="0">
                    <a:pos x="1180" y="215"/>
                  </a:cxn>
                  <a:cxn ang="0">
                    <a:pos x="327" y="309"/>
                  </a:cxn>
                  <a:cxn ang="0">
                    <a:pos x="446" y="934"/>
                  </a:cxn>
                  <a:cxn ang="0">
                    <a:pos x="498" y="508"/>
                  </a:cxn>
                  <a:cxn ang="0">
                    <a:pos x="264" y="643"/>
                  </a:cxn>
                  <a:cxn ang="0">
                    <a:pos x="415" y="697"/>
                  </a:cxn>
                  <a:cxn ang="0">
                    <a:pos x="434" y="741"/>
                  </a:cxn>
                  <a:cxn ang="0">
                    <a:pos x="219" y="660"/>
                  </a:cxn>
                  <a:cxn ang="0">
                    <a:pos x="466" y="438"/>
                  </a:cxn>
                  <a:cxn ang="0">
                    <a:pos x="790" y="314"/>
                  </a:cxn>
                  <a:cxn ang="0">
                    <a:pos x="1145" y="323"/>
                  </a:cxn>
                  <a:cxn ang="0">
                    <a:pos x="1449" y="496"/>
                  </a:cxn>
                  <a:cxn ang="0">
                    <a:pos x="1556" y="882"/>
                  </a:cxn>
                  <a:cxn ang="0">
                    <a:pos x="1272" y="974"/>
                  </a:cxn>
                  <a:cxn ang="0">
                    <a:pos x="807" y="1047"/>
                  </a:cxn>
                  <a:cxn ang="0">
                    <a:pos x="717" y="974"/>
                  </a:cxn>
                  <a:cxn ang="0">
                    <a:pos x="760" y="954"/>
                  </a:cxn>
                  <a:cxn ang="0">
                    <a:pos x="942" y="931"/>
                  </a:cxn>
                  <a:cxn ang="0">
                    <a:pos x="1454" y="953"/>
                  </a:cxn>
                  <a:cxn ang="0">
                    <a:pos x="1460" y="727"/>
                  </a:cxn>
                  <a:cxn ang="0">
                    <a:pos x="1415" y="530"/>
                  </a:cxn>
                  <a:cxn ang="0">
                    <a:pos x="1076" y="644"/>
                  </a:cxn>
                  <a:cxn ang="0">
                    <a:pos x="1264" y="785"/>
                  </a:cxn>
                  <a:cxn ang="0">
                    <a:pos x="934" y="733"/>
                  </a:cxn>
                  <a:cxn ang="0">
                    <a:pos x="762" y="698"/>
                  </a:cxn>
                  <a:cxn ang="0">
                    <a:pos x="649" y="831"/>
                  </a:cxn>
                  <a:cxn ang="0">
                    <a:pos x="467" y="1053"/>
                  </a:cxn>
                  <a:cxn ang="0">
                    <a:pos x="817" y="1278"/>
                  </a:cxn>
                  <a:cxn ang="0">
                    <a:pos x="1161" y="1148"/>
                  </a:cxn>
                  <a:cxn ang="0">
                    <a:pos x="1107" y="1079"/>
                  </a:cxn>
                  <a:cxn ang="0">
                    <a:pos x="1206" y="1132"/>
                  </a:cxn>
                  <a:cxn ang="0">
                    <a:pos x="1176" y="1277"/>
                  </a:cxn>
                  <a:cxn ang="0">
                    <a:pos x="837" y="1335"/>
                  </a:cxn>
                  <a:cxn ang="0">
                    <a:pos x="1340" y="1413"/>
                  </a:cxn>
                  <a:cxn ang="0">
                    <a:pos x="1704" y="806"/>
                  </a:cxn>
                </a:cxnLst>
                <a:rect l="0" t="0" r="r" b="b"/>
                <a:pathLst>
                  <a:path w="1711" h="1531">
                    <a:moveTo>
                      <a:pt x="1704" y="806"/>
                    </a:moveTo>
                    <a:cubicBezTo>
                      <a:pt x="1698" y="609"/>
                      <a:pt x="1586" y="533"/>
                      <a:pt x="1586" y="533"/>
                    </a:cubicBezTo>
                    <a:cubicBezTo>
                      <a:pt x="1586" y="533"/>
                      <a:pt x="1573" y="438"/>
                      <a:pt x="1486" y="336"/>
                    </a:cubicBezTo>
                    <a:cubicBezTo>
                      <a:pt x="1352" y="188"/>
                      <a:pt x="1180" y="215"/>
                      <a:pt x="1180" y="215"/>
                    </a:cubicBezTo>
                    <a:cubicBezTo>
                      <a:pt x="959" y="0"/>
                      <a:pt x="732" y="165"/>
                      <a:pt x="732" y="165"/>
                    </a:cubicBezTo>
                    <a:cubicBezTo>
                      <a:pt x="417" y="62"/>
                      <a:pt x="327" y="309"/>
                      <a:pt x="327" y="309"/>
                    </a:cubicBezTo>
                    <a:cubicBezTo>
                      <a:pt x="147" y="328"/>
                      <a:pt x="0" y="540"/>
                      <a:pt x="132" y="766"/>
                    </a:cubicBezTo>
                    <a:cubicBezTo>
                      <a:pt x="233" y="940"/>
                      <a:pt x="382" y="942"/>
                      <a:pt x="446" y="934"/>
                    </a:cubicBezTo>
                    <a:cubicBezTo>
                      <a:pt x="466" y="879"/>
                      <a:pt x="511" y="818"/>
                      <a:pt x="608" y="791"/>
                    </a:cubicBezTo>
                    <a:cubicBezTo>
                      <a:pt x="609" y="782"/>
                      <a:pt x="621" y="597"/>
                      <a:pt x="498" y="508"/>
                    </a:cubicBezTo>
                    <a:cubicBezTo>
                      <a:pt x="424" y="455"/>
                      <a:pt x="342" y="468"/>
                      <a:pt x="297" y="503"/>
                    </a:cubicBezTo>
                    <a:cubicBezTo>
                      <a:pt x="254" y="536"/>
                      <a:pt x="242" y="587"/>
                      <a:pt x="264" y="643"/>
                    </a:cubicBezTo>
                    <a:cubicBezTo>
                      <a:pt x="275" y="671"/>
                      <a:pt x="292" y="690"/>
                      <a:pt x="316" y="700"/>
                    </a:cubicBezTo>
                    <a:cubicBezTo>
                      <a:pt x="361" y="719"/>
                      <a:pt x="415" y="697"/>
                      <a:pt x="415" y="697"/>
                    </a:cubicBezTo>
                    <a:cubicBezTo>
                      <a:pt x="427" y="692"/>
                      <a:pt x="441" y="697"/>
                      <a:pt x="447" y="710"/>
                    </a:cubicBezTo>
                    <a:cubicBezTo>
                      <a:pt x="452" y="722"/>
                      <a:pt x="446" y="736"/>
                      <a:pt x="434" y="741"/>
                    </a:cubicBezTo>
                    <a:cubicBezTo>
                      <a:pt x="431" y="742"/>
                      <a:pt x="361" y="771"/>
                      <a:pt x="297" y="744"/>
                    </a:cubicBezTo>
                    <a:cubicBezTo>
                      <a:pt x="262" y="730"/>
                      <a:pt x="235" y="701"/>
                      <a:pt x="219" y="660"/>
                    </a:cubicBezTo>
                    <a:cubicBezTo>
                      <a:pt x="189" y="584"/>
                      <a:pt x="208" y="511"/>
                      <a:pt x="268" y="465"/>
                    </a:cubicBezTo>
                    <a:cubicBezTo>
                      <a:pt x="323" y="422"/>
                      <a:pt x="398" y="413"/>
                      <a:pt x="466" y="438"/>
                    </a:cubicBezTo>
                    <a:cubicBezTo>
                      <a:pt x="478" y="387"/>
                      <a:pt x="518" y="319"/>
                      <a:pt x="614" y="296"/>
                    </a:cubicBezTo>
                    <a:cubicBezTo>
                      <a:pt x="707" y="274"/>
                      <a:pt x="762" y="295"/>
                      <a:pt x="790" y="314"/>
                    </a:cubicBezTo>
                    <a:cubicBezTo>
                      <a:pt x="824" y="270"/>
                      <a:pt x="893" y="217"/>
                      <a:pt x="992" y="233"/>
                    </a:cubicBezTo>
                    <a:cubicBezTo>
                      <a:pt x="1074" y="246"/>
                      <a:pt x="1121" y="289"/>
                      <a:pt x="1145" y="323"/>
                    </a:cubicBezTo>
                    <a:cubicBezTo>
                      <a:pt x="1168" y="355"/>
                      <a:pt x="1182" y="392"/>
                      <a:pt x="1185" y="426"/>
                    </a:cubicBezTo>
                    <a:cubicBezTo>
                      <a:pt x="1278" y="403"/>
                      <a:pt x="1386" y="432"/>
                      <a:pt x="1449" y="496"/>
                    </a:cubicBezTo>
                    <a:cubicBezTo>
                      <a:pt x="1501" y="549"/>
                      <a:pt x="1519" y="621"/>
                      <a:pt x="1500" y="699"/>
                    </a:cubicBezTo>
                    <a:cubicBezTo>
                      <a:pt x="1524" y="723"/>
                      <a:pt x="1570" y="782"/>
                      <a:pt x="1556" y="882"/>
                    </a:cubicBezTo>
                    <a:cubicBezTo>
                      <a:pt x="1549" y="935"/>
                      <a:pt x="1520" y="976"/>
                      <a:pt x="1474" y="997"/>
                    </a:cubicBezTo>
                    <a:cubicBezTo>
                      <a:pt x="1416" y="1024"/>
                      <a:pt x="1336" y="1015"/>
                      <a:pt x="1272" y="974"/>
                    </a:cubicBezTo>
                    <a:cubicBezTo>
                      <a:pt x="1180" y="916"/>
                      <a:pt x="1038" y="913"/>
                      <a:pt x="972" y="968"/>
                    </a:cubicBezTo>
                    <a:cubicBezTo>
                      <a:pt x="922" y="1010"/>
                      <a:pt x="863" y="1052"/>
                      <a:pt x="807" y="1047"/>
                    </a:cubicBezTo>
                    <a:cubicBezTo>
                      <a:pt x="803" y="1047"/>
                      <a:pt x="799" y="1046"/>
                      <a:pt x="794" y="1045"/>
                    </a:cubicBezTo>
                    <a:cubicBezTo>
                      <a:pt x="762" y="1038"/>
                      <a:pt x="735" y="1014"/>
                      <a:pt x="717" y="974"/>
                    </a:cubicBezTo>
                    <a:cubicBezTo>
                      <a:pt x="711" y="962"/>
                      <a:pt x="716" y="948"/>
                      <a:pt x="728" y="942"/>
                    </a:cubicBezTo>
                    <a:cubicBezTo>
                      <a:pt x="740" y="937"/>
                      <a:pt x="754" y="942"/>
                      <a:pt x="760" y="954"/>
                    </a:cubicBezTo>
                    <a:cubicBezTo>
                      <a:pt x="772" y="980"/>
                      <a:pt x="787" y="994"/>
                      <a:pt x="805" y="998"/>
                    </a:cubicBezTo>
                    <a:cubicBezTo>
                      <a:pt x="844" y="1007"/>
                      <a:pt x="902" y="964"/>
                      <a:pt x="942" y="931"/>
                    </a:cubicBezTo>
                    <a:cubicBezTo>
                      <a:pt x="1024" y="862"/>
                      <a:pt x="1187" y="864"/>
                      <a:pt x="1297" y="934"/>
                    </a:cubicBezTo>
                    <a:cubicBezTo>
                      <a:pt x="1348" y="966"/>
                      <a:pt x="1410" y="974"/>
                      <a:pt x="1454" y="953"/>
                    </a:cubicBezTo>
                    <a:cubicBezTo>
                      <a:pt x="1485" y="939"/>
                      <a:pt x="1504" y="912"/>
                      <a:pt x="1509" y="876"/>
                    </a:cubicBezTo>
                    <a:cubicBezTo>
                      <a:pt x="1523" y="774"/>
                      <a:pt x="1460" y="728"/>
                      <a:pt x="1460" y="727"/>
                    </a:cubicBezTo>
                    <a:cubicBezTo>
                      <a:pt x="1451" y="721"/>
                      <a:pt x="1448" y="711"/>
                      <a:pt x="1450" y="701"/>
                    </a:cubicBezTo>
                    <a:cubicBezTo>
                      <a:pt x="1470" y="633"/>
                      <a:pt x="1458" y="574"/>
                      <a:pt x="1415" y="530"/>
                    </a:cubicBezTo>
                    <a:cubicBezTo>
                      <a:pt x="1363" y="476"/>
                      <a:pt x="1272" y="453"/>
                      <a:pt x="1195" y="473"/>
                    </a:cubicBezTo>
                    <a:cubicBezTo>
                      <a:pt x="1093" y="499"/>
                      <a:pt x="1078" y="609"/>
                      <a:pt x="1076" y="644"/>
                    </a:cubicBezTo>
                    <a:cubicBezTo>
                      <a:pt x="1136" y="647"/>
                      <a:pt x="1204" y="674"/>
                      <a:pt x="1267" y="751"/>
                    </a:cubicBezTo>
                    <a:cubicBezTo>
                      <a:pt x="1275" y="762"/>
                      <a:pt x="1274" y="777"/>
                      <a:pt x="1264" y="785"/>
                    </a:cubicBezTo>
                    <a:cubicBezTo>
                      <a:pt x="1253" y="794"/>
                      <a:pt x="1238" y="792"/>
                      <a:pt x="1230" y="782"/>
                    </a:cubicBezTo>
                    <a:cubicBezTo>
                      <a:pt x="1095" y="617"/>
                      <a:pt x="941" y="728"/>
                      <a:pt x="934" y="733"/>
                    </a:cubicBezTo>
                    <a:cubicBezTo>
                      <a:pt x="925" y="740"/>
                      <a:pt x="912" y="739"/>
                      <a:pt x="904" y="732"/>
                    </a:cubicBezTo>
                    <a:cubicBezTo>
                      <a:pt x="902" y="730"/>
                      <a:pt x="845" y="681"/>
                      <a:pt x="762" y="698"/>
                    </a:cubicBezTo>
                    <a:cubicBezTo>
                      <a:pt x="683" y="714"/>
                      <a:pt x="669" y="810"/>
                      <a:pt x="669" y="811"/>
                    </a:cubicBezTo>
                    <a:cubicBezTo>
                      <a:pt x="667" y="821"/>
                      <a:pt x="659" y="829"/>
                      <a:pt x="649" y="831"/>
                    </a:cubicBezTo>
                    <a:cubicBezTo>
                      <a:pt x="466" y="864"/>
                      <a:pt x="476" y="1025"/>
                      <a:pt x="476" y="1032"/>
                    </a:cubicBezTo>
                    <a:cubicBezTo>
                      <a:pt x="477" y="1040"/>
                      <a:pt x="473" y="1048"/>
                      <a:pt x="467" y="1053"/>
                    </a:cubicBezTo>
                    <a:cubicBezTo>
                      <a:pt x="495" y="1292"/>
                      <a:pt x="815" y="1270"/>
                      <a:pt x="815" y="1270"/>
                    </a:cubicBezTo>
                    <a:cubicBezTo>
                      <a:pt x="816" y="1273"/>
                      <a:pt x="816" y="1276"/>
                      <a:pt x="817" y="1278"/>
                    </a:cubicBezTo>
                    <a:cubicBezTo>
                      <a:pt x="826" y="1282"/>
                      <a:pt x="1041" y="1363"/>
                      <a:pt x="1138" y="1248"/>
                    </a:cubicBezTo>
                    <a:cubicBezTo>
                      <a:pt x="1162" y="1208"/>
                      <a:pt x="1170" y="1174"/>
                      <a:pt x="1161" y="1148"/>
                    </a:cubicBezTo>
                    <a:cubicBezTo>
                      <a:pt x="1151" y="1120"/>
                      <a:pt x="1122" y="1110"/>
                      <a:pt x="1122" y="1110"/>
                    </a:cubicBezTo>
                    <a:cubicBezTo>
                      <a:pt x="1109" y="1106"/>
                      <a:pt x="1103" y="1092"/>
                      <a:pt x="1107" y="1079"/>
                    </a:cubicBezTo>
                    <a:cubicBezTo>
                      <a:pt x="1111" y="1067"/>
                      <a:pt x="1125" y="1060"/>
                      <a:pt x="1138" y="1064"/>
                    </a:cubicBezTo>
                    <a:cubicBezTo>
                      <a:pt x="1140" y="1065"/>
                      <a:pt x="1188" y="1082"/>
                      <a:pt x="1206" y="1132"/>
                    </a:cubicBezTo>
                    <a:cubicBezTo>
                      <a:pt x="1221" y="1172"/>
                      <a:pt x="1211" y="1220"/>
                      <a:pt x="1178" y="1274"/>
                    </a:cubicBezTo>
                    <a:cubicBezTo>
                      <a:pt x="1177" y="1275"/>
                      <a:pt x="1177" y="1276"/>
                      <a:pt x="1176" y="1277"/>
                    </a:cubicBezTo>
                    <a:cubicBezTo>
                      <a:pt x="1116" y="1350"/>
                      <a:pt x="1024" y="1363"/>
                      <a:pt x="946" y="1356"/>
                    </a:cubicBezTo>
                    <a:cubicBezTo>
                      <a:pt x="903" y="1353"/>
                      <a:pt x="864" y="1343"/>
                      <a:pt x="837" y="1335"/>
                    </a:cubicBezTo>
                    <a:cubicBezTo>
                      <a:pt x="893" y="1460"/>
                      <a:pt x="1019" y="1517"/>
                      <a:pt x="1153" y="1523"/>
                    </a:cubicBezTo>
                    <a:cubicBezTo>
                      <a:pt x="1310" y="1531"/>
                      <a:pt x="1340" y="1413"/>
                      <a:pt x="1340" y="1413"/>
                    </a:cubicBezTo>
                    <a:cubicBezTo>
                      <a:pt x="1551" y="1329"/>
                      <a:pt x="1506" y="1116"/>
                      <a:pt x="1506" y="1116"/>
                    </a:cubicBezTo>
                    <a:cubicBezTo>
                      <a:pt x="1594" y="1103"/>
                      <a:pt x="1711" y="1004"/>
                      <a:pt x="1704" y="80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 dirty="0">
                  <a:solidFill>
                    <a:srgbClr val="377790"/>
                  </a:solidFill>
                  <a:latin typeface="Arial"/>
                </a:endParaRPr>
              </a:p>
            </p:txBody>
          </p:sp>
        </p:grpSp>
        <p:sp>
          <p:nvSpPr>
            <p:cNvPr id="7" name="Sev01">
              <a:extLst>
                <a:ext uri="{FF2B5EF4-FFF2-40B4-BE49-F238E27FC236}">
                  <a16:creationId xmlns:a16="http://schemas.microsoft.com/office/drawing/2014/main" id="{94D43351-8468-0E44-AE10-5FCF0CA285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85261" y="1052590"/>
              <a:ext cx="604874" cy="60487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5333" dirty="0">
                <a:solidFill>
                  <a:srgbClr val="FFFFFF"/>
                </a:solidFill>
                <a:latin typeface="FontAwesome" pitchFamily="2" charset="0"/>
              </a:endParaRPr>
            </a:p>
          </p:txBody>
        </p:sp>
      </p:grp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14B48A03-C0DC-FB4C-A958-33C4CBF3AB08}"/>
              </a:ext>
            </a:extLst>
          </p:cNvPr>
          <p:cNvCxnSpPr/>
          <p:nvPr/>
        </p:nvCxnSpPr>
        <p:spPr>
          <a:xfrm>
            <a:off x="2321701" y="2988520"/>
            <a:ext cx="172851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59">
            <a:extLst>
              <a:ext uri="{FF2B5EF4-FFF2-40B4-BE49-F238E27FC236}">
                <a16:creationId xmlns:a16="http://schemas.microsoft.com/office/drawing/2014/main" id="{6510EF75-8F4B-F841-858B-0F90A9D82067}"/>
              </a:ext>
            </a:extLst>
          </p:cNvPr>
          <p:cNvGrpSpPr/>
          <p:nvPr/>
        </p:nvGrpSpPr>
        <p:grpSpPr>
          <a:xfrm>
            <a:off x="2049507" y="2257002"/>
            <a:ext cx="1463039" cy="1463039"/>
            <a:chOff x="1688904" y="1134544"/>
            <a:chExt cx="1097279" cy="1097279"/>
          </a:xfrm>
        </p:grpSpPr>
        <p:sp>
          <p:nvSpPr>
            <p:cNvPr id="12" name="Arc 21">
              <a:extLst>
                <a:ext uri="{FF2B5EF4-FFF2-40B4-BE49-F238E27FC236}">
                  <a16:creationId xmlns:a16="http://schemas.microsoft.com/office/drawing/2014/main" id="{2D2EB083-6350-CA42-B3D0-03F97E3C454B}"/>
                </a:ext>
              </a:extLst>
            </p:cNvPr>
            <p:cNvSpPr/>
            <p:nvPr/>
          </p:nvSpPr>
          <p:spPr>
            <a:xfrm>
              <a:off x="1688904" y="1134544"/>
              <a:ext cx="1097279" cy="1097279"/>
            </a:xfrm>
            <a:prstGeom prst="arc">
              <a:avLst>
                <a:gd name="adj1" fmla="val 16200000"/>
                <a:gd name="adj2" fmla="val 5426856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13" name="Straight Connector 26">
              <a:extLst>
                <a:ext uri="{FF2B5EF4-FFF2-40B4-BE49-F238E27FC236}">
                  <a16:creationId xmlns:a16="http://schemas.microsoft.com/office/drawing/2014/main" id="{FA3130D8-A77F-ED4A-ABB0-5A6C513E7EF1}"/>
                </a:ext>
              </a:extLst>
            </p:cNvPr>
            <p:cNvCxnSpPr/>
            <p:nvPr/>
          </p:nvCxnSpPr>
          <p:spPr>
            <a:xfrm>
              <a:off x="1893049" y="1134544"/>
              <a:ext cx="348388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28">
              <a:extLst>
                <a:ext uri="{FF2B5EF4-FFF2-40B4-BE49-F238E27FC236}">
                  <a16:creationId xmlns:a16="http://schemas.microsoft.com/office/drawing/2014/main" id="{325437DC-A418-CE4D-A680-F3C19CE9BF98}"/>
                </a:ext>
              </a:extLst>
            </p:cNvPr>
            <p:cNvCxnSpPr/>
            <p:nvPr/>
          </p:nvCxnSpPr>
          <p:spPr>
            <a:xfrm>
              <a:off x="1893049" y="2231823"/>
              <a:ext cx="348388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ounded Rectangle 31">
            <a:extLst>
              <a:ext uri="{FF2B5EF4-FFF2-40B4-BE49-F238E27FC236}">
                <a16:creationId xmlns:a16="http://schemas.microsoft.com/office/drawing/2014/main" id="{391DD29F-753A-C740-AF6D-13C0244B1D20}"/>
              </a:ext>
            </a:extLst>
          </p:cNvPr>
          <p:cNvSpPr/>
          <p:nvPr/>
        </p:nvSpPr>
        <p:spPr>
          <a:xfrm>
            <a:off x="719348" y="2086725"/>
            <a:ext cx="1602353" cy="349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01</a:t>
            </a:r>
          </a:p>
        </p:txBody>
      </p:sp>
      <p:sp>
        <p:nvSpPr>
          <p:cNvPr id="16" name="Rounded Rectangle 32">
            <a:extLst>
              <a:ext uri="{FF2B5EF4-FFF2-40B4-BE49-F238E27FC236}">
                <a16:creationId xmlns:a16="http://schemas.microsoft.com/office/drawing/2014/main" id="{02BFBDD4-CCB3-924D-9539-F17127779D5E}"/>
              </a:ext>
            </a:extLst>
          </p:cNvPr>
          <p:cNvSpPr/>
          <p:nvPr/>
        </p:nvSpPr>
        <p:spPr>
          <a:xfrm>
            <a:off x="719348" y="2822410"/>
            <a:ext cx="1602353" cy="349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02</a:t>
            </a:r>
          </a:p>
        </p:txBody>
      </p:sp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53235790-DBB2-164A-821B-5A292ACAC6C4}"/>
              </a:ext>
            </a:extLst>
          </p:cNvPr>
          <p:cNvSpPr/>
          <p:nvPr/>
        </p:nvSpPr>
        <p:spPr>
          <a:xfrm>
            <a:off x="719348" y="3545389"/>
            <a:ext cx="1602353" cy="349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03</a:t>
            </a:r>
          </a:p>
        </p:txBody>
      </p:sp>
      <p:grpSp>
        <p:nvGrpSpPr>
          <p:cNvPr id="18" name="Group 56">
            <a:extLst>
              <a:ext uri="{FF2B5EF4-FFF2-40B4-BE49-F238E27FC236}">
                <a16:creationId xmlns:a16="http://schemas.microsoft.com/office/drawing/2014/main" id="{3EE19363-0C2C-5344-8961-28AE82696A2E}"/>
              </a:ext>
            </a:extLst>
          </p:cNvPr>
          <p:cNvGrpSpPr/>
          <p:nvPr/>
        </p:nvGrpSpPr>
        <p:grpSpPr>
          <a:xfrm>
            <a:off x="6808743" y="4716970"/>
            <a:ext cx="1225288" cy="1225288"/>
            <a:chOff x="4514393" y="2768994"/>
            <a:chExt cx="918966" cy="918966"/>
          </a:xfrm>
        </p:grpSpPr>
        <p:sp>
          <p:nvSpPr>
            <p:cNvPr id="19" name="Sev01">
              <a:extLst>
                <a:ext uri="{FF2B5EF4-FFF2-40B4-BE49-F238E27FC236}">
                  <a16:creationId xmlns:a16="http://schemas.microsoft.com/office/drawing/2014/main" id="{8E1C0E76-AF47-7842-8A09-3CE9F81927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4393" y="2768994"/>
              <a:ext cx="918966" cy="918966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5333" dirty="0">
                <a:solidFill>
                  <a:srgbClr val="FFFFFF"/>
                </a:solidFill>
                <a:latin typeface="FontAwesome" pitchFamily="2" charset="0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791C4A1-1644-AE41-81B4-03C1FAE6E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564" y="2995576"/>
              <a:ext cx="354624" cy="465803"/>
            </a:xfrm>
            <a:custGeom>
              <a:avLst/>
              <a:gdLst/>
              <a:ahLst/>
              <a:cxnLst>
                <a:cxn ang="0">
                  <a:pos x="99" y="21"/>
                </a:cxn>
                <a:cxn ang="0">
                  <a:pos x="94" y="6"/>
                </a:cxn>
                <a:cxn ang="0">
                  <a:pos x="83" y="0"/>
                </a:cxn>
                <a:cxn ang="0">
                  <a:pos x="68" y="0"/>
                </a:cxn>
                <a:cxn ang="0">
                  <a:pos x="50" y="3"/>
                </a:cxn>
                <a:cxn ang="0">
                  <a:pos x="32" y="0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0" y="21"/>
                </a:cxn>
                <a:cxn ang="0">
                  <a:pos x="7" y="57"/>
                </a:cxn>
                <a:cxn ang="0">
                  <a:pos x="12" y="81"/>
                </a:cxn>
                <a:cxn ang="0">
                  <a:pos x="21" y="126"/>
                </a:cxn>
                <a:cxn ang="0">
                  <a:pos x="32" y="125"/>
                </a:cxn>
                <a:cxn ang="0">
                  <a:pos x="50" y="64"/>
                </a:cxn>
                <a:cxn ang="0">
                  <a:pos x="68" y="125"/>
                </a:cxn>
                <a:cxn ang="0">
                  <a:pos x="79" y="126"/>
                </a:cxn>
                <a:cxn ang="0">
                  <a:pos x="88" y="81"/>
                </a:cxn>
                <a:cxn ang="0">
                  <a:pos x="93" y="57"/>
                </a:cxn>
                <a:cxn ang="0">
                  <a:pos x="99" y="21"/>
                </a:cxn>
              </a:cxnLst>
              <a:rect l="0" t="0" r="r" b="b"/>
              <a:pathLst>
                <a:path w="100" h="131">
                  <a:moveTo>
                    <a:pt x="99" y="21"/>
                  </a:moveTo>
                  <a:cubicBezTo>
                    <a:pt x="99" y="16"/>
                    <a:pt x="96" y="9"/>
                    <a:pt x="94" y="6"/>
                  </a:cubicBezTo>
                  <a:cubicBezTo>
                    <a:pt x="91" y="3"/>
                    <a:pt x="86" y="1"/>
                    <a:pt x="83" y="0"/>
                  </a:cubicBezTo>
                  <a:cubicBezTo>
                    <a:pt x="80" y="0"/>
                    <a:pt x="73" y="0"/>
                    <a:pt x="68" y="0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7" y="0"/>
                    <a:pt x="20" y="0"/>
                    <a:pt x="17" y="0"/>
                  </a:cubicBezTo>
                  <a:cubicBezTo>
                    <a:pt x="13" y="1"/>
                    <a:pt x="9" y="3"/>
                    <a:pt x="6" y="6"/>
                  </a:cubicBezTo>
                  <a:cubicBezTo>
                    <a:pt x="4" y="9"/>
                    <a:pt x="1" y="16"/>
                    <a:pt x="0" y="21"/>
                  </a:cubicBezTo>
                  <a:cubicBezTo>
                    <a:pt x="0" y="30"/>
                    <a:pt x="1" y="44"/>
                    <a:pt x="7" y="57"/>
                  </a:cubicBezTo>
                  <a:cubicBezTo>
                    <a:pt x="7" y="57"/>
                    <a:pt x="12" y="67"/>
                    <a:pt x="12" y="81"/>
                  </a:cubicBezTo>
                  <a:cubicBezTo>
                    <a:pt x="12" y="92"/>
                    <a:pt x="16" y="116"/>
                    <a:pt x="21" y="126"/>
                  </a:cubicBezTo>
                  <a:cubicBezTo>
                    <a:pt x="23" y="131"/>
                    <a:pt x="30" y="130"/>
                    <a:pt x="32" y="125"/>
                  </a:cubicBezTo>
                  <a:cubicBezTo>
                    <a:pt x="37" y="108"/>
                    <a:pt x="40" y="64"/>
                    <a:pt x="50" y="64"/>
                  </a:cubicBezTo>
                  <a:cubicBezTo>
                    <a:pt x="59" y="64"/>
                    <a:pt x="63" y="108"/>
                    <a:pt x="68" y="125"/>
                  </a:cubicBezTo>
                  <a:cubicBezTo>
                    <a:pt x="69" y="130"/>
                    <a:pt x="76" y="131"/>
                    <a:pt x="79" y="126"/>
                  </a:cubicBezTo>
                  <a:cubicBezTo>
                    <a:pt x="84" y="116"/>
                    <a:pt x="88" y="92"/>
                    <a:pt x="88" y="81"/>
                  </a:cubicBezTo>
                  <a:cubicBezTo>
                    <a:pt x="88" y="67"/>
                    <a:pt x="93" y="57"/>
                    <a:pt x="93" y="57"/>
                  </a:cubicBezTo>
                  <a:cubicBezTo>
                    <a:pt x="99" y="44"/>
                    <a:pt x="100" y="30"/>
                    <a:pt x="99" y="21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1" name="Group 58">
            <a:extLst>
              <a:ext uri="{FF2B5EF4-FFF2-40B4-BE49-F238E27FC236}">
                <a16:creationId xmlns:a16="http://schemas.microsoft.com/office/drawing/2014/main" id="{7F70E960-5157-7444-9A73-2C146E8D4EA3}"/>
              </a:ext>
            </a:extLst>
          </p:cNvPr>
          <p:cNvGrpSpPr/>
          <p:nvPr/>
        </p:nvGrpSpPr>
        <p:grpSpPr>
          <a:xfrm>
            <a:off x="6808743" y="2385163"/>
            <a:ext cx="1225288" cy="1225288"/>
            <a:chOff x="4514393" y="1491454"/>
            <a:chExt cx="918966" cy="918966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4E8BC131-2305-2D4E-BB14-BA5E0773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684" y="1641361"/>
              <a:ext cx="452384" cy="619153"/>
            </a:xfrm>
            <a:custGeom>
              <a:avLst/>
              <a:gdLst/>
              <a:ahLst/>
              <a:cxnLst>
                <a:cxn ang="0">
                  <a:pos x="119" y="32"/>
                </a:cxn>
                <a:cxn ang="0">
                  <a:pos x="85" y="6"/>
                </a:cxn>
                <a:cxn ang="0">
                  <a:pos x="24" y="17"/>
                </a:cxn>
                <a:cxn ang="0">
                  <a:pos x="7" y="81"/>
                </a:cxn>
                <a:cxn ang="0">
                  <a:pos x="10" y="83"/>
                </a:cxn>
                <a:cxn ang="0">
                  <a:pos x="13" y="80"/>
                </a:cxn>
                <a:cxn ang="0">
                  <a:pos x="28" y="21"/>
                </a:cxn>
                <a:cxn ang="0">
                  <a:pos x="84" y="12"/>
                </a:cxn>
                <a:cxn ang="0">
                  <a:pos x="113" y="35"/>
                </a:cxn>
                <a:cxn ang="0">
                  <a:pos x="102" y="106"/>
                </a:cxn>
                <a:cxn ang="0">
                  <a:pos x="94" y="127"/>
                </a:cxn>
                <a:cxn ang="0">
                  <a:pos x="83" y="157"/>
                </a:cxn>
                <a:cxn ang="0">
                  <a:pos x="54" y="168"/>
                </a:cxn>
                <a:cxn ang="0">
                  <a:pos x="29" y="151"/>
                </a:cxn>
                <a:cxn ang="0">
                  <a:pos x="21" y="115"/>
                </a:cxn>
                <a:cxn ang="0">
                  <a:pos x="36" y="113"/>
                </a:cxn>
                <a:cxn ang="0">
                  <a:pos x="40" y="123"/>
                </a:cxn>
                <a:cxn ang="0">
                  <a:pos x="52" y="141"/>
                </a:cxn>
                <a:cxn ang="0">
                  <a:pos x="67" y="135"/>
                </a:cxn>
                <a:cxn ang="0">
                  <a:pos x="62" y="110"/>
                </a:cxn>
                <a:cxn ang="0">
                  <a:pos x="74" y="77"/>
                </a:cxn>
                <a:cxn ang="0">
                  <a:pos x="58" y="67"/>
                </a:cxn>
                <a:cxn ang="0">
                  <a:pos x="57" y="67"/>
                </a:cxn>
                <a:cxn ang="0">
                  <a:pos x="41" y="77"/>
                </a:cxn>
                <a:cxn ang="0">
                  <a:pos x="40" y="47"/>
                </a:cxn>
                <a:cxn ang="0">
                  <a:pos x="53" y="36"/>
                </a:cxn>
                <a:cxn ang="0">
                  <a:pos x="84" y="42"/>
                </a:cxn>
                <a:cxn ang="0">
                  <a:pos x="90" y="79"/>
                </a:cxn>
                <a:cxn ang="0">
                  <a:pos x="92" y="83"/>
                </a:cxn>
                <a:cxn ang="0">
                  <a:pos x="96" y="80"/>
                </a:cxn>
                <a:cxn ang="0">
                  <a:pos x="89" y="37"/>
                </a:cxn>
                <a:cxn ang="0">
                  <a:pos x="52" y="30"/>
                </a:cxn>
                <a:cxn ang="0">
                  <a:pos x="34" y="45"/>
                </a:cxn>
                <a:cxn ang="0">
                  <a:pos x="38" y="86"/>
                </a:cxn>
                <a:cxn ang="0">
                  <a:pos x="41" y="88"/>
                </a:cxn>
                <a:cxn ang="0">
                  <a:pos x="43" y="86"/>
                </a:cxn>
                <a:cxn ang="0">
                  <a:pos x="58" y="73"/>
                </a:cxn>
                <a:cxn ang="0">
                  <a:pos x="58" y="73"/>
                </a:cxn>
                <a:cxn ang="0">
                  <a:pos x="69" y="80"/>
                </a:cxn>
                <a:cxn ang="0">
                  <a:pos x="56" y="108"/>
                </a:cxn>
                <a:cxn ang="0">
                  <a:pos x="55" y="112"/>
                </a:cxn>
                <a:cxn ang="0">
                  <a:pos x="62" y="132"/>
                </a:cxn>
                <a:cxn ang="0">
                  <a:pos x="52" y="135"/>
                </a:cxn>
                <a:cxn ang="0">
                  <a:pos x="46" y="122"/>
                </a:cxn>
                <a:cxn ang="0">
                  <a:pos x="38" y="107"/>
                </a:cxn>
                <a:cxn ang="0">
                  <a:pos x="16" y="111"/>
                </a:cxn>
                <a:cxn ang="0">
                  <a:pos x="24" y="154"/>
                </a:cxn>
                <a:cxn ang="0">
                  <a:pos x="54" y="175"/>
                </a:cxn>
                <a:cxn ang="0">
                  <a:pos x="57" y="175"/>
                </a:cxn>
                <a:cxn ang="0">
                  <a:pos x="89" y="159"/>
                </a:cxn>
                <a:cxn ang="0">
                  <a:pos x="100" y="129"/>
                </a:cxn>
                <a:cxn ang="0">
                  <a:pos x="107" y="109"/>
                </a:cxn>
                <a:cxn ang="0">
                  <a:pos x="119" y="32"/>
                </a:cxn>
              </a:cxnLst>
              <a:rect l="0" t="0" r="r" b="b"/>
              <a:pathLst>
                <a:path w="128" h="175">
                  <a:moveTo>
                    <a:pt x="119" y="32"/>
                  </a:moveTo>
                  <a:cubicBezTo>
                    <a:pt x="111" y="16"/>
                    <a:pt x="97" y="8"/>
                    <a:pt x="85" y="6"/>
                  </a:cubicBezTo>
                  <a:cubicBezTo>
                    <a:pt x="58" y="0"/>
                    <a:pt x="37" y="4"/>
                    <a:pt x="24" y="17"/>
                  </a:cubicBezTo>
                  <a:cubicBezTo>
                    <a:pt x="0" y="39"/>
                    <a:pt x="6" y="79"/>
                    <a:pt x="7" y="81"/>
                  </a:cubicBezTo>
                  <a:cubicBezTo>
                    <a:pt x="7" y="82"/>
                    <a:pt x="8" y="83"/>
                    <a:pt x="10" y="83"/>
                  </a:cubicBezTo>
                  <a:cubicBezTo>
                    <a:pt x="12" y="83"/>
                    <a:pt x="13" y="81"/>
                    <a:pt x="13" y="80"/>
                  </a:cubicBezTo>
                  <a:cubicBezTo>
                    <a:pt x="13" y="79"/>
                    <a:pt x="7" y="41"/>
                    <a:pt x="28" y="21"/>
                  </a:cubicBezTo>
                  <a:cubicBezTo>
                    <a:pt x="40" y="10"/>
                    <a:pt x="59" y="6"/>
                    <a:pt x="84" y="12"/>
                  </a:cubicBezTo>
                  <a:cubicBezTo>
                    <a:pt x="94" y="14"/>
                    <a:pt x="107" y="21"/>
                    <a:pt x="113" y="35"/>
                  </a:cubicBezTo>
                  <a:cubicBezTo>
                    <a:pt x="121" y="52"/>
                    <a:pt x="117" y="77"/>
                    <a:pt x="102" y="106"/>
                  </a:cubicBezTo>
                  <a:cubicBezTo>
                    <a:pt x="97" y="114"/>
                    <a:pt x="96" y="120"/>
                    <a:pt x="94" y="127"/>
                  </a:cubicBezTo>
                  <a:cubicBezTo>
                    <a:pt x="92" y="135"/>
                    <a:pt x="90" y="144"/>
                    <a:pt x="83" y="157"/>
                  </a:cubicBezTo>
                  <a:cubicBezTo>
                    <a:pt x="80" y="164"/>
                    <a:pt x="67" y="169"/>
                    <a:pt x="54" y="168"/>
                  </a:cubicBezTo>
                  <a:cubicBezTo>
                    <a:pt x="48" y="168"/>
                    <a:pt x="34" y="166"/>
                    <a:pt x="29" y="151"/>
                  </a:cubicBezTo>
                  <a:cubicBezTo>
                    <a:pt x="23" y="141"/>
                    <a:pt x="16" y="122"/>
                    <a:pt x="21" y="115"/>
                  </a:cubicBezTo>
                  <a:cubicBezTo>
                    <a:pt x="24" y="111"/>
                    <a:pt x="31" y="112"/>
                    <a:pt x="36" y="113"/>
                  </a:cubicBezTo>
                  <a:cubicBezTo>
                    <a:pt x="38" y="114"/>
                    <a:pt x="39" y="120"/>
                    <a:pt x="40" y="123"/>
                  </a:cubicBezTo>
                  <a:cubicBezTo>
                    <a:pt x="43" y="132"/>
                    <a:pt x="45" y="141"/>
                    <a:pt x="52" y="141"/>
                  </a:cubicBezTo>
                  <a:cubicBezTo>
                    <a:pt x="53" y="141"/>
                    <a:pt x="63" y="142"/>
                    <a:pt x="67" y="135"/>
                  </a:cubicBezTo>
                  <a:cubicBezTo>
                    <a:pt x="70" y="129"/>
                    <a:pt x="69" y="121"/>
                    <a:pt x="62" y="110"/>
                  </a:cubicBezTo>
                  <a:cubicBezTo>
                    <a:pt x="67" y="105"/>
                    <a:pt x="81" y="90"/>
                    <a:pt x="74" y="77"/>
                  </a:cubicBezTo>
                  <a:cubicBezTo>
                    <a:pt x="72" y="73"/>
                    <a:pt x="66" y="67"/>
                    <a:pt x="58" y="67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3" y="67"/>
                    <a:pt x="47" y="69"/>
                    <a:pt x="41" y="77"/>
                  </a:cubicBezTo>
                  <a:cubicBezTo>
                    <a:pt x="39" y="70"/>
                    <a:pt x="36" y="57"/>
                    <a:pt x="40" y="47"/>
                  </a:cubicBezTo>
                  <a:cubicBezTo>
                    <a:pt x="42" y="42"/>
                    <a:pt x="47" y="38"/>
                    <a:pt x="53" y="36"/>
                  </a:cubicBezTo>
                  <a:cubicBezTo>
                    <a:pt x="58" y="34"/>
                    <a:pt x="75" y="33"/>
                    <a:pt x="84" y="42"/>
                  </a:cubicBezTo>
                  <a:cubicBezTo>
                    <a:pt x="92" y="49"/>
                    <a:pt x="94" y="61"/>
                    <a:pt x="90" y="79"/>
                  </a:cubicBezTo>
                  <a:cubicBezTo>
                    <a:pt x="89" y="81"/>
                    <a:pt x="90" y="82"/>
                    <a:pt x="92" y="83"/>
                  </a:cubicBezTo>
                  <a:cubicBezTo>
                    <a:pt x="94" y="83"/>
                    <a:pt x="95" y="82"/>
                    <a:pt x="96" y="80"/>
                  </a:cubicBezTo>
                  <a:cubicBezTo>
                    <a:pt x="100" y="61"/>
                    <a:pt x="98" y="46"/>
                    <a:pt x="89" y="37"/>
                  </a:cubicBezTo>
                  <a:cubicBezTo>
                    <a:pt x="76" y="26"/>
                    <a:pt x="56" y="29"/>
                    <a:pt x="52" y="30"/>
                  </a:cubicBezTo>
                  <a:cubicBezTo>
                    <a:pt x="43" y="33"/>
                    <a:pt x="38" y="38"/>
                    <a:pt x="34" y="45"/>
                  </a:cubicBezTo>
                  <a:cubicBezTo>
                    <a:pt x="27" y="62"/>
                    <a:pt x="37" y="85"/>
                    <a:pt x="38" y="86"/>
                  </a:cubicBezTo>
                  <a:cubicBezTo>
                    <a:pt x="38" y="87"/>
                    <a:pt x="39" y="88"/>
                    <a:pt x="41" y="88"/>
                  </a:cubicBezTo>
                  <a:cubicBezTo>
                    <a:pt x="42" y="88"/>
                    <a:pt x="43" y="87"/>
                    <a:pt x="43" y="86"/>
                  </a:cubicBezTo>
                  <a:cubicBezTo>
                    <a:pt x="47" y="78"/>
                    <a:pt x="52" y="74"/>
                    <a:pt x="58" y="7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63" y="73"/>
                    <a:pt x="68" y="77"/>
                    <a:pt x="69" y="80"/>
                  </a:cubicBezTo>
                  <a:cubicBezTo>
                    <a:pt x="74" y="89"/>
                    <a:pt x="61" y="103"/>
                    <a:pt x="56" y="108"/>
                  </a:cubicBezTo>
                  <a:cubicBezTo>
                    <a:pt x="55" y="109"/>
                    <a:pt x="54" y="110"/>
                    <a:pt x="55" y="112"/>
                  </a:cubicBezTo>
                  <a:cubicBezTo>
                    <a:pt x="64" y="124"/>
                    <a:pt x="63" y="130"/>
                    <a:pt x="62" y="132"/>
                  </a:cubicBezTo>
                  <a:cubicBezTo>
                    <a:pt x="60" y="135"/>
                    <a:pt x="53" y="135"/>
                    <a:pt x="52" y="135"/>
                  </a:cubicBezTo>
                  <a:cubicBezTo>
                    <a:pt x="50" y="135"/>
                    <a:pt x="47" y="127"/>
                    <a:pt x="46" y="122"/>
                  </a:cubicBezTo>
                  <a:cubicBezTo>
                    <a:pt x="44" y="114"/>
                    <a:pt x="43" y="108"/>
                    <a:pt x="38" y="107"/>
                  </a:cubicBezTo>
                  <a:cubicBezTo>
                    <a:pt x="27" y="105"/>
                    <a:pt x="20" y="106"/>
                    <a:pt x="16" y="111"/>
                  </a:cubicBezTo>
                  <a:cubicBezTo>
                    <a:pt x="7" y="123"/>
                    <a:pt x="22" y="151"/>
                    <a:pt x="24" y="154"/>
                  </a:cubicBezTo>
                  <a:cubicBezTo>
                    <a:pt x="28" y="166"/>
                    <a:pt x="39" y="174"/>
                    <a:pt x="54" y="175"/>
                  </a:cubicBezTo>
                  <a:cubicBezTo>
                    <a:pt x="55" y="175"/>
                    <a:pt x="56" y="175"/>
                    <a:pt x="57" y="175"/>
                  </a:cubicBezTo>
                  <a:cubicBezTo>
                    <a:pt x="71" y="175"/>
                    <a:pt x="84" y="169"/>
                    <a:pt x="89" y="159"/>
                  </a:cubicBezTo>
                  <a:cubicBezTo>
                    <a:pt x="96" y="146"/>
                    <a:pt x="98" y="137"/>
                    <a:pt x="100" y="129"/>
                  </a:cubicBezTo>
                  <a:cubicBezTo>
                    <a:pt x="102" y="122"/>
                    <a:pt x="103" y="116"/>
                    <a:pt x="107" y="109"/>
                  </a:cubicBezTo>
                  <a:cubicBezTo>
                    <a:pt x="124" y="78"/>
                    <a:pt x="128" y="52"/>
                    <a:pt x="119" y="32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Sev01">
              <a:extLst>
                <a:ext uri="{FF2B5EF4-FFF2-40B4-BE49-F238E27FC236}">
                  <a16:creationId xmlns:a16="http://schemas.microsoft.com/office/drawing/2014/main" id="{88BE79F3-3DDF-E14F-A400-A30BC40F4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4393" y="1491454"/>
              <a:ext cx="918966" cy="91896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5333" dirty="0">
                <a:solidFill>
                  <a:srgbClr val="FFFFFF"/>
                </a:solidFill>
                <a:latin typeface="FontAwesome" pitchFamily="2" charset="0"/>
              </a:endParaRPr>
            </a:p>
          </p:txBody>
        </p:sp>
      </p:grpSp>
      <p:cxnSp>
        <p:nvCxnSpPr>
          <p:cNvPr id="24" name="Straight Connector 65">
            <a:extLst>
              <a:ext uri="{FF2B5EF4-FFF2-40B4-BE49-F238E27FC236}">
                <a16:creationId xmlns:a16="http://schemas.microsoft.com/office/drawing/2014/main" id="{EFBA35C7-5246-1240-82BE-D01D31757818}"/>
              </a:ext>
            </a:extLst>
          </p:cNvPr>
          <p:cNvCxnSpPr/>
          <p:nvPr/>
        </p:nvCxnSpPr>
        <p:spPr>
          <a:xfrm>
            <a:off x="2321701" y="5289548"/>
            <a:ext cx="1728511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66">
            <a:extLst>
              <a:ext uri="{FF2B5EF4-FFF2-40B4-BE49-F238E27FC236}">
                <a16:creationId xmlns:a16="http://schemas.microsoft.com/office/drawing/2014/main" id="{55EB2243-ACAB-CC4A-B961-3C755644AF5C}"/>
              </a:ext>
            </a:extLst>
          </p:cNvPr>
          <p:cNvGrpSpPr/>
          <p:nvPr/>
        </p:nvGrpSpPr>
        <p:grpSpPr>
          <a:xfrm>
            <a:off x="2049507" y="4558030"/>
            <a:ext cx="1463039" cy="1463039"/>
            <a:chOff x="1688904" y="1134544"/>
            <a:chExt cx="1097279" cy="1097279"/>
          </a:xfrm>
        </p:grpSpPr>
        <p:sp>
          <p:nvSpPr>
            <p:cNvPr id="26" name="Arc 67">
              <a:extLst>
                <a:ext uri="{FF2B5EF4-FFF2-40B4-BE49-F238E27FC236}">
                  <a16:creationId xmlns:a16="http://schemas.microsoft.com/office/drawing/2014/main" id="{372E5BF6-578A-474D-BEB7-125A8E8B05CF}"/>
                </a:ext>
              </a:extLst>
            </p:cNvPr>
            <p:cNvSpPr/>
            <p:nvPr/>
          </p:nvSpPr>
          <p:spPr>
            <a:xfrm>
              <a:off x="1688904" y="1134544"/>
              <a:ext cx="1097279" cy="1097279"/>
            </a:xfrm>
            <a:prstGeom prst="arc">
              <a:avLst>
                <a:gd name="adj1" fmla="val 16200000"/>
                <a:gd name="adj2" fmla="val 5426856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27" name="Straight Connector 68">
              <a:extLst>
                <a:ext uri="{FF2B5EF4-FFF2-40B4-BE49-F238E27FC236}">
                  <a16:creationId xmlns:a16="http://schemas.microsoft.com/office/drawing/2014/main" id="{0FDC26DF-FA9C-4942-BD58-9C3FE74243B5}"/>
                </a:ext>
              </a:extLst>
            </p:cNvPr>
            <p:cNvCxnSpPr/>
            <p:nvPr/>
          </p:nvCxnSpPr>
          <p:spPr>
            <a:xfrm>
              <a:off x="1893049" y="1134544"/>
              <a:ext cx="348388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9">
              <a:extLst>
                <a:ext uri="{FF2B5EF4-FFF2-40B4-BE49-F238E27FC236}">
                  <a16:creationId xmlns:a16="http://schemas.microsoft.com/office/drawing/2014/main" id="{E73FCDF7-CCA1-4D44-9C3A-75EB67FFDB2E}"/>
                </a:ext>
              </a:extLst>
            </p:cNvPr>
            <p:cNvCxnSpPr/>
            <p:nvPr/>
          </p:nvCxnSpPr>
          <p:spPr>
            <a:xfrm>
              <a:off x="1893049" y="2231823"/>
              <a:ext cx="348388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70">
            <a:extLst>
              <a:ext uri="{FF2B5EF4-FFF2-40B4-BE49-F238E27FC236}">
                <a16:creationId xmlns:a16="http://schemas.microsoft.com/office/drawing/2014/main" id="{87E134C2-F3B3-6242-B8F4-35F77B798654}"/>
              </a:ext>
            </a:extLst>
          </p:cNvPr>
          <p:cNvSpPr/>
          <p:nvPr/>
        </p:nvSpPr>
        <p:spPr>
          <a:xfrm>
            <a:off x="719348" y="4387753"/>
            <a:ext cx="1602353" cy="349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01</a:t>
            </a:r>
          </a:p>
        </p:txBody>
      </p:sp>
      <p:sp>
        <p:nvSpPr>
          <p:cNvPr id="30" name="Rounded Rectangle 71">
            <a:extLst>
              <a:ext uri="{FF2B5EF4-FFF2-40B4-BE49-F238E27FC236}">
                <a16:creationId xmlns:a16="http://schemas.microsoft.com/office/drawing/2014/main" id="{D360C4BE-DEDE-6949-AD2A-DF759BF286E1}"/>
              </a:ext>
            </a:extLst>
          </p:cNvPr>
          <p:cNvSpPr/>
          <p:nvPr/>
        </p:nvSpPr>
        <p:spPr>
          <a:xfrm>
            <a:off x="719348" y="5123438"/>
            <a:ext cx="1602353" cy="349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02</a:t>
            </a:r>
            <a:endParaRPr 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Rounded Rectangle 72">
            <a:extLst>
              <a:ext uri="{FF2B5EF4-FFF2-40B4-BE49-F238E27FC236}">
                <a16:creationId xmlns:a16="http://schemas.microsoft.com/office/drawing/2014/main" id="{32A9CAC3-0471-374D-9CA4-3D03A4EFAE9A}"/>
              </a:ext>
            </a:extLst>
          </p:cNvPr>
          <p:cNvSpPr/>
          <p:nvPr/>
        </p:nvSpPr>
        <p:spPr>
          <a:xfrm>
            <a:off x="719348" y="5846417"/>
            <a:ext cx="1602353" cy="349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03</a:t>
            </a:r>
          </a:p>
        </p:txBody>
      </p:sp>
      <p:grpSp>
        <p:nvGrpSpPr>
          <p:cNvPr id="32" name="Group 73">
            <a:extLst>
              <a:ext uri="{FF2B5EF4-FFF2-40B4-BE49-F238E27FC236}">
                <a16:creationId xmlns:a16="http://schemas.microsoft.com/office/drawing/2014/main" id="{60ED724F-1B97-0342-AB9A-7BB9BFBD5531}"/>
              </a:ext>
            </a:extLst>
          </p:cNvPr>
          <p:cNvGrpSpPr/>
          <p:nvPr/>
        </p:nvGrpSpPr>
        <p:grpSpPr>
          <a:xfrm>
            <a:off x="4050211" y="4689022"/>
            <a:ext cx="1225288" cy="1225288"/>
            <a:chOff x="5954568" y="1997676"/>
            <a:chExt cx="918966" cy="918966"/>
          </a:xfrm>
        </p:grpSpPr>
        <p:sp>
          <p:nvSpPr>
            <p:cNvPr id="33" name="Sev01">
              <a:extLst>
                <a:ext uri="{FF2B5EF4-FFF2-40B4-BE49-F238E27FC236}">
                  <a16:creationId xmlns:a16="http://schemas.microsoft.com/office/drawing/2014/main" id="{812BE1C8-8B02-C74A-94C3-53415EF2D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4568" y="1997676"/>
              <a:ext cx="918966" cy="918966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5333" dirty="0">
                <a:solidFill>
                  <a:srgbClr val="FFFFFF"/>
                </a:solidFill>
                <a:latin typeface="FontAwesome" pitchFamily="2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1AECCCA2-B20B-6C4C-8D7D-38FDA8D67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3643" y="2266429"/>
              <a:ext cx="580816" cy="381460"/>
            </a:xfrm>
            <a:custGeom>
              <a:avLst/>
              <a:gdLst/>
              <a:ahLst/>
              <a:cxnLst>
                <a:cxn ang="0">
                  <a:pos x="82" y="26"/>
                </a:cxn>
                <a:cxn ang="0">
                  <a:pos x="0" y="67"/>
                </a:cxn>
                <a:cxn ang="0">
                  <a:pos x="82" y="108"/>
                </a:cxn>
                <a:cxn ang="0">
                  <a:pos x="164" y="67"/>
                </a:cxn>
                <a:cxn ang="0">
                  <a:pos x="82" y="26"/>
                </a:cxn>
                <a:cxn ang="0">
                  <a:pos x="72" y="47"/>
                </a:cxn>
                <a:cxn ang="0">
                  <a:pos x="82" y="57"/>
                </a:cxn>
                <a:cxn ang="0">
                  <a:pos x="72" y="67"/>
                </a:cxn>
                <a:cxn ang="0">
                  <a:pos x="62" y="57"/>
                </a:cxn>
                <a:cxn ang="0">
                  <a:pos x="72" y="47"/>
                </a:cxn>
                <a:cxn ang="0">
                  <a:pos x="124" y="88"/>
                </a:cxn>
                <a:cxn ang="0">
                  <a:pos x="104" y="95"/>
                </a:cxn>
                <a:cxn ang="0">
                  <a:pos x="82" y="98"/>
                </a:cxn>
                <a:cxn ang="0">
                  <a:pos x="60" y="95"/>
                </a:cxn>
                <a:cxn ang="0">
                  <a:pos x="40" y="88"/>
                </a:cxn>
                <a:cxn ang="0">
                  <a:pos x="13" y="67"/>
                </a:cxn>
                <a:cxn ang="0">
                  <a:pos x="40" y="46"/>
                </a:cxn>
                <a:cxn ang="0">
                  <a:pos x="56" y="40"/>
                </a:cxn>
                <a:cxn ang="0">
                  <a:pos x="51" y="57"/>
                </a:cxn>
                <a:cxn ang="0">
                  <a:pos x="82" y="88"/>
                </a:cxn>
                <a:cxn ang="0">
                  <a:pos x="113" y="57"/>
                </a:cxn>
                <a:cxn ang="0">
                  <a:pos x="108" y="40"/>
                </a:cxn>
                <a:cxn ang="0">
                  <a:pos x="124" y="46"/>
                </a:cxn>
                <a:cxn ang="0">
                  <a:pos x="151" y="67"/>
                </a:cxn>
                <a:cxn ang="0">
                  <a:pos x="124" y="88"/>
                </a:cxn>
                <a:cxn ang="0">
                  <a:pos x="138" y="14"/>
                </a:cxn>
                <a:cxn ang="0">
                  <a:pos x="82" y="0"/>
                </a:cxn>
                <a:cxn ang="0">
                  <a:pos x="26" y="14"/>
                </a:cxn>
                <a:cxn ang="0">
                  <a:pos x="0" y="32"/>
                </a:cxn>
                <a:cxn ang="0">
                  <a:pos x="0" y="49"/>
                </a:cxn>
                <a:cxn ang="0">
                  <a:pos x="31" y="26"/>
                </a:cxn>
                <a:cxn ang="0">
                  <a:pos x="82" y="14"/>
                </a:cxn>
                <a:cxn ang="0">
                  <a:pos x="133" y="26"/>
                </a:cxn>
                <a:cxn ang="0">
                  <a:pos x="164" y="49"/>
                </a:cxn>
                <a:cxn ang="0">
                  <a:pos x="164" y="32"/>
                </a:cxn>
                <a:cxn ang="0">
                  <a:pos x="138" y="14"/>
                </a:cxn>
              </a:cxnLst>
              <a:rect l="0" t="0" r="r" b="b"/>
              <a:pathLst>
                <a:path w="164" h="108">
                  <a:moveTo>
                    <a:pt x="82" y="26"/>
                  </a:moveTo>
                  <a:cubicBezTo>
                    <a:pt x="49" y="26"/>
                    <a:pt x="19" y="42"/>
                    <a:pt x="0" y="67"/>
                  </a:cubicBezTo>
                  <a:cubicBezTo>
                    <a:pt x="19" y="92"/>
                    <a:pt x="49" y="108"/>
                    <a:pt x="82" y="108"/>
                  </a:cubicBezTo>
                  <a:cubicBezTo>
                    <a:pt x="116" y="108"/>
                    <a:pt x="145" y="92"/>
                    <a:pt x="164" y="67"/>
                  </a:cubicBezTo>
                  <a:cubicBezTo>
                    <a:pt x="145" y="42"/>
                    <a:pt x="116" y="26"/>
                    <a:pt x="82" y="26"/>
                  </a:cubicBezTo>
                  <a:moveTo>
                    <a:pt x="72" y="47"/>
                  </a:moveTo>
                  <a:cubicBezTo>
                    <a:pt x="77" y="47"/>
                    <a:pt x="82" y="51"/>
                    <a:pt x="82" y="57"/>
                  </a:cubicBezTo>
                  <a:cubicBezTo>
                    <a:pt x="82" y="63"/>
                    <a:pt x="77" y="67"/>
                    <a:pt x="72" y="67"/>
                  </a:cubicBezTo>
                  <a:cubicBezTo>
                    <a:pt x="66" y="67"/>
                    <a:pt x="62" y="63"/>
                    <a:pt x="62" y="57"/>
                  </a:cubicBezTo>
                  <a:cubicBezTo>
                    <a:pt x="62" y="51"/>
                    <a:pt x="66" y="47"/>
                    <a:pt x="72" y="47"/>
                  </a:cubicBezTo>
                  <a:moveTo>
                    <a:pt x="124" y="88"/>
                  </a:moveTo>
                  <a:cubicBezTo>
                    <a:pt x="118" y="91"/>
                    <a:pt x="111" y="94"/>
                    <a:pt x="104" y="95"/>
                  </a:cubicBezTo>
                  <a:cubicBezTo>
                    <a:pt x="97" y="97"/>
                    <a:pt x="89" y="98"/>
                    <a:pt x="82" y="98"/>
                  </a:cubicBezTo>
                  <a:cubicBezTo>
                    <a:pt x="75" y="98"/>
                    <a:pt x="67" y="97"/>
                    <a:pt x="60" y="95"/>
                  </a:cubicBezTo>
                  <a:cubicBezTo>
                    <a:pt x="53" y="94"/>
                    <a:pt x="46" y="91"/>
                    <a:pt x="40" y="88"/>
                  </a:cubicBezTo>
                  <a:cubicBezTo>
                    <a:pt x="30" y="83"/>
                    <a:pt x="21" y="76"/>
                    <a:pt x="13" y="67"/>
                  </a:cubicBezTo>
                  <a:cubicBezTo>
                    <a:pt x="21" y="59"/>
                    <a:pt x="30" y="52"/>
                    <a:pt x="40" y="46"/>
                  </a:cubicBezTo>
                  <a:cubicBezTo>
                    <a:pt x="45" y="44"/>
                    <a:pt x="51" y="42"/>
                    <a:pt x="56" y="40"/>
                  </a:cubicBezTo>
                  <a:cubicBezTo>
                    <a:pt x="53" y="45"/>
                    <a:pt x="51" y="51"/>
                    <a:pt x="51" y="57"/>
                  </a:cubicBezTo>
                  <a:cubicBezTo>
                    <a:pt x="51" y="74"/>
                    <a:pt x="65" y="88"/>
                    <a:pt x="82" y="88"/>
                  </a:cubicBezTo>
                  <a:cubicBezTo>
                    <a:pt x="99" y="88"/>
                    <a:pt x="113" y="74"/>
                    <a:pt x="113" y="57"/>
                  </a:cubicBezTo>
                  <a:cubicBezTo>
                    <a:pt x="113" y="51"/>
                    <a:pt x="111" y="45"/>
                    <a:pt x="108" y="40"/>
                  </a:cubicBezTo>
                  <a:cubicBezTo>
                    <a:pt x="113" y="42"/>
                    <a:pt x="119" y="44"/>
                    <a:pt x="124" y="46"/>
                  </a:cubicBezTo>
                  <a:cubicBezTo>
                    <a:pt x="134" y="52"/>
                    <a:pt x="143" y="59"/>
                    <a:pt x="151" y="67"/>
                  </a:cubicBezTo>
                  <a:cubicBezTo>
                    <a:pt x="143" y="76"/>
                    <a:pt x="134" y="83"/>
                    <a:pt x="124" y="88"/>
                  </a:cubicBezTo>
                  <a:moveTo>
                    <a:pt x="138" y="14"/>
                  </a:moveTo>
                  <a:cubicBezTo>
                    <a:pt x="121" y="5"/>
                    <a:pt x="102" y="0"/>
                    <a:pt x="82" y="0"/>
                  </a:cubicBezTo>
                  <a:cubicBezTo>
                    <a:pt x="62" y="0"/>
                    <a:pt x="44" y="5"/>
                    <a:pt x="26" y="14"/>
                  </a:cubicBezTo>
                  <a:cubicBezTo>
                    <a:pt x="17" y="19"/>
                    <a:pt x="8" y="25"/>
                    <a:pt x="0" y="32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9" y="40"/>
                    <a:pt x="19" y="32"/>
                    <a:pt x="31" y="26"/>
                  </a:cubicBezTo>
                  <a:cubicBezTo>
                    <a:pt x="47" y="18"/>
                    <a:pt x="64" y="14"/>
                    <a:pt x="82" y="14"/>
                  </a:cubicBezTo>
                  <a:cubicBezTo>
                    <a:pt x="100" y="14"/>
                    <a:pt x="117" y="18"/>
                    <a:pt x="133" y="26"/>
                  </a:cubicBezTo>
                  <a:cubicBezTo>
                    <a:pt x="145" y="32"/>
                    <a:pt x="155" y="40"/>
                    <a:pt x="164" y="49"/>
                  </a:cubicBezTo>
                  <a:cubicBezTo>
                    <a:pt x="164" y="32"/>
                    <a:pt x="164" y="32"/>
                    <a:pt x="164" y="32"/>
                  </a:cubicBezTo>
                  <a:cubicBezTo>
                    <a:pt x="156" y="25"/>
                    <a:pt x="147" y="19"/>
                    <a:pt x="138" y="14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cxnSp>
        <p:nvCxnSpPr>
          <p:cNvPr id="35" name="Straight Connector 76">
            <a:extLst>
              <a:ext uri="{FF2B5EF4-FFF2-40B4-BE49-F238E27FC236}">
                <a16:creationId xmlns:a16="http://schemas.microsoft.com/office/drawing/2014/main" id="{C3E78E38-2FA5-C340-A16F-79C2DCD83E2C}"/>
              </a:ext>
            </a:extLst>
          </p:cNvPr>
          <p:cNvCxnSpPr/>
          <p:nvPr/>
        </p:nvCxnSpPr>
        <p:spPr>
          <a:xfrm>
            <a:off x="8020090" y="2988264"/>
            <a:ext cx="1728511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77">
            <a:extLst>
              <a:ext uri="{FF2B5EF4-FFF2-40B4-BE49-F238E27FC236}">
                <a16:creationId xmlns:a16="http://schemas.microsoft.com/office/drawing/2014/main" id="{ADFDDFDF-215D-8248-AA0F-197EF9B4BCD6}"/>
              </a:ext>
            </a:extLst>
          </p:cNvPr>
          <p:cNvGrpSpPr/>
          <p:nvPr/>
        </p:nvGrpSpPr>
        <p:grpSpPr>
          <a:xfrm rot="10800000">
            <a:off x="8611754" y="2256746"/>
            <a:ext cx="1463039" cy="1463039"/>
            <a:chOff x="1688904" y="1134544"/>
            <a:chExt cx="1097279" cy="1097279"/>
          </a:xfrm>
        </p:grpSpPr>
        <p:sp>
          <p:nvSpPr>
            <p:cNvPr id="37" name="Arc 78">
              <a:extLst>
                <a:ext uri="{FF2B5EF4-FFF2-40B4-BE49-F238E27FC236}">
                  <a16:creationId xmlns:a16="http://schemas.microsoft.com/office/drawing/2014/main" id="{00466B0F-6592-DB47-A223-9BE7C092D892}"/>
                </a:ext>
              </a:extLst>
            </p:cNvPr>
            <p:cNvSpPr/>
            <p:nvPr/>
          </p:nvSpPr>
          <p:spPr>
            <a:xfrm>
              <a:off x="1688904" y="1134544"/>
              <a:ext cx="1097279" cy="1097279"/>
            </a:xfrm>
            <a:prstGeom prst="arc">
              <a:avLst>
                <a:gd name="adj1" fmla="val 16200000"/>
                <a:gd name="adj2" fmla="val 5426856"/>
              </a:avLst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38" name="Straight Connector 79">
              <a:extLst>
                <a:ext uri="{FF2B5EF4-FFF2-40B4-BE49-F238E27FC236}">
                  <a16:creationId xmlns:a16="http://schemas.microsoft.com/office/drawing/2014/main" id="{9491A972-4A48-6248-8A3A-91DF5C3AB2C1}"/>
                </a:ext>
              </a:extLst>
            </p:cNvPr>
            <p:cNvCxnSpPr/>
            <p:nvPr/>
          </p:nvCxnSpPr>
          <p:spPr>
            <a:xfrm>
              <a:off x="1893049" y="1134544"/>
              <a:ext cx="34838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80">
              <a:extLst>
                <a:ext uri="{FF2B5EF4-FFF2-40B4-BE49-F238E27FC236}">
                  <a16:creationId xmlns:a16="http://schemas.microsoft.com/office/drawing/2014/main" id="{4FFB81C5-8843-4F47-AB3D-D7B89CE6D12F}"/>
                </a:ext>
              </a:extLst>
            </p:cNvPr>
            <p:cNvCxnSpPr/>
            <p:nvPr/>
          </p:nvCxnSpPr>
          <p:spPr>
            <a:xfrm>
              <a:off x="1893049" y="2231823"/>
              <a:ext cx="34838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le 81">
            <a:extLst>
              <a:ext uri="{FF2B5EF4-FFF2-40B4-BE49-F238E27FC236}">
                <a16:creationId xmlns:a16="http://schemas.microsoft.com/office/drawing/2014/main" id="{3A48BBCF-799D-EB41-9170-00AA2CD71D77}"/>
              </a:ext>
            </a:extLst>
          </p:cNvPr>
          <p:cNvSpPr/>
          <p:nvPr/>
        </p:nvSpPr>
        <p:spPr>
          <a:xfrm>
            <a:off x="9793492" y="2086469"/>
            <a:ext cx="1602353" cy="34930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01</a:t>
            </a:r>
          </a:p>
        </p:txBody>
      </p:sp>
      <p:sp>
        <p:nvSpPr>
          <p:cNvPr id="41" name="Rounded Rectangle 82">
            <a:extLst>
              <a:ext uri="{FF2B5EF4-FFF2-40B4-BE49-F238E27FC236}">
                <a16:creationId xmlns:a16="http://schemas.microsoft.com/office/drawing/2014/main" id="{99285E1F-9FDA-344C-938E-25878A13D3D8}"/>
              </a:ext>
            </a:extLst>
          </p:cNvPr>
          <p:cNvSpPr/>
          <p:nvPr/>
        </p:nvSpPr>
        <p:spPr>
          <a:xfrm>
            <a:off x="9793492" y="2822154"/>
            <a:ext cx="1602353" cy="34930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02</a:t>
            </a:r>
          </a:p>
        </p:txBody>
      </p:sp>
      <p:sp>
        <p:nvSpPr>
          <p:cNvPr id="42" name="Rounded Rectangle 83">
            <a:extLst>
              <a:ext uri="{FF2B5EF4-FFF2-40B4-BE49-F238E27FC236}">
                <a16:creationId xmlns:a16="http://schemas.microsoft.com/office/drawing/2014/main" id="{F45CF9E8-4140-3F40-8E2C-688FEF946FAD}"/>
              </a:ext>
            </a:extLst>
          </p:cNvPr>
          <p:cNvSpPr/>
          <p:nvPr/>
        </p:nvSpPr>
        <p:spPr>
          <a:xfrm>
            <a:off x="9793492" y="3545133"/>
            <a:ext cx="1602353" cy="34930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03</a:t>
            </a:r>
          </a:p>
        </p:txBody>
      </p:sp>
      <p:cxnSp>
        <p:nvCxnSpPr>
          <p:cNvPr id="43" name="Straight Connector 84">
            <a:extLst>
              <a:ext uri="{FF2B5EF4-FFF2-40B4-BE49-F238E27FC236}">
                <a16:creationId xmlns:a16="http://schemas.microsoft.com/office/drawing/2014/main" id="{E21AD420-6297-5C44-93D7-866EAE3A61B4}"/>
              </a:ext>
            </a:extLst>
          </p:cNvPr>
          <p:cNvCxnSpPr/>
          <p:nvPr/>
        </p:nvCxnSpPr>
        <p:spPr>
          <a:xfrm>
            <a:off x="8020090" y="5314559"/>
            <a:ext cx="1728511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85">
            <a:extLst>
              <a:ext uri="{FF2B5EF4-FFF2-40B4-BE49-F238E27FC236}">
                <a16:creationId xmlns:a16="http://schemas.microsoft.com/office/drawing/2014/main" id="{513CAFA2-9951-9248-A678-A5085B0528C0}"/>
              </a:ext>
            </a:extLst>
          </p:cNvPr>
          <p:cNvGrpSpPr/>
          <p:nvPr/>
        </p:nvGrpSpPr>
        <p:grpSpPr>
          <a:xfrm rot="10800000">
            <a:off x="8611754" y="4583041"/>
            <a:ext cx="1463039" cy="1463039"/>
            <a:chOff x="1688904" y="1134544"/>
            <a:chExt cx="1097279" cy="1097279"/>
          </a:xfrm>
        </p:grpSpPr>
        <p:sp>
          <p:nvSpPr>
            <p:cNvPr id="45" name="Arc 86">
              <a:extLst>
                <a:ext uri="{FF2B5EF4-FFF2-40B4-BE49-F238E27FC236}">
                  <a16:creationId xmlns:a16="http://schemas.microsoft.com/office/drawing/2014/main" id="{602ED1CB-9562-6349-BFFC-266266FE9A31}"/>
                </a:ext>
              </a:extLst>
            </p:cNvPr>
            <p:cNvSpPr/>
            <p:nvPr/>
          </p:nvSpPr>
          <p:spPr>
            <a:xfrm>
              <a:off x="1688904" y="1134544"/>
              <a:ext cx="1097279" cy="1097279"/>
            </a:xfrm>
            <a:prstGeom prst="arc">
              <a:avLst>
                <a:gd name="adj1" fmla="val 16200000"/>
                <a:gd name="adj2" fmla="val 5426856"/>
              </a:avLst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46" name="Straight Connector 87">
              <a:extLst>
                <a:ext uri="{FF2B5EF4-FFF2-40B4-BE49-F238E27FC236}">
                  <a16:creationId xmlns:a16="http://schemas.microsoft.com/office/drawing/2014/main" id="{24A9F187-E460-2D42-8302-541C3785B363}"/>
                </a:ext>
              </a:extLst>
            </p:cNvPr>
            <p:cNvCxnSpPr/>
            <p:nvPr/>
          </p:nvCxnSpPr>
          <p:spPr>
            <a:xfrm>
              <a:off x="1893049" y="1134544"/>
              <a:ext cx="348388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88">
              <a:extLst>
                <a:ext uri="{FF2B5EF4-FFF2-40B4-BE49-F238E27FC236}">
                  <a16:creationId xmlns:a16="http://schemas.microsoft.com/office/drawing/2014/main" id="{5EEEFF23-BFD0-954C-8491-2B882C5E4D35}"/>
                </a:ext>
              </a:extLst>
            </p:cNvPr>
            <p:cNvCxnSpPr/>
            <p:nvPr/>
          </p:nvCxnSpPr>
          <p:spPr>
            <a:xfrm>
              <a:off x="1893049" y="2231823"/>
              <a:ext cx="348388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89">
            <a:extLst>
              <a:ext uri="{FF2B5EF4-FFF2-40B4-BE49-F238E27FC236}">
                <a16:creationId xmlns:a16="http://schemas.microsoft.com/office/drawing/2014/main" id="{9E8E12E7-DF63-8D46-B9A4-DD38737BC083}"/>
              </a:ext>
            </a:extLst>
          </p:cNvPr>
          <p:cNvSpPr/>
          <p:nvPr/>
        </p:nvSpPr>
        <p:spPr>
          <a:xfrm>
            <a:off x="9793492" y="4412764"/>
            <a:ext cx="1602353" cy="3493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01</a:t>
            </a:r>
          </a:p>
        </p:txBody>
      </p:sp>
      <p:sp>
        <p:nvSpPr>
          <p:cNvPr id="49" name="Rounded Rectangle 90">
            <a:extLst>
              <a:ext uri="{FF2B5EF4-FFF2-40B4-BE49-F238E27FC236}">
                <a16:creationId xmlns:a16="http://schemas.microsoft.com/office/drawing/2014/main" id="{C44CD9C7-A9D9-0E40-A698-8600C7F1B86D}"/>
              </a:ext>
            </a:extLst>
          </p:cNvPr>
          <p:cNvSpPr/>
          <p:nvPr/>
        </p:nvSpPr>
        <p:spPr>
          <a:xfrm>
            <a:off x="9793492" y="5148449"/>
            <a:ext cx="1602353" cy="3493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02</a:t>
            </a:r>
          </a:p>
        </p:txBody>
      </p:sp>
      <p:sp>
        <p:nvSpPr>
          <p:cNvPr id="50" name="Rounded Rectangle 91">
            <a:extLst>
              <a:ext uri="{FF2B5EF4-FFF2-40B4-BE49-F238E27FC236}">
                <a16:creationId xmlns:a16="http://schemas.microsoft.com/office/drawing/2014/main" id="{43468A5E-F10C-CD49-AD61-12CDCEAD16AB}"/>
              </a:ext>
            </a:extLst>
          </p:cNvPr>
          <p:cNvSpPr/>
          <p:nvPr/>
        </p:nvSpPr>
        <p:spPr>
          <a:xfrm>
            <a:off x="9793492" y="5871428"/>
            <a:ext cx="1602353" cy="3493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r>
              <a:rPr 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03</a:t>
            </a: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6D4EF4F1-2D03-824A-B9E5-597CD5C03502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4872460" y="2756042"/>
            <a:ext cx="2447080" cy="2500127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3433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0"/>
                            </p:stCondLst>
                            <p:childTnLst>
                              <p:par>
                                <p:cTn id="9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500"/>
                            </p:stCondLst>
                            <p:childTnLst>
                              <p:par>
                                <p:cTn id="116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9" grpId="0" animBg="1"/>
      <p:bldP spid="30" grpId="0" animBg="1"/>
      <p:bldP spid="31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5">
            <a:extLst>
              <a:ext uri="{FF2B5EF4-FFF2-40B4-BE49-F238E27FC236}">
                <a16:creationId xmlns:a16="http://schemas.microsoft.com/office/drawing/2014/main" id="{D3D567C9-A405-1B4D-8C51-20EC6A83C81D}"/>
              </a:ext>
            </a:extLst>
          </p:cNvPr>
          <p:cNvGrpSpPr/>
          <p:nvPr/>
        </p:nvGrpSpPr>
        <p:grpSpPr>
          <a:xfrm>
            <a:off x="5395764" y="3049591"/>
            <a:ext cx="1405587" cy="3536180"/>
            <a:chOff x="4053537" y="2080367"/>
            <a:chExt cx="1054190" cy="2652135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0A89F38-B083-0946-8531-7B3FB5AC8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748" y="2616678"/>
              <a:ext cx="532981" cy="57628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E48568-65C6-E949-882B-B5684144B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749" y="2616679"/>
              <a:ext cx="529650" cy="57295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0" y="0"/>
                </a:cxn>
                <a:cxn ang="0">
                  <a:pos x="318" y="0"/>
                </a:cxn>
                <a:cxn ang="0">
                  <a:pos x="318" y="344"/>
                </a:cxn>
              </a:cxnLst>
              <a:rect l="0" t="0" r="r" b="b"/>
              <a:pathLst>
                <a:path w="318" h="344">
                  <a:moveTo>
                    <a:pt x="0" y="344"/>
                  </a:moveTo>
                  <a:lnTo>
                    <a:pt x="0" y="0"/>
                  </a:lnTo>
                  <a:lnTo>
                    <a:pt x="318" y="0"/>
                  </a:lnTo>
                  <a:lnTo>
                    <a:pt x="318" y="34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A07BB92-254B-4846-99E9-91AA82FB7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749" y="3975780"/>
              <a:ext cx="532981" cy="651236"/>
            </a:xfrm>
            <a:custGeom>
              <a:avLst/>
              <a:gdLst/>
              <a:ahLst/>
              <a:cxnLst>
                <a:cxn ang="0">
                  <a:pos x="134" y="0"/>
                </a:cxn>
                <a:cxn ang="0">
                  <a:pos x="134" y="109"/>
                </a:cxn>
                <a:cxn ang="0">
                  <a:pos x="67" y="165"/>
                </a:cxn>
                <a:cxn ang="0">
                  <a:pos x="0" y="109"/>
                </a:cxn>
                <a:cxn ang="0">
                  <a:pos x="0" y="0"/>
                </a:cxn>
                <a:cxn ang="0">
                  <a:pos x="134" y="0"/>
                </a:cxn>
              </a:cxnLst>
              <a:rect l="0" t="0" r="r" b="b"/>
              <a:pathLst>
                <a:path w="134" h="165">
                  <a:moveTo>
                    <a:pt x="134" y="0"/>
                  </a:moveTo>
                  <a:cubicBezTo>
                    <a:pt x="134" y="109"/>
                    <a:pt x="134" y="109"/>
                    <a:pt x="134" y="109"/>
                  </a:cubicBezTo>
                  <a:cubicBezTo>
                    <a:pt x="134" y="140"/>
                    <a:pt x="104" y="165"/>
                    <a:pt x="67" y="165"/>
                  </a:cubicBezTo>
                  <a:cubicBezTo>
                    <a:pt x="30" y="165"/>
                    <a:pt x="0" y="140"/>
                    <a:pt x="0" y="10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45A793E-8E64-A342-BD8D-53EA0614D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749" y="3461120"/>
              <a:ext cx="532981" cy="5346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D60CF1C6-0B4C-2E42-B75E-21128B0BB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750" y="3192964"/>
              <a:ext cx="532980" cy="26815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EB1190D9-56DD-104C-A0A1-80665B1E6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749" y="2588364"/>
              <a:ext cx="532981" cy="516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12" name="Group 26">
              <a:extLst>
                <a:ext uri="{FF2B5EF4-FFF2-40B4-BE49-F238E27FC236}">
                  <a16:creationId xmlns:a16="http://schemas.microsoft.com/office/drawing/2014/main" id="{440C992D-219D-AC4E-AA57-FCFC5704AB8D}"/>
                </a:ext>
              </a:extLst>
            </p:cNvPr>
            <p:cNvGrpSpPr/>
            <p:nvPr/>
          </p:nvGrpSpPr>
          <p:grpSpPr>
            <a:xfrm>
              <a:off x="4053537" y="2080367"/>
              <a:ext cx="1054190" cy="2652135"/>
              <a:chOff x="5381376" y="1311276"/>
              <a:chExt cx="1004780" cy="2527830"/>
            </a:xfrm>
          </p:grpSpPr>
          <p:sp>
            <p:nvSpPr>
              <p:cNvPr id="13" name="Arc 14">
                <a:extLst>
                  <a:ext uri="{FF2B5EF4-FFF2-40B4-BE49-F238E27FC236}">
                    <a16:creationId xmlns:a16="http://schemas.microsoft.com/office/drawing/2014/main" id="{64257689-5DEE-8A4B-B89D-EEC161640B3F}"/>
                  </a:ext>
                </a:extLst>
              </p:cNvPr>
              <p:cNvSpPr/>
              <p:nvPr/>
            </p:nvSpPr>
            <p:spPr>
              <a:xfrm rot="5400000">
                <a:off x="5562231" y="3168259"/>
                <a:ext cx="660399" cy="681296"/>
              </a:xfrm>
              <a:prstGeom prst="arc">
                <a:avLst>
                  <a:gd name="adj1" fmla="val 16200000"/>
                  <a:gd name="adj2" fmla="val 5582293"/>
                </a:avLst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14" name="Straight Connector 16">
                <a:extLst>
                  <a:ext uri="{FF2B5EF4-FFF2-40B4-BE49-F238E27FC236}">
                    <a16:creationId xmlns:a16="http://schemas.microsoft.com/office/drawing/2014/main" id="{6B3E034F-0556-394F-88B6-465431D152CB}"/>
                  </a:ext>
                </a:extLst>
              </p:cNvPr>
              <p:cNvCxnSpPr/>
              <p:nvPr/>
            </p:nvCxnSpPr>
            <p:spPr>
              <a:xfrm flipH="1" flipV="1">
                <a:off x="5551319" y="1599574"/>
                <a:ext cx="464" cy="1898973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7">
                <a:extLst>
                  <a:ext uri="{FF2B5EF4-FFF2-40B4-BE49-F238E27FC236}">
                    <a16:creationId xmlns:a16="http://schemas.microsoft.com/office/drawing/2014/main" id="{10CC780F-4F61-6543-8B2B-CBFF3B6CD773}"/>
                  </a:ext>
                </a:extLst>
              </p:cNvPr>
              <p:cNvCxnSpPr/>
              <p:nvPr/>
            </p:nvCxnSpPr>
            <p:spPr>
              <a:xfrm flipH="1" flipV="1">
                <a:off x="6232615" y="1601956"/>
                <a:ext cx="464" cy="1916474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Arc 21">
                <a:extLst>
                  <a:ext uri="{FF2B5EF4-FFF2-40B4-BE49-F238E27FC236}">
                    <a16:creationId xmlns:a16="http://schemas.microsoft.com/office/drawing/2014/main" id="{CC10E167-A5D9-9B4B-A452-C29BAFCF6B95}"/>
                  </a:ext>
                </a:extLst>
              </p:cNvPr>
              <p:cNvSpPr/>
              <p:nvPr/>
            </p:nvSpPr>
            <p:spPr>
              <a:xfrm>
                <a:off x="6098121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17" name="Straight Connector 23">
                <a:extLst>
                  <a:ext uri="{FF2B5EF4-FFF2-40B4-BE49-F238E27FC236}">
                    <a16:creationId xmlns:a16="http://schemas.microsoft.com/office/drawing/2014/main" id="{84F444B5-AA2D-B647-9770-823F9D016908}"/>
                  </a:ext>
                </a:extLst>
              </p:cNvPr>
              <p:cNvCxnSpPr>
                <a:stCxn id="16" idx="0"/>
              </p:cNvCxnSpPr>
              <p:nvPr/>
            </p:nvCxnSpPr>
            <p:spPr>
              <a:xfrm flipH="1">
                <a:off x="5525394" y="1311276"/>
                <a:ext cx="716745" cy="0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Arc 25">
                <a:extLst>
                  <a:ext uri="{FF2B5EF4-FFF2-40B4-BE49-F238E27FC236}">
                    <a16:creationId xmlns:a16="http://schemas.microsoft.com/office/drawing/2014/main" id="{4B0C70A5-4E13-3647-83C7-110288FE1DEC}"/>
                  </a:ext>
                </a:extLst>
              </p:cNvPr>
              <p:cNvSpPr/>
              <p:nvPr/>
            </p:nvSpPr>
            <p:spPr>
              <a:xfrm flipH="1">
                <a:off x="5381376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19" name="Group 76">
            <a:extLst>
              <a:ext uri="{FF2B5EF4-FFF2-40B4-BE49-F238E27FC236}">
                <a16:creationId xmlns:a16="http://schemas.microsoft.com/office/drawing/2014/main" id="{77A7C47A-AA2F-4A43-841E-D84AE0E8400A}"/>
              </a:ext>
            </a:extLst>
          </p:cNvPr>
          <p:cNvGrpSpPr/>
          <p:nvPr/>
        </p:nvGrpSpPr>
        <p:grpSpPr>
          <a:xfrm>
            <a:off x="7281736" y="3764672"/>
            <a:ext cx="1136357" cy="2858851"/>
            <a:chOff x="5470827" y="2616678"/>
            <a:chExt cx="852268" cy="2144138"/>
          </a:xfrm>
        </p:grpSpPr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3D9AAF40-5C69-D747-A2E1-6868DD611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8984" y="3050262"/>
              <a:ext cx="430892" cy="46590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EB3D4913-E092-EC43-928C-211B257D6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984" y="3050263"/>
              <a:ext cx="428199" cy="463209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0" y="0"/>
                </a:cxn>
                <a:cxn ang="0">
                  <a:pos x="318" y="0"/>
                </a:cxn>
                <a:cxn ang="0">
                  <a:pos x="318" y="344"/>
                </a:cxn>
              </a:cxnLst>
              <a:rect l="0" t="0" r="r" b="b"/>
              <a:pathLst>
                <a:path w="318" h="344">
                  <a:moveTo>
                    <a:pt x="0" y="344"/>
                  </a:moveTo>
                  <a:lnTo>
                    <a:pt x="0" y="0"/>
                  </a:lnTo>
                  <a:lnTo>
                    <a:pt x="318" y="0"/>
                  </a:lnTo>
                  <a:lnTo>
                    <a:pt x="318" y="34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F2BC9C0-827E-9849-83D8-4C387A1B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984" y="4149038"/>
              <a:ext cx="430892" cy="526497"/>
            </a:xfrm>
            <a:custGeom>
              <a:avLst/>
              <a:gdLst/>
              <a:ahLst/>
              <a:cxnLst>
                <a:cxn ang="0">
                  <a:pos x="134" y="0"/>
                </a:cxn>
                <a:cxn ang="0">
                  <a:pos x="134" y="109"/>
                </a:cxn>
                <a:cxn ang="0">
                  <a:pos x="67" y="165"/>
                </a:cxn>
                <a:cxn ang="0">
                  <a:pos x="0" y="109"/>
                </a:cxn>
                <a:cxn ang="0">
                  <a:pos x="0" y="0"/>
                </a:cxn>
                <a:cxn ang="0">
                  <a:pos x="134" y="0"/>
                </a:cxn>
              </a:cxnLst>
              <a:rect l="0" t="0" r="r" b="b"/>
              <a:pathLst>
                <a:path w="134" h="165">
                  <a:moveTo>
                    <a:pt x="134" y="0"/>
                  </a:moveTo>
                  <a:cubicBezTo>
                    <a:pt x="134" y="109"/>
                    <a:pt x="134" y="109"/>
                    <a:pt x="134" y="109"/>
                  </a:cubicBezTo>
                  <a:cubicBezTo>
                    <a:pt x="134" y="140"/>
                    <a:pt x="104" y="165"/>
                    <a:pt x="67" y="165"/>
                  </a:cubicBezTo>
                  <a:cubicBezTo>
                    <a:pt x="30" y="165"/>
                    <a:pt x="0" y="140"/>
                    <a:pt x="0" y="10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2675DCCB-47EE-E941-ABC3-D3C31A437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8984" y="3732958"/>
              <a:ext cx="430892" cy="4322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66FEB9D7-1EA3-E74F-A913-EDB7482D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8984" y="3516165"/>
              <a:ext cx="430892" cy="216793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Oval 11">
              <a:extLst>
                <a:ext uri="{FF2B5EF4-FFF2-40B4-BE49-F238E27FC236}">
                  <a16:creationId xmlns:a16="http://schemas.microsoft.com/office/drawing/2014/main" id="{F2215FD4-A027-984D-A065-4B49F9378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8984" y="3027372"/>
              <a:ext cx="430892" cy="4174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26" name="Group 36">
              <a:extLst>
                <a:ext uri="{FF2B5EF4-FFF2-40B4-BE49-F238E27FC236}">
                  <a16:creationId xmlns:a16="http://schemas.microsoft.com/office/drawing/2014/main" id="{0738552E-34E0-A940-AF90-862A00BCC861}"/>
                </a:ext>
              </a:extLst>
            </p:cNvPr>
            <p:cNvGrpSpPr/>
            <p:nvPr/>
          </p:nvGrpSpPr>
          <p:grpSpPr>
            <a:xfrm>
              <a:off x="5470827" y="2616678"/>
              <a:ext cx="852268" cy="2144138"/>
              <a:chOff x="5381376" y="1311276"/>
              <a:chExt cx="1004780" cy="2527830"/>
            </a:xfrm>
          </p:grpSpPr>
          <p:sp>
            <p:nvSpPr>
              <p:cNvPr id="27" name="Arc 37">
                <a:extLst>
                  <a:ext uri="{FF2B5EF4-FFF2-40B4-BE49-F238E27FC236}">
                    <a16:creationId xmlns:a16="http://schemas.microsoft.com/office/drawing/2014/main" id="{6DDB0BDD-E082-D34D-A26E-BD95E7AB0BA1}"/>
                  </a:ext>
                </a:extLst>
              </p:cNvPr>
              <p:cNvSpPr/>
              <p:nvPr/>
            </p:nvSpPr>
            <p:spPr>
              <a:xfrm rot="5400000">
                <a:off x="5562231" y="3168259"/>
                <a:ext cx="660399" cy="681296"/>
              </a:xfrm>
              <a:prstGeom prst="arc">
                <a:avLst>
                  <a:gd name="adj1" fmla="val 16200000"/>
                  <a:gd name="adj2" fmla="val 5582293"/>
                </a:avLst>
              </a:prstGeom>
              <a:ln w="28575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28" name="Straight Connector 38">
                <a:extLst>
                  <a:ext uri="{FF2B5EF4-FFF2-40B4-BE49-F238E27FC236}">
                    <a16:creationId xmlns:a16="http://schemas.microsoft.com/office/drawing/2014/main" id="{E8CE659A-94AA-604E-9F63-73A75BCDB7C7}"/>
                  </a:ext>
                </a:extLst>
              </p:cNvPr>
              <p:cNvCxnSpPr/>
              <p:nvPr/>
            </p:nvCxnSpPr>
            <p:spPr>
              <a:xfrm flipH="1" flipV="1">
                <a:off x="5551319" y="1599574"/>
                <a:ext cx="464" cy="1898973"/>
              </a:xfrm>
              <a:prstGeom prst="line">
                <a:avLst/>
              </a:prstGeom>
              <a:ln w="28575" cap="sq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39">
                <a:extLst>
                  <a:ext uri="{FF2B5EF4-FFF2-40B4-BE49-F238E27FC236}">
                    <a16:creationId xmlns:a16="http://schemas.microsoft.com/office/drawing/2014/main" id="{8BC79215-5EE0-6146-B056-469159FF64AF}"/>
                  </a:ext>
                </a:extLst>
              </p:cNvPr>
              <p:cNvCxnSpPr/>
              <p:nvPr/>
            </p:nvCxnSpPr>
            <p:spPr>
              <a:xfrm flipH="1" flipV="1">
                <a:off x="6232615" y="1601956"/>
                <a:ext cx="464" cy="1916474"/>
              </a:xfrm>
              <a:prstGeom prst="line">
                <a:avLst/>
              </a:prstGeom>
              <a:ln w="28575" cap="sq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Arc 40">
                <a:extLst>
                  <a:ext uri="{FF2B5EF4-FFF2-40B4-BE49-F238E27FC236}">
                    <a16:creationId xmlns:a16="http://schemas.microsoft.com/office/drawing/2014/main" id="{6708C2A8-B153-CD4D-8130-83BAA6A02E8A}"/>
                  </a:ext>
                </a:extLst>
              </p:cNvPr>
              <p:cNvSpPr/>
              <p:nvPr/>
            </p:nvSpPr>
            <p:spPr>
              <a:xfrm>
                <a:off x="6098121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31" name="Straight Connector 41">
                <a:extLst>
                  <a:ext uri="{FF2B5EF4-FFF2-40B4-BE49-F238E27FC236}">
                    <a16:creationId xmlns:a16="http://schemas.microsoft.com/office/drawing/2014/main" id="{EBCA8F8F-5B9B-F044-B4D7-C7BDDA165929}"/>
                  </a:ext>
                </a:extLst>
              </p:cNvPr>
              <p:cNvCxnSpPr>
                <a:stCxn id="30" idx="0"/>
              </p:cNvCxnSpPr>
              <p:nvPr/>
            </p:nvCxnSpPr>
            <p:spPr>
              <a:xfrm flipH="1">
                <a:off x="5525394" y="1311276"/>
                <a:ext cx="716745" cy="0"/>
              </a:xfrm>
              <a:prstGeom prst="line">
                <a:avLst/>
              </a:prstGeom>
              <a:ln w="28575" cap="sq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Arc 42">
                <a:extLst>
                  <a:ext uri="{FF2B5EF4-FFF2-40B4-BE49-F238E27FC236}">
                    <a16:creationId xmlns:a16="http://schemas.microsoft.com/office/drawing/2014/main" id="{02B55DEE-47ED-E346-874C-4E6EF2C03102}"/>
                  </a:ext>
                </a:extLst>
              </p:cNvPr>
              <p:cNvSpPr/>
              <p:nvPr/>
            </p:nvSpPr>
            <p:spPr>
              <a:xfrm flipH="1">
                <a:off x="5381376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pSp>
        <p:nvGrpSpPr>
          <p:cNvPr id="33" name="Group 77">
            <a:extLst>
              <a:ext uri="{FF2B5EF4-FFF2-40B4-BE49-F238E27FC236}">
                <a16:creationId xmlns:a16="http://schemas.microsoft.com/office/drawing/2014/main" id="{2CF790D5-A098-794F-B4D0-0FEE05E68869}"/>
              </a:ext>
            </a:extLst>
          </p:cNvPr>
          <p:cNvGrpSpPr/>
          <p:nvPr/>
        </p:nvGrpSpPr>
        <p:grpSpPr>
          <a:xfrm>
            <a:off x="3779020" y="3764672"/>
            <a:ext cx="1136357" cy="2858851"/>
            <a:chOff x="2843790" y="2616678"/>
            <a:chExt cx="852268" cy="2144138"/>
          </a:xfrm>
        </p:grpSpPr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1217369B-A5A4-E046-8DD1-E3A49EA0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947" y="3050262"/>
              <a:ext cx="430892" cy="46590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6943169B-778A-B04A-9A20-DF1BF6968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947" y="3050263"/>
              <a:ext cx="428199" cy="463209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0" y="0"/>
                </a:cxn>
                <a:cxn ang="0">
                  <a:pos x="318" y="0"/>
                </a:cxn>
                <a:cxn ang="0">
                  <a:pos x="318" y="344"/>
                </a:cxn>
              </a:cxnLst>
              <a:rect l="0" t="0" r="r" b="b"/>
              <a:pathLst>
                <a:path w="318" h="344">
                  <a:moveTo>
                    <a:pt x="0" y="344"/>
                  </a:moveTo>
                  <a:lnTo>
                    <a:pt x="0" y="0"/>
                  </a:lnTo>
                  <a:lnTo>
                    <a:pt x="318" y="0"/>
                  </a:lnTo>
                  <a:lnTo>
                    <a:pt x="318" y="34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F85D6ACE-9F62-3645-AFD3-41F7B710C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947" y="4149038"/>
              <a:ext cx="430892" cy="526497"/>
            </a:xfrm>
            <a:custGeom>
              <a:avLst/>
              <a:gdLst/>
              <a:ahLst/>
              <a:cxnLst>
                <a:cxn ang="0">
                  <a:pos x="134" y="0"/>
                </a:cxn>
                <a:cxn ang="0">
                  <a:pos x="134" y="109"/>
                </a:cxn>
                <a:cxn ang="0">
                  <a:pos x="67" y="165"/>
                </a:cxn>
                <a:cxn ang="0">
                  <a:pos x="0" y="109"/>
                </a:cxn>
                <a:cxn ang="0">
                  <a:pos x="0" y="0"/>
                </a:cxn>
                <a:cxn ang="0">
                  <a:pos x="134" y="0"/>
                </a:cxn>
              </a:cxnLst>
              <a:rect l="0" t="0" r="r" b="b"/>
              <a:pathLst>
                <a:path w="134" h="165">
                  <a:moveTo>
                    <a:pt x="134" y="0"/>
                  </a:moveTo>
                  <a:cubicBezTo>
                    <a:pt x="134" y="109"/>
                    <a:pt x="134" y="109"/>
                    <a:pt x="134" y="109"/>
                  </a:cubicBezTo>
                  <a:cubicBezTo>
                    <a:pt x="134" y="140"/>
                    <a:pt x="104" y="165"/>
                    <a:pt x="67" y="165"/>
                  </a:cubicBezTo>
                  <a:cubicBezTo>
                    <a:pt x="30" y="165"/>
                    <a:pt x="0" y="140"/>
                    <a:pt x="0" y="10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00787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63CAFA04-4C5C-CA4B-B9F7-C5C629C56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947" y="3732958"/>
              <a:ext cx="430892" cy="432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" name="Rectangle 10">
              <a:extLst>
                <a:ext uri="{FF2B5EF4-FFF2-40B4-BE49-F238E27FC236}">
                  <a16:creationId xmlns:a16="http://schemas.microsoft.com/office/drawing/2014/main" id="{5F7ABE36-90E2-5445-A30B-D44C7BC78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947" y="3516165"/>
              <a:ext cx="430892" cy="216793"/>
            </a:xfrm>
            <a:prstGeom prst="rect">
              <a:avLst/>
            </a:prstGeom>
            <a:solidFill>
              <a:srgbClr val="42929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5867CB1D-DB55-BD4E-A60B-835790AEB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947" y="3027372"/>
              <a:ext cx="430892" cy="41743"/>
            </a:xfrm>
            <a:prstGeom prst="ellipse">
              <a:avLst/>
            </a:prstGeom>
            <a:solidFill>
              <a:srgbClr val="4292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40" name="Group 50">
              <a:extLst>
                <a:ext uri="{FF2B5EF4-FFF2-40B4-BE49-F238E27FC236}">
                  <a16:creationId xmlns:a16="http://schemas.microsoft.com/office/drawing/2014/main" id="{2DD90B60-FD3D-B143-AEE1-BC904815A2F0}"/>
                </a:ext>
              </a:extLst>
            </p:cNvPr>
            <p:cNvGrpSpPr/>
            <p:nvPr/>
          </p:nvGrpSpPr>
          <p:grpSpPr>
            <a:xfrm>
              <a:off x="2843790" y="2616678"/>
              <a:ext cx="852268" cy="2144138"/>
              <a:chOff x="5381376" y="1311276"/>
              <a:chExt cx="1004780" cy="2527830"/>
            </a:xfrm>
          </p:grpSpPr>
          <p:sp>
            <p:nvSpPr>
              <p:cNvPr id="41" name="Arc 51">
                <a:extLst>
                  <a:ext uri="{FF2B5EF4-FFF2-40B4-BE49-F238E27FC236}">
                    <a16:creationId xmlns:a16="http://schemas.microsoft.com/office/drawing/2014/main" id="{F6502794-4198-B340-B833-3E50936DB6D0}"/>
                  </a:ext>
                </a:extLst>
              </p:cNvPr>
              <p:cNvSpPr/>
              <p:nvPr/>
            </p:nvSpPr>
            <p:spPr>
              <a:xfrm rot="5400000">
                <a:off x="5562231" y="3168259"/>
                <a:ext cx="660399" cy="681296"/>
              </a:xfrm>
              <a:prstGeom prst="arc">
                <a:avLst>
                  <a:gd name="adj1" fmla="val 16200000"/>
                  <a:gd name="adj2" fmla="val 5582293"/>
                </a:avLst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42" name="Straight Connector 52">
                <a:extLst>
                  <a:ext uri="{FF2B5EF4-FFF2-40B4-BE49-F238E27FC236}">
                    <a16:creationId xmlns:a16="http://schemas.microsoft.com/office/drawing/2014/main" id="{9DCEBA54-5DC2-9846-8EB1-11E87D17026E}"/>
                  </a:ext>
                </a:extLst>
              </p:cNvPr>
              <p:cNvCxnSpPr/>
              <p:nvPr/>
            </p:nvCxnSpPr>
            <p:spPr>
              <a:xfrm flipH="1" flipV="1">
                <a:off x="5551319" y="1599574"/>
                <a:ext cx="464" cy="1898973"/>
              </a:xfrm>
              <a:prstGeom prst="line">
                <a:avLst/>
              </a:prstGeom>
              <a:ln w="28575" cap="sq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53">
                <a:extLst>
                  <a:ext uri="{FF2B5EF4-FFF2-40B4-BE49-F238E27FC236}">
                    <a16:creationId xmlns:a16="http://schemas.microsoft.com/office/drawing/2014/main" id="{78CA6924-C68C-9E40-A217-29CFA1BD2AEB}"/>
                  </a:ext>
                </a:extLst>
              </p:cNvPr>
              <p:cNvCxnSpPr/>
              <p:nvPr/>
            </p:nvCxnSpPr>
            <p:spPr>
              <a:xfrm flipH="1" flipV="1">
                <a:off x="6232615" y="1601956"/>
                <a:ext cx="464" cy="1916474"/>
              </a:xfrm>
              <a:prstGeom prst="line">
                <a:avLst/>
              </a:prstGeom>
              <a:ln w="28575" cap="sq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Arc 54">
                <a:extLst>
                  <a:ext uri="{FF2B5EF4-FFF2-40B4-BE49-F238E27FC236}">
                    <a16:creationId xmlns:a16="http://schemas.microsoft.com/office/drawing/2014/main" id="{4D69EE25-9460-AB44-AB65-CB8556EF1DE1}"/>
                  </a:ext>
                </a:extLst>
              </p:cNvPr>
              <p:cNvSpPr/>
              <p:nvPr/>
            </p:nvSpPr>
            <p:spPr>
              <a:xfrm>
                <a:off x="6098121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45" name="Straight Connector 55">
                <a:extLst>
                  <a:ext uri="{FF2B5EF4-FFF2-40B4-BE49-F238E27FC236}">
                    <a16:creationId xmlns:a16="http://schemas.microsoft.com/office/drawing/2014/main" id="{3CD3BA4B-6D90-F644-85B1-B3DA318ADD62}"/>
                  </a:ext>
                </a:extLst>
              </p:cNvPr>
              <p:cNvCxnSpPr>
                <a:stCxn id="44" idx="0"/>
              </p:cNvCxnSpPr>
              <p:nvPr/>
            </p:nvCxnSpPr>
            <p:spPr>
              <a:xfrm flipH="1">
                <a:off x="5525394" y="1311276"/>
                <a:ext cx="716745" cy="0"/>
              </a:xfrm>
              <a:prstGeom prst="line">
                <a:avLst/>
              </a:prstGeom>
              <a:ln w="28575" cap="sq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Arc 56">
                <a:extLst>
                  <a:ext uri="{FF2B5EF4-FFF2-40B4-BE49-F238E27FC236}">
                    <a16:creationId xmlns:a16="http://schemas.microsoft.com/office/drawing/2014/main" id="{C12D44BF-7A65-B54B-801E-1A653497E344}"/>
                  </a:ext>
                </a:extLst>
              </p:cNvPr>
              <p:cNvSpPr/>
              <p:nvPr/>
            </p:nvSpPr>
            <p:spPr>
              <a:xfrm flipH="1">
                <a:off x="5381376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cxnSp>
        <p:nvCxnSpPr>
          <p:cNvPr id="47" name="Elbow Connector 58">
            <a:extLst>
              <a:ext uri="{FF2B5EF4-FFF2-40B4-BE49-F238E27FC236}">
                <a16:creationId xmlns:a16="http://schemas.microsoft.com/office/drawing/2014/main" id="{84B2421E-916D-A64B-8F96-32B9EBDE80C7}"/>
              </a:ext>
            </a:extLst>
          </p:cNvPr>
          <p:cNvCxnSpPr/>
          <p:nvPr/>
        </p:nvCxnSpPr>
        <p:spPr>
          <a:xfrm>
            <a:off x="2652280" y="2914090"/>
            <a:ext cx="1689805" cy="790679"/>
          </a:xfrm>
          <a:prstGeom prst="bentConnector3">
            <a:avLst>
              <a:gd name="adj1" fmla="val 100355"/>
            </a:avLst>
          </a:prstGeom>
          <a:ln w="1905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62">
            <a:extLst>
              <a:ext uri="{FF2B5EF4-FFF2-40B4-BE49-F238E27FC236}">
                <a16:creationId xmlns:a16="http://schemas.microsoft.com/office/drawing/2014/main" id="{25AFC79A-261D-904F-BD46-40C609A6687C}"/>
              </a:ext>
            </a:extLst>
          </p:cNvPr>
          <p:cNvCxnSpPr/>
          <p:nvPr/>
        </p:nvCxnSpPr>
        <p:spPr>
          <a:xfrm flipH="1">
            <a:off x="7862615" y="2914090"/>
            <a:ext cx="1689805" cy="790679"/>
          </a:xfrm>
          <a:prstGeom prst="bentConnector3">
            <a:avLst>
              <a:gd name="adj1" fmla="val 100355"/>
            </a:avLst>
          </a:prstGeom>
          <a:ln w="1905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29">
            <a:extLst>
              <a:ext uri="{FF2B5EF4-FFF2-40B4-BE49-F238E27FC236}">
                <a16:creationId xmlns:a16="http://schemas.microsoft.com/office/drawing/2014/main" id="{7ED90F8B-B32C-CF40-BFEE-B15ED48F3157}"/>
              </a:ext>
            </a:extLst>
          </p:cNvPr>
          <p:cNvGrpSpPr/>
          <p:nvPr/>
        </p:nvGrpSpPr>
        <p:grpSpPr>
          <a:xfrm>
            <a:off x="1103393" y="2767755"/>
            <a:ext cx="1997044" cy="1611456"/>
            <a:chOff x="798970" y="1704791"/>
            <a:chExt cx="826143" cy="1208592"/>
          </a:xfrm>
        </p:grpSpPr>
        <p:sp>
          <p:nvSpPr>
            <p:cNvPr id="50" name="Text Placeholder 3">
              <a:extLst>
                <a:ext uri="{FF2B5EF4-FFF2-40B4-BE49-F238E27FC236}">
                  <a16:creationId xmlns:a16="http://schemas.microsoft.com/office/drawing/2014/main" id="{71F1F7A5-1D07-1744-B7DF-387A9ADC0C65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 </a:t>
              </a:r>
              <a:r>
                <a:rPr lang="en-US" altLang="zh-CN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Text Placeholder 3">
              <a:extLst>
                <a:ext uri="{FF2B5EF4-FFF2-40B4-BE49-F238E27FC236}">
                  <a16:creationId xmlns:a16="http://schemas.microsoft.com/office/drawing/2014/main" id="{A736D983-26F7-C64F-8655-F5389699D84D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2" name="Group 29">
            <a:extLst>
              <a:ext uri="{FF2B5EF4-FFF2-40B4-BE49-F238E27FC236}">
                <a16:creationId xmlns:a16="http://schemas.microsoft.com/office/drawing/2014/main" id="{44ED13DD-3827-DE41-BE09-F03BE8C2F241}"/>
              </a:ext>
            </a:extLst>
          </p:cNvPr>
          <p:cNvGrpSpPr/>
          <p:nvPr/>
        </p:nvGrpSpPr>
        <p:grpSpPr>
          <a:xfrm>
            <a:off x="9245184" y="2777600"/>
            <a:ext cx="1997042" cy="1611456"/>
            <a:chOff x="798971" y="1704791"/>
            <a:chExt cx="826142" cy="1208592"/>
          </a:xfrm>
        </p:grpSpPr>
        <p:sp>
          <p:nvSpPr>
            <p:cNvPr id="53" name="Text Placeholder 3">
              <a:extLst>
                <a:ext uri="{FF2B5EF4-FFF2-40B4-BE49-F238E27FC236}">
                  <a16:creationId xmlns:a16="http://schemas.microsoft.com/office/drawing/2014/main" id="{D606AE8C-EBD9-BC41-A47B-119606FDEF43}"/>
                </a:ext>
              </a:extLst>
            </p:cNvPr>
            <p:cNvSpPr txBox="1">
              <a:spLocks/>
            </p:cNvSpPr>
            <p:nvPr/>
          </p:nvSpPr>
          <p:spPr>
            <a:xfrm>
              <a:off x="1315429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4" name="Text Placeholder 3">
              <a:extLst>
                <a:ext uri="{FF2B5EF4-FFF2-40B4-BE49-F238E27FC236}">
                  <a16:creationId xmlns:a16="http://schemas.microsoft.com/office/drawing/2014/main" id="{EE90EEFA-BD06-7645-AD6C-8EBEA7AA3464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5" name="Group 29">
            <a:extLst>
              <a:ext uri="{FF2B5EF4-FFF2-40B4-BE49-F238E27FC236}">
                <a16:creationId xmlns:a16="http://schemas.microsoft.com/office/drawing/2014/main" id="{2C46812C-820F-004C-B841-C394EC94ED2C}"/>
              </a:ext>
            </a:extLst>
          </p:cNvPr>
          <p:cNvGrpSpPr/>
          <p:nvPr/>
        </p:nvGrpSpPr>
        <p:grpSpPr>
          <a:xfrm>
            <a:off x="5097481" y="1350911"/>
            <a:ext cx="1997041" cy="1611456"/>
            <a:chOff x="798970" y="1704791"/>
            <a:chExt cx="826142" cy="1208592"/>
          </a:xfrm>
        </p:grpSpPr>
        <p:sp>
          <p:nvSpPr>
            <p:cNvPr id="56" name="Text Placeholder 3">
              <a:extLst>
                <a:ext uri="{FF2B5EF4-FFF2-40B4-BE49-F238E27FC236}">
                  <a16:creationId xmlns:a16="http://schemas.microsoft.com/office/drawing/2014/main" id="{01AF8C1E-82B0-584C-9694-4DD3535D863E}"/>
                </a:ext>
              </a:extLst>
            </p:cNvPr>
            <p:cNvSpPr txBox="1">
              <a:spLocks/>
            </p:cNvSpPr>
            <p:nvPr/>
          </p:nvSpPr>
          <p:spPr>
            <a:xfrm>
              <a:off x="1057200" y="1704791"/>
              <a:ext cx="309684" cy="230833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编号</a:t>
              </a:r>
              <a:r>
                <a:rPr 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7" name="Text Placeholder 3">
              <a:extLst>
                <a:ext uri="{FF2B5EF4-FFF2-40B4-BE49-F238E27FC236}">
                  <a16:creationId xmlns:a16="http://schemas.microsoft.com/office/drawing/2014/main" id="{A11D8B3C-8486-6846-BD63-6C5C01BB34ED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990053"/>
              <a:ext cx="826142" cy="92333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山不在高，有仙则名。水不在深，有龙则灵。斯是陋室，惟吾德馨。</a:t>
              </a:r>
              <a:endParaRPr lang="en-US" altLang="zh-CN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8" name="Group 129">
            <a:extLst>
              <a:ext uri="{FF2B5EF4-FFF2-40B4-BE49-F238E27FC236}">
                <a16:creationId xmlns:a16="http://schemas.microsoft.com/office/drawing/2014/main" id="{3186D055-A3ED-0C46-97F2-25E01E3BD4A3}"/>
              </a:ext>
            </a:extLst>
          </p:cNvPr>
          <p:cNvGrpSpPr/>
          <p:nvPr/>
        </p:nvGrpSpPr>
        <p:grpSpPr>
          <a:xfrm>
            <a:off x="6153048" y="5445392"/>
            <a:ext cx="864665" cy="865389"/>
            <a:chOff x="2779491" y="2517212"/>
            <a:chExt cx="648499" cy="649042"/>
          </a:xfrm>
        </p:grpSpPr>
        <p:sp>
          <p:nvSpPr>
            <p:cNvPr id="59" name="Oval 79">
              <a:extLst>
                <a:ext uri="{FF2B5EF4-FFF2-40B4-BE49-F238E27FC236}">
                  <a16:creationId xmlns:a16="http://schemas.microsoft.com/office/drawing/2014/main" id="{0134868A-A76F-2648-B95B-FE2D0942FD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79491" y="2517212"/>
              <a:ext cx="648499" cy="6490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Oval 80">
              <a:extLst>
                <a:ext uri="{FF2B5EF4-FFF2-40B4-BE49-F238E27FC236}">
                  <a16:creationId xmlns:a16="http://schemas.microsoft.com/office/drawing/2014/main" id="{29974D4F-3719-C047-B5D4-4BE7134111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54318" y="2592102"/>
              <a:ext cx="498845" cy="499263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02</a:t>
              </a:r>
            </a:p>
          </p:txBody>
        </p:sp>
      </p:grpSp>
      <p:grpSp>
        <p:nvGrpSpPr>
          <p:cNvPr id="61" name="Group 130">
            <a:extLst>
              <a:ext uri="{FF2B5EF4-FFF2-40B4-BE49-F238E27FC236}">
                <a16:creationId xmlns:a16="http://schemas.microsoft.com/office/drawing/2014/main" id="{993972E4-6C7B-6444-81DD-F6E4A1414E7F}"/>
              </a:ext>
            </a:extLst>
          </p:cNvPr>
          <p:cNvGrpSpPr/>
          <p:nvPr/>
        </p:nvGrpSpPr>
        <p:grpSpPr>
          <a:xfrm>
            <a:off x="7824516" y="5445392"/>
            <a:ext cx="864665" cy="865389"/>
            <a:chOff x="3287425" y="3613920"/>
            <a:chExt cx="648499" cy="649042"/>
          </a:xfrm>
        </p:grpSpPr>
        <p:sp>
          <p:nvSpPr>
            <p:cNvPr id="62" name="Oval 82">
              <a:extLst>
                <a:ext uri="{FF2B5EF4-FFF2-40B4-BE49-F238E27FC236}">
                  <a16:creationId xmlns:a16="http://schemas.microsoft.com/office/drawing/2014/main" id="{D211F362-6292-7F41-BD20-EA8C5DEA61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Oval 83">
              <a:extLst>
                <a:ext uri="{FF2B5EF4-FFF2-40B4-BE49-F238E27FC236}">
                  <a16:creationId xmlns:a16="http://schemas.microsoft.com/office/drawing/2014/main" id="{EDDB73ED-26CE-6742-B447-6CE2C78380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03</a:t>
              </a:r>
            </a:p>
          </p:txBody>
        </p:sp>
      </p:grpSp>
      <p:grpSp>
        <p:nvGrpSpPr>
          <p:cNvPr id="64" name="Group 134">
            <a:extLst>
              <a:ext uri="{FF2B5EF4-FFF2-40B4-BE49-F238E27FC236}">
                <a16:creationId xmlns:a16="http://schemas.microsoft.com/office/drawing/2014/main" id="{D6152881-A3D5-3245-ABF6-F19D21431E4E}"/>
              </a:ext>
            </a:extLst>
          </p:cNvPr>
          <p:cNvGrpSpPr/>
          <p:nvPr/>
        </p:nvGrpSpPr>
        <p:grpSpPr>
          <a:xfrm>
            <a:off x="4320169" y="5445392"/>
            <a:ext cx="864665" cy="865389"/>
            <a:chOff x="3287425" y="1417883"/>
            <a:chExt cx="648499" cy="649042"/>
          </a:xfrm>
        </p:grpSpPr>
        <p:sp>
          <p:nvSpPr>
            <p:cNvPr id="65" name="Oval 85">
              <a:extLst>
                <a:ext uri="{FF2B5EF4-FFF2-40B4-BE49-F238E27FC236}">
                  <a16:creationId xmlns:a16="http://schemas.microsoft.com/office/drawing/2014/main" id="{64BD61F8-894E-DB4C-8FDF-4444592562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rgbClr val="42929D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" name="Oval 86">
              <a:extLst>
                <a:ext uri="{FF2B5EF4-FFF2-40B4-BE49-F238E27FC236}">
                  <a16:creationId xmlns:a16="http://schemas.microsoft.com/office/drawing/2014/main" id="{F90F5E21-83AB-5D44-9283-ECACBE131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2252" y="1492773"/>
              <a:ext cx="498845" cy="499263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01</a:t>
              </a:r>
              <a:endParaRPr lang="en-US" sz="133" b="1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7" name="Group 87">
            <a:extLst>
              <a:ext uri="{FF2B5EF4-FFF2-40B4-BE49-F238E27FC236}">
                <a16:creationId xmlns:a16="http://schemas.microsoft.com/office/drawing/2014/main" id="{F1B00DF4-018F-9547-894B-96BDDA209BF3}"/>
              </a:ext>
            </a:extLst>
          </p:cNvPr>
          <p:cNvGrpSpPr/>
          <p:nvPr/>
        </p:nvGrpSpPr>
        <p:grpSpPr>
          <a:xfrm>
            <a:off x="4098903" y="3737431"/>
            <a:ext cx="537720" cy="581812"/>
            <a:chOff x="758036" y="1904963"/>
            <a:chExt cx="403290" cy="436359"/>
          </a:xfrm>
          <a:solidFill>
            <a:schemeClr val="accent1"/>
          </a:solidFill>
        </p:grpSpPr>
        <p:sp>
          <p:nvSpPr>
            <p:cNvPr id="68" name="Oval 88">
              <a:extLst>
                <a:ext uri="{FF2B5EF4-FFF2-40B4-BE49-F238E27FC236}">
                  <a16:creationId xmlns:a16="http://schemas.microsoft.com/office/drawing/2014/main" id="{97DE2EC4-6259-E944-BF95-7D0691B7DA20}"/>
                </a:ext>
              </a:extLst>
            </p:cNvPr>
            <p:cNvSpPr/>
            <p:nvPr/>
          </p:nvSpPr>
          <p:spPr>
            <a:xfrm>
              <a:off x="758036" y="1985478"/>
              <a:ext cx="237229" cy="23722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Oval 89">
              <a:extLst>
                <a:ext uri="{FF2B5EF4-FFF2-40B4-BE49-F238E27FC236}">
                  <a16:creationId xmlns:a16="http://schemas.microsoft.com/office/drawing/2014/main" id="{B3DDCA4C-7D97-0840-8AAA-16EB5C7AF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265" y="2222707"/>
              <a:ext cx="118615" cy="1186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Oval 90">
              <a:extLst>
                <a:ext uri="{FF2B5EF4-FFF2-40B4-BE49-F238E27FC236}">
                  <a16:creationId xmlns:a16="http://schemas.microsoft.com/office/drawing/2014/main" id="{E82D80DD-33CD-7F47-8194-0A5933369B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72" y="1904963"/>
              <a:ext cx="106754" cy="10675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1" name="Group 91">
            <a:extLst>
              <a:ext uri="{FF2B5EF4-FFF2-40B4-BE49-F238E27FC236}">
                <a16:creationId xmlns:a16="http://schemas.microsoft.com/office/drawing/2014/main" id="{79DA718C-BB7A-A64C-9196-607F5A5449A2}"/>
              </a:ext>
            </a:extLst>
          </p:cNvPr>
          <p:cNvGrpSpPr/>
          <p:nvPr/>
        </p:nvGrpSpPr>
        <p:grpSpPr>
          <a:xfrm>
            <a:off x="5904218" y="2885265"/>
            <a:ext cx="494201" cy="660888"/>
            <a:chOff x="802535" y="1904963"/>
            <a:chExt cx="370651" cy="495666"/>
          </a:xfrm>
          <a:solidFill>
            <a:schemeClr val="accent2"/>
          </a:solidFill>
        </p:grpSpPr>
        <p:sp>
          <p:nvSpPr>
            <p:cNvPr id="72" name="Oval 92">
              <a:extLst>
                <a:ext uri="{FF2B5EF4-FFF2-40B4-BE49-F238E27FC236}">
                  <a16:creationId xmlns:a16="http://schemas.microsoft.com/office/drawing/2014/main" id="{7A7E623A-DFF7-834D-ADF0-E8FADB5057EE}"/>
                </a:ext>
              </a:extLst>
            </p:cNvPr>
            <p:cNvSpPr/>
            <p:nvPr/>
          </p:nvSpPr>
          <p:spPr>
            <a:xfrm>
              <a:off x="935957" y="2063300"/>
              <a:ext cx="237229" cy="23722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Oval 93">
              <a:extLst>
                <a:ext uri="{FF2B5EF4-FFF2-40B4-BE49-F238E27FC236}">
                  <a16:creationId xmlns:a16="http://schemas.microsoft.com/office/drawing/2014/main" id="{2A8F8DAF-1490-654D-BDA4-9835B6E34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535" y="2282014"/>
              <a:ext cx="118615" cy="1186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Oval 94">
              <a:extLst>
                <a:ext uri="{FF2B5EF4-FFF2-40B4-BE49-F238E27FC236}">
                  <a16:creationId xmlns:a16="http://schemas.microsoft.com/office/drawing/2014/main" id="{DAB1505F-20DA-BB4C-B4C8-FA5CBE6027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72" y="1904963"/>
              <a:ext cx="106754" cy="10675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5" name="Group 95">
            <a:extLst>
              <a:ext uri="{FF2B5EF4-FFF2-40B4-BE49-F238E27FC236}">
                <a16:creationId xmlns:a16="http://schemas.microsoft.com/office/drawing/2014/main" id="{EED7370D-4E8B-5A4D-8AD7-622065A4D435}"/>
              </a:ext>
            </a:extLst>
          </p:cNvPr>
          <p:cNvGrpSpPr/>
          <p:nvPr/>
        </p:nvGrpSpPr>
        <p:grpSpPr>
          <a:xfrm>
            <a:off x="7593755" y="3693719"/>
            <a:ext cx="537720" cy="581812"/>
            <a:chOff x="758036" y="1904963"/>
            <a:chExt cx="403290" cy="436359"/>
          </a:xfrm>
          <a:solidFill>
            <a:schemeClr val="accent3"/>
          </a:solidFill>
        </p:grpSpPr>
        <p:sp>
          <p:nvSpPr>
            <p:cNvPr id="76" name="Oval 96">
              <a:extLst>
                <a:ext uri="{FF2B5EF4-FFF2-40B4-BE49-F238E27FC236}">
                  <a16:creationId xmlns:a16="http://schemas.microsoft.com/office/drawing/2014/main" id="{02FDB155-8C95-E24F-8A68-6476FEFD0796}"/>
                </a:ext>
              </a:extLst>
            </p:cNvPr>
            <p:cNvSpPr/>
            <p:nvPr/>
          </p:nvSpPr>
          <p:spPr>
            <a:xfrm>
              <a:off x="758036" y="1985478"/>
              <a:ext cx="237229" cy="23722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Oval 97">
              <a:extLst>
                <a:ext uri="{FF2B5EF4-FFF2-40B4-BE49-F238E27FC236}">
                  <a16:creationId xmlns:a16="http://schemas.microsoft.com/office/drawing/2014/main" id="{83FB15CC-F11B-6E48-836C-E75B30F84E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265" y="2222707"/>
              <a:ext cx="118615" cy="1186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Oval 98">
              <a:extLst>
                <a:ext uri="{FF2B5EF4-FFF2-40B4-BE49-F238E27FC236}">
                  <a16:creationId xmlns:a16="http://schemas.microsoft.com/office/drawing/2014/main" id="{C996482B-3B82-0349-8346-EA4FC36F1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72" y="1904963"/>
              <a:ext cx="106754" cy="10675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296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E702C6-A1FB-484F-BAB1-DD0390889552}"/>
              </a:ext>
            </a:extLst>
          </p:cNvPr>
          <p:cNvSpPr/>
          <p:nvPr/>
        </p:nvSpPr>
        <p:spPr>
          <a:xfrm>
            <a:off x="1564250" y="1753785"/>
            <a:ext cx="4685369" cy="14593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5D515CE8-BE4E-FE4A-B8C7-4C4263DAE687}"/>
              </a:ext>
            </a:extLst>
          </p:cNvPr>
          <p:cNvCxnSpPr/>
          <p:nvPr/>
        </p:nvCxnSpPr>
        <p:spPr>
          <a:xfrm>
            <a:off x="3114291" y="1907403"/>
            <a:ext cx="0" cy="115214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29">
            <a:extLst>
              <a:ext uri="{FF2B5EF4-FFF2-40B4-BE49-F238E27FC236}">
                <a16:creationId xmlns:a16="http://schemas.microsoft.com/office/drawing/2014/main" id="{CB38350E-B9A9-484C-A7A4-184E5318C20C}"/>
              </a:ext>
            </a:extLst>
          </p:cNvPr>
          <p:cNvGrpSpPr/>
          <p:nvPr/>
        </p:nvGrpSpPr>
        <p:grpSpPr>
          <a:xfrm>
            <a:off x="3303467" y="1967286"/>
            <a:ext cx="2688327" cy="1041665"/>
            <a:chOff x="798970" y="1704791"/>
            <a:chExt cx="1112115" cy="781248"/>
          </a:xfrm>
        </p:grpSpPr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DC9C37F0-8533-2547-9982-B961A2306427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190983" cy="207749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9170">
                <a:spcBef>
                  <a:spcPct val="20000"/>
                </a:spcBef>
                <a:defRPr/>
              </a:pPr>
              <a:r>
                <a:rPr lang="zh-CN" altLang="en-US" sz="1800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描述</a:t>
              </a:r>
              <a:endParaRPr lang="en-US" sz="1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FFB0C205-A815-A44E-AF9A-F611458445BB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32041"/>
              <a:ext cx="1112114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just" defTabSz="1375467"/>
              <a:r>
                <a:rPr lang="zh-CN" altLang="en-US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</a:t>
              </a:r>
            </a:p>
          </p:txBody>
        </p:sp>
      </p:grp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659C3B6-BC2B-AB41-B34E-741C2F7B23A1}"/>
              </a:ext>
            </a:extLst>
          </p:cNvPr>
          <p:cNvSpPr txBox="1">
            <a:spLocks/>
          </p:cNvSpPr>
          <p:nvPr/>
        </p:nvSpPr>
        <p:spPr>
          <a:xfrm>
            <a:off x="2174424" y="2259323"/>
            <a:ext cx="820738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grpSp>
        <p:nvGrpSpPr>
          <p:cNvPr id="11" name="Group 68">
            <a:extLst>
              <a:ext uri="{FF2B5EF4-FFF2-40B4-BE49-F238E27FC236}">
                <a16:creationId xmlns:a16="http://schemas.microsoft.com/office/drawing/2014/main" id="{1E0523FB-51E0-B740-A577-134A2807CE52}"/>
              </a:ext>
            </a:extLst>
          </p:cNvPr>
          <p:cNvGrpSpPr/>
          <p:nvPr/>
        </p:nvGrpSpPr>
        <p:grpSpPr>
          <a:xfrm>
            <a:off x="872966" y="1907403"/>
            <a:ext cx="1226263" cy="1152140"/>
            <a:chOff x="654724" y="1199456"/>
            <a:chExt cx="919697" cy="864105"/>
          </a:xfrm>
        </p:grpSpPr>
        <p:sp>
          <p:nvSpPr>
            <p:cNvPr id="12" name="Pentagon 5">
              <a:extLst>
                <a:ext uri="{FF2B5EF4-FFF2-40B4-BE49-F238E27FC236}">
                  <a16:creationId xmlns:a16="http://schemas.microsoft.com/office/drawing/2014/main" id="{CA56E132-0D0D-D04A-99BC-F00A7F00D612}"/>
                </a:ext>
              </a:extLst>
            </p:cNvPr>
            <p:cNvSpPr/>
            <p:nvPr/>
          </p:nvSpPr>
          <p:spPr>
            <a:xfrm>
              <a:off x="654724" y="1199456"/>
              <a:ext cx="919697" cy="864105"/>
            </a:xfrm>
            <a:prstGeom prst="homePlate">
              <a:avLst>
                <a:gd name="adj" fmla="val 35732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13" name="Group 21">
              <a:extLst>
                <a:ext uri="{FF2B5EF4-FFF2-40B4-BE49-F238E27FC236}">
                  <a16:creationId xmlns:a16="http://schemas.microsoft.com/office/drawing/2014/main" id="{F84905CF-0C70-DC4C-884B-8602366E56AD}"/>
                </a:ext>
              </a:extLst>
            </p:cNvPr>
            <p:cNvGrpSpPr/>
            <p:nvPr/>
          </p:nvGrpSpPr>
          <p:grpSpPr>
            <a:xfrm>
              <a:off x="733843" y="1408483"/>
              <a:ext cx="652660" cy="331148"/>
              <a:chOff x="2263775" y="3041151"/>
              <a:chExt cx="855152" cy="433889"/>
            </a:xfrm>
            <a:solidFill>
              <a:schemeClr val="accent1"/>
            </a:solidFill>
          </p:grpSpPr>
          <p:sp>
            <p:nvSpPr>
              <p:cNvPr id="14" name="Freeform 5">
                <a:extLst>
                  <a:ext uri="{FF2B5EF4-FFF2-40B4-BE49-F238E27FC236}">
                    <a16:creationId xmlns:a16="http://schemas.microsoft.com/office/drawing/2014/main" id="{1280604B-485C-D943-BCFB-218E274EAF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2977" y="3041151"/>
                <a:ext cx="153813" cy="152665"/>
              </a:xfrm>
              <a:custGeom>
                <a:avLst/>
                <a:gdLst/>
                <a:ahLst/>
                <a:cxnLst>
                  <a:cxn ang="0">
                    <a:pos x="56" y="28"/>
                  </a:cxn>
                  <a:cxn ang="0">
                    <a:pos x="28" y="55"/>
                  </a:cxn>
                  <a:cxn ang="0">
                    <a:pos x="0" y="28"/>
                  </a:cxn>
                  <a:cxn ang="0">
                    <a:pos x="28" y="0"/>
                  </a:cxn>
                  <a:cxn ang="0">
                    <a:pos x="56" y="28"/>
                  </a:cxn>
                  <a:cxn ang="0">
                    <a:pos x="56" y="28"/>
                  </a:cxn>
                  <a:cxn ang="0">
                    <a:pos x="56" y="28"/>
                  </a:cxn>
                </a:cxnLst>
                <a:rect l="0" t="0" r="r" b="b"/>
                <a:pathLst>
                  <a:path w="56" h="55">
                    <a:moveTo>
                      <a:pt x="56" y="28"/>
                    </a:moveTo>
                    <a:cubicBezTo>
                      <a:pt x="56" y="43"/>
                      <a:pt x="43" y="55"/>
                      <a:pt x="28" y="55"/>
                    </a:cubicBezTo>
                    <a:cubicBezTo>
                      <a:pt x="13" y="55"/>
                      <a:pt x="0" y="43"/>
                      <a:pt x="0" y="28"/>
                    </a:cubicBezTo>
                    <a:cubicBezTo>
                      <a:pt x="0" y="12"/>
                      <a:pt x="13" y="0"/>
                      <a:pt x="28" y="0"/>
                    </a:cubicBezTo>
                    <a:cubicBezTo>
                      <a:pt x="43" y="0"/>
                      <a:pt x="56" y="12"/>
                      <a:pt x="56" y="28"/>
                    </a:cubicBezTo>
                    <a:close/>
                    <a:moveTo>
                      <a:pt x="56" y="28"/>
                    </a:moveTo>
                    <a:cubicBezTo>
                      <a:pt x="56" y="28"/>
                      <a:pt x="56" y="28"/>
                      <a:pt x="56" y="28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AAC75896-CA98-664C-9A9E-4A9CB59AEB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63775" y="3149049"/>
                <a:ext cx="312217" cy="166439"/>
              </a:xfrm>
              <a:custGeom>
                <a:avLst/>
                <a:gdLst/>
                <a:ahLst/>
                <a:cxnLst>
                  <a:cxn ang="0">
                    <a:pos x="51" y="52"/>
                  </a:cxn>
                  <a:cxn ang="0">
                    <a:pos x="51" y="52"/>
                  </a:cxn>
                  <a:cxn ang="0">
                    <a:pos x="42" y="40"/>
                  </a:cxn>
                  <a:cxn ang="0">
                    <a:pos x="24" y="35"/>
                  </a:cxn>
                  <a:cxn ang="0">
                    <a:pos x="27" y="29"/>
                  </a:cxn>
                  <a:cxn ang="0">
                    <a:pos x="29" y="27"/>
                  </a:cxn>
                  <a:cxn ang="0">
                    <a:pos x="29" y="34"/>
                  </a:cxn>
                  <a:cxn ang="0">
                    <a:pos x="43" y="38"/>
                  </a:cxn>
                  <a:cxn ang="0">
                    <a:pos x="51" y="43"/>
                  </a:cxn>
                  <a:cxn ang="0">
                    <a:pos x="54" y="52"/>
                  </a:cxn>
                  <a:cxn ang="0">
                    <a:pos x="57" y="51"/>
                  </a:cxn>
                  <a:cxn ang="0">
                    <a:pos x="57" y="51"/>
                  </a:cxn>
                  <a:cxn ang="0">
                    <a:pos x="62" y="52"/>
                  </a:cxn>
                  <a:cxn ang="0">
                    <a:pos x="64" y="43"/>
                  </a:cxn>
                  <a:cxn ang="0">
                    <a:pos x="72" y="38"/>
                  </a:cxn>
                  <a:cxn ang="0">
                    <a:pos x="85" y="35"/>
                  </a:cxn>
                  <a:cxn ang="0">
                    <a:pos x="85" y="26"/>
                  </a:cxn>
                  <a:cxn ang="0">
                    <a:pos x="91" y="34"/>
                  </a:cxn>
                  <a:cxn ang="0">
                    <a:pos x="74" y="40"/>
                  </a:cxn>
                  <a:cxn ang="0">
                    <a:pos x="65" y="52"/>
                  </a:cxn>
                  <a:cxn ang="0">
                    <a:pos x="65" y="53"/>
                  </a:cxn>
                  <a:cxn ang="0">
                    <a:pos x="79" y="60"/>
                  </a:cxn>
                  <a:cxn ang="0">
                    <a:pos x="114" y="37"/>
                  </a:cxn>
                  <a:cxn ang="0">
                    <a:pos x="114" y="33"/>
                  </a:cxn>
                  <a:cxn ang="0">
                    <a:pos x="103" y="13"/>
                  </a:cxn>
                  <a:cxn ang="0">
                    <a:pos x="103" y="13"/>
                  </a:cxn>
                  <a:cxn ang="0">
                    <a:pos x="102" y="12"/>
                  </a:cxn>
                  <a:cxn ang="0">
                    <a:pos x="100" y="10"/>
                  </a:cxn>
                  <a:cxn ang="0">
                    <a:pos x="99" y="10"/>
                  </a:cxn>
                  <a:cxn ang="0">
                    <a:pos x="98" y="8"/>
                  </a:cxn>
                  <a:cxn ang="0">
                    <a:pos x="86" y="0"/>
                  </a:cxn>
                  <a:cxn ang="0">
                    <a:pos x="57" y="20"/>
                  </a:cxn>
                  <a:cxn ang="0">
                    <a:pos x="28" y="0"/>
                  </a:cxn>
                  <a:cxn ang="0">
                    <a:pos x="0" y="34"/>
                  </a:cxn>
                  <a:cxn ang="0">
                    <a:pos x="0" y="37"/>
                  </a:cxn>
                  <a:cxn ang="0">
                    <a:pos x="34" y="60"/>
                  </a:cxn>
                  <a:cxn ang="0">
                    <a:pos x="51" y="52"/>
                  </a:cxn>
                  <a:cxn ang="0">
                    <a:pos x="51" y="52"/>
                  </a:cxn>
                  <a:cxn ang="0">
                    <a:pos x="51" y="52"/>
                  </a:cxn>
                </a:cxnLst>
                <a:rect l="0" t="0" r="r" b="b"/>
                <a:pathLst>
                  <a:path w="114" h="60">
                    <a:moveTo>
                      <a:pt x="51" y="52"/>
                    </a:moveTo>
                    <a:cubicBezTo>
                      <a:pt x="51" y="52"/>
                      <a:pt x="51" y="52"/>
                      <a:pt x="51" y="52"/>
                    </a:cubicBezTo>
                    <a:cubicBezTo>
                      <a:pt x="52" y="46"/>
                      <a:pt x="48" y="41"/>
                      <a:pt x="42" y="40"/>
                    </a:cubicBezTo>
                    <a:cubicBezTo>
                      <a:pt x="32" y="38"/>
                      <a:pt x="27" y="36"/>
                      <a:pt x="24" y="35"/>
                    </a:cubicBezTo>
                    <a:cubicBezTo>
                      <a:pt x="25" y="33"/>
                      <a:pt x="26" y="31"/>
                      <a:pt x="27" y="29"/>
                    </a:cubicBezTo>
                    <a:cubicBezTo>
                      <a:pt x="28" y="28"/>
                      <a:pt x="28" y="28"/>
                      <a:pt x="29" y="2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32" y="35"/>
                      <a:pt x="37" y="37"/>
                      <a:pt x="43" y="38"/>
                    </a:cubicBezTo>
                    <a:cubicBezTo>
                      <a:pt x="47" y="39"/>
                      <a:pt x="50" y="40"/>
                      <a:pt x="51" y="43"/>
                    </a:cubicBezTo>
                    <a:cubicBezTo>
                      <a:pt x="53" y="46"/>
                      <a:pt x="54" y="49"/>
                      <a:pt x="54" y="52"/>
                    </a:cubicBezTo>
                    <a:cubicBezTo>
                      <a:pt x="55" y="52"/>
                      <a:pt x="56" y="51"/>
                      <a:pt x="57" y="51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8" y="51"/>
                      <a:pt x="60" y="52"/>
                      <a:pt x="62" y="52"/>
                    </a:cubicBezTo>
                    <a:cubicBezTo>
                      <a:pt x="61" y="49"/>
                      <a:pt x="62" y="46"/>
                      <a:pt x="64" y="43"/>
                    </a:cubicBezTo>
                    <a:cubicBezTo>
                      <a:pt x="66" y="40"/>
                      <a:pt x="69" y="39"/>
                      <a:pt x="72" y="38"/>
                    </a:cubicBezTo>
                    <a:cubicBezTo>
                      <a:pt x="78" y="37"/>
                      <a:pt x="82" y="36"/>
                      <a:pt x="85" y="35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8" y="29"/>
                      <a:pt x="89" y="31"/>
                      <a:pt x="91" y="34"/>
                    </a:cubicBezTo>
                    <a:cubicBezTo>
                      <a:pt x="91" y="35"/>
                      <a:pt x="85" y="38"/>
                      <a:pt x="74" y="40"/>
                    </a:cubicBezTo>
                    <a:cubicBezTo>
                      <a:pt x="68" y="41"/>
                      <a:pt x="64" y="46"/>
                      <a:pt x="65" y="52"/>
                    </a:cubicBezTo>
                    <a:cubicBezTo>
                      <a:pt x="65" y="52"/>
                      <a:pt x="65" y="53"/>
                      <a:pt x="65" y="53"/>
                    </a:cubicBezTo>
                    <a:cubicBezTo>
                      <a:pt x="71" y="54"/>
                      <a:pt x="75" y="56"/>
                      <a:pt x="79" y="60"/>
                    </a:cubicBezTo>
                    <a:cubicBezTo>
                      <a:pt x="107" y="54"/>
                      <a:pt x="114" y="44"/>
                      <a:pt x="114" y="37"/>
                    </a:cubicBezTo>
                    <a:cubicBezTo>
                      <a:pt x="114" y="36"/>
                      <a:pt x="114" y="34"/>
                      <a:pt x="114" y="33"/>
                    </a:cubicBezTo>
                    <a:cubicBezTo>
                      <a:pt x="111" y="25"/>
                      <a:pt x="108" y="19"/>
                      <a:pt x="103" y="13"/>
                    </a:cubicBezTo>
                    <a:cubicBezTo>
                      <a:pt x="103" y="13"/>
                      <a:pt x="103" y="13"/>
                      <a:pt x="103" y="13"/>
                    </a:cubicBezTo>
                    <a:cubicBezTo>
                      <a:pt x="102" y="13"/>
                      <a:pt x="102" y="13"/>
                      <a:pt x="102" y="12"/>
                    </a:cubicBezTo>
                    <a:cubicBezTo>
                      <a:pt x="101" y="12"/>
                      <a:pt x="101" y="11"/>
                      <a:pt x="100" y="10"/>
                    </a:cubicBezTo>
                    <a:cubicBezTo>
                      <a:pt x="100" y="10"/>
                      <a:pt x="100" y="10"/>
                      <a:pt x="99" y="10"/>
                    </a:cubicBezTo>
                    <a:cubicBezTo>
                      <a:pt x="99" y="9"/>
                      <a:pt x="98" y="9"/>
                      <a:pt x="98" y="8"/>
                    </a:cubicBezTo>
                    <a:cubicBezTo>
                      <a:pt x="94" y="5"/>
                      <a:pt x="90" y="2"/>
                      <a:pt x="86" y="0"/>
                    </a:cubicBezTo>
                    <a:cubicBezTo>
                      <a:pt x="82" y="11"/>
                      <a:pt x="70" y="20"/>
                      <a:pt x="57" y="20"/>
                    </a:cubicBezTo>
                    <a:cubicBezTo>
                      <a:pt x="44" y="20"/>
                      <a:pt x="32" y="12"/>
                      <a:pt x="28" y="0"/>
                    </a:cubicBezTo>
                    <a:cubicBezTo>
                      <a:pt x="16" y="7"/>
                      <a:pt x="5" y="17"/>
                      <a:pt x="0" y="34"/>
                    </a:cubicBezTo>
                    <a:cubicBezTo>
                      <a:pt x="0" y="35"/>
                      <a:pt x="0" y="36"/>
                      <a:pt x="0" y="37"/>
                    </a:cubicBezTo>
                    <a:cubicBezTo>
                      <a:pt x="0" y="44"/>
                      <a:pt x="6" y="54"/>
                      <a:pt x="34" y="60"/>
                    </a:cubicBezTo>
                    <a:cubicBezTo>
                      <a:pt x="39" y="56"/>
                      <a:pt x="44" y="53"/>
                      <a:pt x="51" y="52"/>
                    </a:cubicBezTo>
                    <a:close/>
                    <a:moveTo>
                      <a:pt x="51" y="52"/>
                    </a:moveTo>
                    <a:cubicBezTo>
                      <a:pt x="51" y="52"/>
                      <a:pt x="51" y="52"/>
                      <a:pt x="51" y="5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6" name="Freeform 7">
                <a:extLst>
                  <a:ext uri="{FF2B5EF4-FFF2-40B4-BE49-F238E27FC236}">
                    <a16:creationId xmlns:a16="http://schemas.microsoft.com/office/drawing/2014/main" id="{B835468C-9546-D74C-A049-2EEEC48B4C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39533" y="3301714"/>
                <a:ext cx="157256" cy="157256"/>
              </a:xfrm>
              <a:custGeom>
                <a:avLst/>
                <a:gdLst/>
                <a:ahLst/>
                <a:cxnLst>
                  <a:cxn ang="0">
                    <a:pos x="57" y="28"/>
                  </a:cxn>
                  <a:cxn ang="0">
                    <a:pos x="29" y="0"/>
                  </a:cxn>
                  <a:cxn ang="0">
                    <a:pos x="0" y="28"/>
                  </a:cxn>
                  <a:cxn ang="0">
                    <a:pos x="28" y="56"/>
                  </a:cxn>
                  <a:cxn ang="0">
                    <a:pos x="57" y="28"/>
                  </a:cxn>
                  <a:cxn ang="0">
                    <a:pos x="57" y="28"/>
                  </a:cxn>
                  <a:cxn ang="0">
                    <a:pos x="57" y="28"/>
                  </a:cxn>
                </a:cxnLst>
                <a:rect l="0" t="0" r="r" b="b"/>
                <a:pathLst>
                  <a:path w="57" h="57">
                    <a:moveTo>
                      <a:pt x="57" y="28"/>
                    </a:moveTo>
                    <a:cubicBezTo>
                      <a:pt x="57" y="13"/>
                      <a:pt x="44" y="0"/>
                      <a:pt x="29" y="0"/>
                    </a:cubicBezTo>
                    <a:cubicBezTo>
                      <a:pt x="13" y="0"/>
                      <a:pt x="0" y="12"/>
                      <a:pt x="0" y="28"/>
                    </a:cubicBezTo>
                    <a:cubicBezTo>
                      <a:pt x="0" y="44"/>
                      <a:pt x="12" y="56"/>
                      <a:pt x="28" y="56"/>
                    </a:cubicBezTo>
                    <a:cubicBezTo>
                      <a:pt x="44" y="57"/>
                      <a:pt x="57" y="44"/>
                      <a:pt x="57" y="28"/>
                    </a:cubicBezTo>
                    <a:close/>
                    <a:moveTo>
                      <a:pt x="57" y="28"/>
                    </a:moveTo>
                    <a:cubicBezTo>
                      <a:pt x="57" y="28"/>
                      <a:pt x="57" y="28"/>
                      <a:pt x="57" y="28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7" name="Freeform 8">
                <a:extLst>
                  <a:ext uri="{FF2B5EF4-FFF2-40B4-BE49-F238E27FC236}">
                    <a16:creationId xmlns:a16="http://schemas.microsoft.com/office/drawing/2014/main" id="{479B251F-8045-1B4E-B4BE-6A93A60620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381" y="3323523"/>
                <a:ext cx="617546" cy="151517"/>
              </a:xfrm>
              <a:custGeom>
                <a:avLst/>
                <a:gdLst/>
                <a:ahLst/>
                <a:cxnLst>
                  <a:cxn ang="0">
                    <a:pos x="209" y="13"/>
                  </a:cxn>
                  <a:cxn ang="0">
                    <a:pos x="121" y="13"/>
                  </a:cxn>
                  <a:cxn ang="0">
                    <a:pos x="124" y="18"/>
                  </a:cxn>
                  <a:cxn ang="0">
                    <a:pos x="112" y="36"/>
                  </a:cxn>
                  <a:cxn ang="0">
                    <a:pos x="53" y="41"/>
                  </a:cxn>
                  <a:cxn ang="0">
                    <a:pos x="28" y="40"/>
                  </a:cxn>
                  <a:cxn ang="0">
                    <a:pos x="28" y="39"/>
                  </a:cxn>
                  <a:cxn ang="0">
                    <a:pos x="28" y="37"/>
                  </a:cxn>
                  <a:cxn ang="0">
                    <a:pos x="53" y="38"/>
                  </a:cxn>
                  <a:cxn ang="0">
                    <a:pos x="112" y="33"/>
                  </a:cxn>
                  <a:cxn ang="0">
                    <a:pos x="121" y="19"/>
                  </a:cxn>
                  <a:cxn ang="0">
                    <a:pos x="108" y="10"/>
                  </a:cxn>
                  <a:cxn ang="0">
                    <a:pos x="34" y="14"/>
                  </a:cxn>
                  <a:cxn ang="0">
                    <a:pos x="34" y="11"/>
                  </a:cxn>
                  <a:cxn ang="0">
                    <a:pos x="52" y="12"/>
                  </a:cxn>
                  <a:cxn ang="0">
                    <a:pos x="106" y="7"/>
                  </a:cxn>
                  <a:cxn ang="0">
                    <a:pos x="91" y="0"/>
                  </a:cxn>
                  <a:cxn ang="0">
                    <a:pos x="24" y="0"/>
                  </a:cxn>
                  <a:cxn ang="0">
                    <a:pos x="1" y="20"/>
                  </a:cxn>
                  <a:cxn ang="0">
                    <a:pos x="0" y="27"/>
                  </a:cxn>
                  <a:cxn ang="0">
                    <a:pos x="1" y="34"/>
                  </a:cxn>
                  <a:cxn ang="0">
                    <a:pos x="1" y="34"/>
                  </a:cxn>
                  <a:cxn ang="0">
                    <a:pos x="24" y="55"/>
                  </a:cxn>
                  <a:cxn ang="0">
                    <a:pos x="90" y="55"/>
                  </a:cxn>
                  <a:cxn ang="0">
                    <a:pos x="109" y="44"/>
                  </a:cxn>
                  <a:cxn ang="0">
                    <a:pos x="209" y="45"/>
                  </a:cxn>
                  <a:cxn ang="0">
                    <a:pos x="209" y="45"/>
                  </a:cxn>
                  <a:cxn ang="0">
                    <a:pos x="225" y="29"/>
                  </a:cxn>
                  <a:cxn ang="0">
                    <a:pos x="209" y="13"/>
                  </a:cxn>
                  <a:cxn ang="0">
                    <a:pos x="209" y="13"/>
                  </a:cxn>
                  <a:cxn ang="0">
                    <a:pos x="209" y="13"/>
                  </a:cxn>
                </a:cxnLst>
                <a:rect l="0" t="0" r="r" b="b"/>
                <a:pathLst>
                  <a:path w="225" h="55">
                    <a:moveTo>
                      <a:pt x="209" y="13"/>
                    </a:moveTo>
                    <a:cubicBezTo>
                      <a:pt x="121" y="13"/>
                      <a:pt x="121" y="13"/>
                      <a:pt x="121" y="13"/>
                    </a:cubicBezTo>
                    <a:cubicBezTo>
                      <a:pt x="123" y="14"/>
                      <a:pt x="123" y="16"/>
                      <a:pt x="124" y="18"/>
                    </a:cubicBezTo>
                    <a:cubicBezTo>
                      <a:pt x="125" y="26"/>
                      <a:pt x="120" y="34"/>
                      <a:pt x="112" y="36"/>
                    </a:cubicBezTo>
                    <a:cubicBezTo>
                      <a:pt x="111" y="36"/>
                      <a:pt x="81" y="41"/>
                      <a:pt x="53" y="41"/>
                    </a:cubicBezTo>
                    <a:cubicBezTo>
                      <a:pt x="43" y="41"/>
                      <a:pt x="35" y="41"/>
                      <a:pt x="28" y="40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8" y="38"/>
                      <a:pt x="28" y="37"/>
                      <a:pt x="28" y="37"/>
                    </a:cubicBezTo>
                    <a:cubicBezTo>
                      <a:pt x="36" y="38"/>
                      <a:pt x="44" y="38"/>
                      <a:pt x="53" y="38"/>
                    </a:cubicBezTo>
                    <a:cubicBezTo>
                      <a:pt x="81" y="38"/>
                      <a:pt x="110" y="33"/>
                      <a:pt x="112" y="33"/>
                    </a:cubicBezTo>
                    <a:cubicBezTo>
                      <a:pt x="118" y="31"/>
                      <a:pt x="122" y="25"/>
                      <a:pt x="121" y="19"/>
                    </a:cubicBezTo>
                    <a:cubicBezTo>
                      <a:pt x="120" y="13"/>
                      <a:pt x="114" y="8"/>
                      <a:pt x="108" y="10"/>
                    </a:cubicBezTo>
                    <a:cubicBezTo>
                      <a:pt x="107" y="10"/>
                      <a:pt x="63" y="18"/>
                      <a:pt x="34" y="14"/>
                    </a:cubicBezTo>
                    <a:cubicBezTo>
                      <a:pt x="34" y="13"/>
                      <a:pt x="34" y="12"/>
                      <a:pt x="34" y="11"/>
                    </a:cubicBezTo>
                    <a:cubicBezTo>
                      <a:pt x="40" y="11"/>
                      <a:pt x="46" y="12"/>
                      <a:pt x="52" y="12"/>
                    </a:cubicBezTo>
                    <a:cubicBezTo>
                      <a:pt x="76" y="12"/>
                      <a:pt x="100" y="8"/>
                      <a:pt x="106" y="7"/>
                    </a:cubicBezTo>
                    <a:cubicBezTo>
                      <a:pt x="102" y="3"/>
                      <a:pt x="97" y="0"/>
                      <a:pt x="91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2" y="0"/>
                      <a:pt x="4" y="10"/>
                      <a:pt x="1" y="20"/>
                    </a:cubicBezTo>
                    <a:cubicBezTo>
                      <a:pt x="1" y="20"/>
                      <a:pt x="0" y="24"/>
                      <a:pt x="0" y="27"/>
                    </a:cubicBezTo>
                    <a:cubicBezTo>
                      <a:pt x="0" y="30"/>
                      <a:pt x="1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3" y="44"/>
                      <a:pt x="12" y="55"/>
                      <a:pt x="24" y="55"/>
                    </a:cubicBezTo>
                    <a:cubicBezTo>
                      <a:pt x="90" y="55"/>
                      <a:pt x="90" y="55"/>
                      <a:pt x="90" y="55"/>
                    </a:cubicBezTo>
                    <a:cubicBezTo>
                      <a:pt x="98" y="55"/>
                      <a:pt x="105" y="51"/>
                      <a:pt x="109" y="44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18" y="45"/>
                      <a:pt x="225" y="37"/>
                      <a:pt x="225" y="29"/>
                    </a:cubicBezTo>
                    <a:cubicBezTo>
                      <a:pt x="225" y="20"/>
                      <a:pt x="218" y="13"/>
                      <a:pt x="209" y="13"/>
                    </a:cubicBezTo>
                    <a:close/>
                    <a:moveTo>
                      <a:pt x="209" y="13"/>
                    </a:moveTo>
                    <a:cubicBezTo>
                      <a:pt x="209" y="13"/>
                      <a:pt x="209" y="13"/>
                      <a:pt x="209" y="13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8" name="Freeform 9">
                <a:extLst>
                  <a:ext uri="{FF2B5EF4-FFF2-40B4-BE49-F238E27FC236}">
                    <a16:creationId xmlns:a16="http://schemas.microsoft.com/office/drawing/2014/main" id="{F2FDFD73-7C42-304D-99BA-086BEBAA2B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4106" y="3386655"/>
                <a:ext cx="104455" cy="80350"/>
              </a:xfrm>
              <a:custGeom>
                <a:avLst/>
                <a:gdLst/>
                <a:ahLst/>
                <a:cxnLst>
                  <a:cxn ang="0">
                    <a:pos x="38" y="28"/>
                  </a:cxn>
                  <a:cxn ang="0">
                    <a:pos x="19" y="0"/>
                  </a:cxn>
                  <a:cxn ang="0">
                    <a:pos x="23" y="28"/>
                  </a:cxn>
                  <a:cxn ang="0">
                    <a:pos x="38" y="28"/>
                  </a:cxn>
                  <a:cxn ang="0">
                    <a:pos x="38" y="28"/>
                  </a:cxn>
                  <a:cxn ang="0">
                    <a:pos x="38" y="28"/>
                  </a:cxn>
                </a:cxnLst>
                <a:rect l="0" t="0" r="r" b="b"/>
                <a:pathLst>
                  <a:path w="38" h="29">
                    <a:moveTo>
                      <a:pt x="38" y="28"/>
                    </a:moveTo>
                    <a:cubicBezTo>
                      <a:pt x="38" y="28"/>
                      <a:pt x="17" y="11"/>
                      <a:pt x="19" y="0"/>
                    </a:cubicBezTo>
                    <a:cubicBezTo>
                      <a:pt x="19" y="0"/>
                      <a:pt x="0" y="26"/>
                      <a:pt x="23" y="28"/>
                    </a:cubicBezTo>
                    <a:cubicBezTo>
                      <a:pt x="38" y="29"/>
                      <a:pt x="38" y="28"/>
                      <a:pt x="38" y="28"/>
                    </a:cubicBezTo>
                    <a:close/>
                    <a:moveTo>
                      <a:pt x="38" y="28"/>
                    </a:moveTo>
                    <a:cubicBezTo>
                      <a:pt x="38" y="28"/>
                      <a:pt x="38" y="28"/>
                      <a:pt x="38" y="28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9" name="Freeform 10">
                <a:extLst>
                  <a:ext uri="{FF2B5EF4-FFF2-40B4-BE49-F238E27FC236}">
                    <a16:creationId xmlns:a16="http://schemas.microsoft.com/office/drawing/2014/main" id="{7C19BAFD-CFD8-1942-85C2-DDDB73372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57763" y="3425682"/>
                <a:ext cx="57393" cy="41323"/>
              </a:xfrm>
              <a:custGeom>
                <a:avLst/>
                <a:gdLst/>
                <a:ahLst/>
                <a:cxnLst>
                  <a:cxn ang="0">
                    <a:pos x="2" y="14"/>
                  </a:cxn>
                  <a:cxn ang="0">
                    <a:pos x="16" y="14"/>
                  </a:cxn>
                  <a:cxn ang="0">
                    <a:pos x="21" y="13"/>
                  </a:cxn>
                  <a:cxn ang="0">
                    <a:pos x="15" y="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2" y="14"/>
                  </a:cxn>
                </a:cxnLst>
                <a:rect l="0" t="0" r="r" b="b"/>
                <a:pathLst>
                  <a:path w="21" h="15">
                    <a:moveTo>
                      <a:pt x="2" y="14"/>
                    </a:moveTo>
                    <a:cubicBezTo>
                      <a:pt x="2" y="14"/>
                      <a:pt x="0" y="15"/>
                      <a:pt x="16" y="14"/>
                    </a:cubicBezTo>
                    <a:cubicBezTo>
                      <a:pt x="18" y="14"/>
                      <a:pt x="20" y="13"/>
                      <a:pt x="21" y="13"/>
                    </a:cubicBezTo>
                    <a:cubicBezTo>
                      <a:pt x="18" y="9"/>
                      <a:pt x="16" y="4"/>
                      <a:pt x="15" y="0"/>
                    </a:cubicBezTo>
                    <a:cubicBezTo>
                      <a:pt x="9" y="7"/>
                      <a:pt x="2" y="14"/>
                      <a:pt x="2" y="14"/>
                    </a:cubicBezTo>
                    <a:close/>
                    <a:moveTo>
                      <a:pt x="2" y="14"/>
                    </a:move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sp>
        <p:nvSpPr>
          <p:cNvPr id="20" name="Rectangle 22">
            <a:extLst>
              <a:ext uri="{FF2B5EF4-FFF2-40B4-BE49-F238E27FC236}">
                <a16:creationId xmlns:a16="http://schemas.microsoft.com/office/drawing/2014/main" id="{56D7B4CA-BF93-4D47-A423-5B826D1B1AA3}"/>
              </a:ext>
            </a:extLst>
          </p:cNvPr>
          <p:cNvSpPr/>
          <p:nvPr/>
        </p:nvSpPr>
        <p:spPr>
          <a:xfrm>
            <a:off x="1564250" y="3470988"/>
            <a:ext cx="4685369" cy="14593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" name="Straight Connector 24">
            <a:extLst>
              <a:ext uri="{FF2B5EF4-FFF2-40B4-BE49-F238E27FC236}">
                <a16:creationId xmlns:a16="http://schemas.microsoft.com/office/drawing/2014/main" id="{DB5F0E39-A43B-1F46-9513-934348283629}"/>
              </a:ext>
            </a:extLst>
          </p:cNvPr>
          <p:cNvCxnSpPr/>
          <p:nvPr/>
        </p:nvCxnSpPr>
        <p:spPr>
          <a:xfrm>
            <a:off x="3114291" y="3624606"/>
            <a:ext cx="0" cy="115214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9">
            <a:extLst>
              <a:ext uri="{FF2B5EF4-FFF2-40B4-BE49-F238E27FC236}">
                <a16:creationId xmlns:a16="http://schemas.microsoft.com/office/drawing/2014/main" id="{1CEF935F-F475-D145-B08B-4AB9DDEB1A37}"/>
              </a:ext>
            </a:extLst>
          </p:cNvPr>
          <p:cNvGrpSpPr/>
          <p:nvPr/>
        </p:nvGrpSpPr>
        <p:grpSpPr>
          <a:xfrm>
            <a:off x="3303467" y="3684484"/>
            <a:ext cx="2688327" cy="1041662"/>
            <a:chOff x="798970" y="1704791"/>
            <a:chExt cx="1112115" cy="781247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46253EF4-F293-4D40-93E5-1EA9E54E109A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190983" cy="207749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defPPr>
                <a:defRPr lang="zh-CN"/>
              </a:defPPr>
              <a:lvl1pPr indent="0" defTabSz="1219170">
                <a:spcBef>
                  <a:spcPct val="20000"/>
                </a:spcBef>
                <a:buNone/>
                <a:defRPr b="1" baseline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zh-CN" altLang="en-US" dirty="0"/>
                <a:t>描述</a:t>
              </a:r>
              <a:endParaRPr lang="en-US" dirty="0"/>
            </a:p>
          </p:txBody>
        </p:sp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320E78A2-366C-E046-8EBF-5410910FB9A8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32040"/>
              <a:ext cx="1112114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defPPr>
                <a:defRPr lang="zh-CN"/>
              </a:defPPr>
              <a:lvl1pPr indent="0" algn="just" defTabSz="1375467">
                <a:buNone/>
                <a:defRPr sz="1600" baseline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zh-CN" altLang="en-US" dirty="0"/>
                <a:t>此处为具体描述文字</a:t>
              </a:r>
              <a:r>
                <a:rPr lang="en-US" altLang="zh-CN" dirty="0"/>
                <a:t>——</a:t>
              </a:r>
              <a:r>
                <a:rPr lang="zh-CN" altLang="en-US" dirty="0"/>
                <a:t>山不在高，有仙则名。水不在深，有龙则灵。</a:t>
              </a:r>
            </a:p>
          </p:txBody>
        </p:sp>
      </p:grp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2884064-CD8B-7C45-8086-A884BF3BF9DB}"/>
              </a:ext>
            </a:extLst>
          </p:cNvPr>
          <p:cNvSpPr txBox="1">
            <a:spLocks/>
          </p:cNvSpPr>
          <p:nvPr/>
        </p:nvSpPr>
        <p:spPr>
          <a:xfrm>
            <a:off x="2174424" y="3976525"/>
            <a:ext cx="820738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30%</a:t>
            </a:r>
          </a:p>
        </p:txBody>
      </p:sp>
      <p:grpSp>
        <p:nvGrpSpPr>
          <p:cNvPr id="26" name="Group 69">
            <a:extLst>
              <a:ext uri="{FF2B5EF4-FFF2-40B4-BE49-F238E27FC236}">
                <a16:creationId xmlns:a16="http://schemas.microsoft.com/office/drawing/2014/main" id="{A217D350-E609-B14C-A238-662545A7AEA4}"/>
              </a:ext>
            </a:extLst>
          </p:cNvPr>
          <p:cNvGrpSpPr/>
          <p:nvPr/>
        </p:nvGrpSpPr>
        <p:grpSpPr>
          <a:xfrm>
            <a:off x="872966" y="3624606"/>
            <a:ext cx="1226263" cy="1152140"/>
            <a:chOff x="654724" y="2487358"/>
            <a:chExt cx="919697" cy="864105"/>
          </a:xfrm>
        </p:grpSpPr>
        <p:sp>
          <p:nvSpPr>
            <p:cNvPr id="27" name="Pentagon 23">
              <a:extLst>
                <a:ext uri="{FF2B5EF4-FFF2-40B4-BE49-F238E27FC236}">
                  <a16:creationId xmlns:a16="http://schemas.microsoft.com/office/drawing/2014/main" id="{1993109A-15E0-F14E-988F-25A9F1A6D3E4}"/>
                </a:ext>
              </a:extLst>
            </p:cNvPr>
            <p:cNvSpPr/>
            <p:nvPr/>
          </p:nvSpPr>
          <p:spPr>
            <a:xfrm>
              <a:off x="654724" y="2487358"/>
              <a:ext cx="919697" cy="864105"/>
            </a:xfrm>
            <a:prstGeom prst="homePlate">
              <a:avLst>
                <a:gd name="adj" fmla="val 35732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28" name="Group 43">
              <a:extLst>
                <a:ext uri="{FF2B5EF4-FFF2-40B4-BE49-F238E27FC236}">
                  <a16:creationId xmlns:a16="http://schemas.microsoft.com/office/drawing/2014/main" id="{81A9B0CD-9CB1-7344-A8D9-7BF258A456CA}"/>
                </a:ext>
              </a:extLst>
            </p:cNvPr>
            <p:cNvGrpSpPr/>
            <p:nvPr/>
          </p:nvGrpSpPr>
          <p:grpSpPr>
            <a:xfrm>
              <a:off x="732879" y="2769916"/>
              <a:ext cx="632564" cy="283238"/>
              <a:chOff x="5724525" y="1858963"/>
              <a:chExt cx="1169988" cy="523876"/>
            </a:xfrm>
            <a:solidFill>
              <a:schemeClr val="accent2"/>
            </a:solidFill>
          </p:grpSpPr>
          <p:sp>
            <p:nvSpPr>
              <p:cNvPr id="29" name="Freeform 14">
                <a:extLst>
                  <a:ext uri="{FF2B5EF4-FFF2-40B4-BE49-F238E27FC236}">
                    <a16:creationId xmlns:a16="http://schemas.microsoft.com/office/drawing/2014/main" id="{E7F66316-D049-CA41-9B3D-B6F987202B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3175" y="2070101"/>
                <a:ext cx="103188" cy="106363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2" y="0"/>
                  </a:cxn>
                  <a:cxn ang="0">
                    <a:pos x="22" y="21"/>
                  </a:cxn>
                  <a:cxn ang="0">
                    <a:pos x="0" y="21"/>
                  </a:cxn>
                  <a:cxn ang="0">
                    <a:pos x="0" y="43"/>
                  </a:cxn>
                  <a:cxn ang="0">
                    <a:pos x="22" y="43"/>
                  </a:cxn>
                  <a:cxn ang="0">
                    <a:pos x="22" y="67"/>
                  </a:cxn>
                  <a:cxn ang="0">
                    <a:pos x="43" y="67"/>
                  </a:cxn>
                  <a:cxn ang="0">
                    <a:pos x="43" y="43"/>
                  </a:cxn>
                  <a:cxn ang="0">
                    <a:pos x="65" y="43"/>
                  </a:cxn>
                  <a:cxn ang="0">
                    <a:pos x="65" y="21"/>
                  </a:cxn>
                  <a:cxn ang="0">
                    <a:pos x="43" y="21"/>
                  </a:cxn>
                  <a:cxn ang="0">
                    <a:pos x="43" y="0"/>
                  </a:cxn>
                  <a:cxn ang="0">
                    <a:pos x="43" y="0"/>
                  </a:cxn>
                  <a:cxn ang="0">
                    <a:pos x="43" y="0"/>
                  </a:cxn>
                </a:cxnLst>
                <a:rect l="0" t="0" r="r" b="b"/>
                <a:pathLst>
                  <a:path w="65" h="67">
                    <a:moveTo>
                      <a:pt x="43" y="0"/>
                    </a:moveTo>
                    <a:lnTo>
                      <a:pt x="22" y="0"/>
                    </a:lnTo>
                    <a:lnTo>
                      <a:pt x="22" y="21"/>
                    </a:lnTo>
                    <a:lnTo>
                      <a:pt x="0" y="21"/>
                    </a:lnTo>
                    <a:lnTo>
                      <a:pt x="0" y="43"/>
                    </a:lnTo>
                    <a:lnTo>
                      <a:pt x="22" y="43"/>
                    </a:lnTo>
                    <a:lnTo>
                      <a:pt x="22" y="67"/>
                    </a:lnTo>
                    <a:lnTo>
                      <a:pt x="43" y="67"/>
                    </a:lnTo>
                    <a:lnTo>
                      <a:pt x="43" y="43"/>
                    </a:lnTo>
                    <a:lnTo>
                      <a:pt x="65" y="43"/>
                    </a:lnTo>
                    <a:lnTo>
                      <a:pt x="65" y="21"/>
                    </a:lnTo>
                    <a:lnTo>
                      <a:pt x="43" y="21"/>
                    </a:lnTo>
                    <a:lnTo>
                      <a:pt x="43" y="0"/>
                    </a:lnTo>
                    <a:close/>
                    <a:moveTo>
                      <a:pt x="43" y="0"/>
                    </a:moveTo>
                    <a:lnTo>
                      <a:pt x="4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30" name="Freeform 15">
                <a:extLst>
                  <a:ext uri="{FF2B5EF4-FFF2-40B4-BE49-F238E27FC236}">
                    <a16:creationId xmlns:a16="http://schemas.microsoft.com/office/drawing/2014/main" id="{085F1263-90A9-204F-89B8-286694A28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3175" y="2070101"/>
                <a:ext cx="103188" cy="106363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2" y="0"/>
                  </a:cxn>
                  <a:cxn ang="0">
                    <a:pos x="22" y="21"/>
                  </a:cxn>
                  <a:cxn ang="0">
                    <a:pos x="0" y="21"/>
                  </a:cxn>
                  <a:cxn ang="0">
                    <a:pos x="0" y="43"/>
                  </a:cxn>
                  <a:cxn ang="0">
                    <a:pos x="22" y="43"/>
                  </a:cxn>
                  <a:cxn ang="0">
                    <a:pos x="22" y="67"/>
                  </a:cxn>
                  <a:cxn ang="0">
                    <a:pos x="43" y="67"/>
                  </a:cxn>
                  <a:cxn ang="0">
                    <a:pos x="43" y="43"/>
                  </a:cxn>
                  <a:cxn ang="0">
                    <a:pos x="65" y="43"/>
                  </a:cxn>
                  <a:cxn ang="0">
                    <a:pos x="65" y="21"/>
                  </a:cxn>
                  <a:cxn ang="0">
                    <a:pos x="43" y="21"/>
                  </a:cxn>
                  <a:cxn ang="0">
                    <a:pos x="43" y="0"/>
                  </a:cxn>
                  <a:cxn ang="0">
                    <a:pos x="43" y="0"/>
                  </a:cxn>
                  <a:cxn ang="0">
                    <a:pos x="43" y="0"/>
                  </a:cxn>
                </a:cxnLst>
                <a:rect l="0" t="0" r="r" b="b"/>
                <a:pathLst>
                  <a:path w="65" h="67">
                    <a:moveTo>
                      <a:pt x="43" y="0"/>
                    </a:moveTo>
                    <a:lnTo>
                      <a:pt x="22" y="0"/>
                    </a:lnTo>
                    <a:lnTo>
                      <a:pt x="22" y="21"/>
                    </a:lnTo>
                    <a:lnTo>
                      <a:pt x="0" y="21"/>
                    </a:lnTo>
                    <a:lnTo>
                      <a:pt x="0" y="43"/>
                    </a:lnTo>
                    <a:lnTo>
                      <a:pt x="22" y="43"/>
                    </a:lnTo>
                    <a:lnTo>
                      <a:pt x="22" y="67"/>
                    </a:lnTo>
                    <a:lnTo>
                      <a:pt x="43" y="67"/>
                    </a:lnTo>
                    <a:lnTo>
                      <a:pt x="43" y="43"/>
                    </a:lnTo>
                    <a:lnTo>
                      <a:pt x="65" y="43"/>
                    </a:lnTo>
                    <a:lnTo>
                      <a:pt x="65" y="21"/>
                    </a:lnTo>
                    <a:lnTo>
                      <a:pt x="43" y="21"/>
                    </a:lnTo>
                    <a:lnTo>
                      <a:pt x="43" y="0"/>
                    </a:lnTo>
                    <a:moveTo>
                      <a:pt x="43" y="0"/>
                    </a:moveTo>
                    <a:lnTo>
                      <a:pt x="43" y="0"/>
                    </a:ln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31" name="Freeform 16">
                <a:extLst>
                  <a:ext uri="{FF2B5EF4-FFF2-40B4-BE49-F238E27FC236}">
                    <a16:creationId xmlns:a16="http://schemas.microsoft.com/office/drawing/2014/main" id="{C034C0EB-0C14-7745-B84F-B2710E87A7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24525" y="1858963"/>
                <a:ext cx="1169988" cy="455613"/>
              </a:xfrm>
              <a:custGeom>
                <a:avLst/>
                <a:gdLst/>
                <a:ahLst/>
                <a:cxnLst>
                  <a:cxn ang="0">
                    <a:pos x="299" y="75"/>
                  </a:cxn>
                  <a:cxn ang="0">
                    <a:pos x="224" y="28"/>
                  </a:cxn>
                  <a:cxn ang="0">
                    <a:pos x="224" y="28"/>
                  </a:cxn>
                  <a:cxn ang="0">
                    <a:pos x="224" y="23"/>
                  </a:cxn>
                  <a:cxn ang="0">
                    <a:pos x="265" y="23"/>
                  </a:cxn>
                  <a:cxn ang="0">
                    <a:pos x="273" y="15"/>
                  </a:cxn>
                  <a:cxn ang="0">
                    <a:pos x="265" y="8"/>
                  </a:cxn>
                  <a:cxn ang="0">
                    <a:pos x="224" y="8"/>
                  </a:cxn>
                  <a:cxn ang="0">
                    <a:pos x="216" y="0"/>
                  </a:cxn>
                  <a:cxn ang="0">
                    <a:pos x="209" y="8"/>
                  </a:cxn>
                  <a:cxn ang="0">
                    <a:pos x="168" y="8"/>
                  </a:cxn>
                  <a:cxn ang="0">
                    <a:pos x="160" y="15"/>
                  </a:cxn>
                  <a:cxn ang="0">
                    <a:pos x="168" y="23"/>
                  </a:cxn>
                  <a:cxn ang="0">
                    <a:pos x="209" y="23"/>
                  </a:cxn>
                  <a:cxn ang="0">
                    <a:pos x="209" y="27"/>
                  </a:cxn>
                  <a:cxn ang="0">
                    <a:pos x="134" y="58"/>
                  </a:cxn>
                  <a:cxn ang="0">
                    <a:pos x="48" y="55"/>
                  </a:cxn>
                  <a:cxn ang="0">
                    <a:pos x="25" y="40"/>
                  </a:cxn>
                  <a:cxn ang="0">
                    <a:pos x="0" y="66"/>
                  </a:cxn>
                  <a:cxn ang="0">
                    <a:pos x="25" y="91"/>
                  </a:cxn>
                  <a:cxn ang="0">
                    <a:pos x="47" y="79"/>
                  </a:cxn>
                  <a:cxn ang="0">
                    <a:pos x="138" y="92"/>
                  </a:cxn>
                  <a:cxn ang="0">
                    <a:pos x="220" y="119"/>
                  </a:cxn>
                  <a:cxn ang="0">
                    <a:pos x="299" y="75"/>
                  </a:cxn>
                  <a:cxn ang="0">
                    <a:pos x="180" y="90"/>
                  </a:cxn>
                  <a:cxn ang="0">
                    <a:pos x="158" y="69"/>
                  </a:cxn>
                  <a:cxn ang="0">
                    <a:pos x="180" y="47"/>
                  </a:cxn>
                  <a:cxn ang="0">
                    <a:pos x="201" y="69"/>
                  </a:cxn>
                  <a:cxn ang="0">
                    <a:pos x="180" y="90"/>
                  </a:cxn>
                  <a:cxn ang="0">
                    <a:pos x="217" y="42"/>
                  </a:cxn>
                  <a:cxn ang="0">
                    <a:pos x="284" y="76"/>
                  </a:cxn>
                  <a:cxn ang="0">
                    <a:pos x="217" y="76"/>
                  </a:cxn>
                  <a:cxn ang="0">
                    <a:pos x="217" y="42"/>
                  </a:cxn>
                  <a:cxn ang="0">
                    <a:pos x="217" y="42"/>
                  </a:cxn>
                  <a:cxn ang="0">
                    <a:pos x="217" y="42"/>
                  </a:cxn>
                </a:cxnLst>
                <a:rect l="0" t="0" r="r" b="b"/>
                <a:pathLst>
                  <a:path w="309" h="119">
                    <a:moveTo>
                      <a:pt x="299" y="75"/>
                    </a:moveTo>
                    <a:cubicBezTo>
                      <a:pt x="286" y="40"/>
                      <a:pt x="245" y="31"/>
                      <a:pt x="224" y="28"/>
                    </a:cubicBezTo>
                    <a:cubicBezTo>
                      <a:pt x="224" y="28"/>
                      <a:pt x="224" y="28"/>
                      <a:pt x="224" y="28"/>
                    </a:cubicBezTo>
                    <a:cubicBezTo>
                      <a:pt x="224" y="23"/>
                      <a:pt x="224" y="23"/>
                      <a:pt x="224" y="23"/>
                    </a:cubicBezTo>
                    <a:cubicBezTo>
                      <a:pt x="265" y="23"/>
                      <a:pt x="265" y="23"/>
                      <a:pt x="265" y="23"/>
                    </a:cubicBezTo>
                    <a:cubicBezTo>
                      <a:pt x="269" y="23"/>
                      <a:pt x="273" y="19"/>
                      <a:pt x="273" y="15"/>
                    </a:cubicBezTo>
                    <a:cubicBezTo>
                      <a:pt x="273" y="11"/>
                      <a:pt x="269" y="8"/>
                      <a:pt x="265" y="8"/>
                    </a:cubicBezTo>
                    <a:cubicBezTo>
                      <a:pt x="224" y="8"/>
                      <a:pt x="224" y="8"/>
                      <a:pt x="224" y="8"/>
                    </a:cubicBezTo>
                    <a:cubicBezTo>
                      <a:pt x="224" y="3"/>
                      <a:pt x="221" y="0"/>
                      <a:pt x="216" y="0"/>
                    </a:cubicBezTo>
                    <a:cubicBezTo>
                      <a:pt x="212" y="0"/>
                      <a:pt x="209" y="3"/>
                      <a:pt x="209" y="8"/>
                    </a:cubicBezTo>
                    <a:cubicBezTo>
                      <a:pt x="168" y="8"/>
                      <a:pt x="168" y="8"/>
                      <a:pt x="168" y="8"/>
                    </a:cubicBezTo>
                    <a:cubicBezTo>
                      <a:pt x="163" y="8"/>
                      <a:pt x="160" y="11"/>
                      <a:pt x="160" y="15"/>
                    </a:cubicBezTo>
                    <a:cubicBezTo>
                      <a:pt x="160" y="19"/>
                      <a:pt x="163" y="23"/>
                      <a:pt x="168" y="23"/>
                    </a:cubicBezTo>
                    <a:cubicBezTo>
                      <a:pt x="209" y="23"/>
                      <a:pt x="209" y="23"/>
                      <a:pt x="209" y="23"/>
                    </a:cubicBezTo>
                    <a:cubicBezTo>
                      <a:pt x="209" y="27"/>
                      <a:pt x="209" y="27"/>
                      <a:pt x="209" y="27"/>
                    </a:cubicBezTo>
                    <a:cubicBezTo>
                      <a:pt x="158" y="28"/>
                      <a:pt x="140" y="36"/>
                      <a:pt x="134" y="58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4" y="46"/>
                      <a:pt x="36" y="40"/>
                      <a:pt x="25" y="40"/>
                    </a:cubicBezTo>
                    <a:cubicBezTo>
                      <a:pt x="11" y="40"/>
                      <a:pt x="0" y="52"/>
                      <a:pt x="0" y="66"/>
                    </a:cubicBezTo>
                    <a:cubicBezTo>
                      <a:pt x="0" y="80"/>
                      <a:pt x="11" y="91"/>
                      <a:pt x="25" y="91"/>
                    </a:cubicBezTo>
                    <a:cubicBezTo>
                      <a:pt x="35" y="91"/>
                      <a:pt x="43" y="86"/>
                      <a:pt x="47" y="79"/>
                    </a:cubicBezTo>
                    <a:cubicBezTo>
                      <a:pt x="138" y="92"/>
                      <a:pt x="138" y="92"/>
                      <a:pt x="138" y="92"/>
                    </a:cubicBezTo>
                    <a:cubicBezTo>
                      <a:pt x="151" y="108"/>
                      <a:pt x="155" y="119"/>
                      <a:pt x="220" y="119"/>
                    </a:cubicBezTo>
                    <a:cubicBezTo>
                      <a:pt x="286" y="119"/>
                      <a:pt x="309" y="108"/>
                      <a:pt x="299" y="75"/>
                    </a:cubicBezTo>
                    <a:close/>
                    <a:moveTo>
                      <a:pt x="180" y="90"/>
                    </a:moveTo>
                    <a:cubicBezTo>
                      <a:pt x="168" y="90"/>
                      <a:pt x="158" y="80"/>
                      <a:pt x="158" y="69"/>
                    </a:cubicBezTo>
                    <a:cubicBezTo>
                      <a:pt x="158" y="57"/>
                      <a:pt x="168" y="47"/>
                      <a:pt x="180" y="47"/>
                    </a:cubicBezTo>
                    <a:cubicBezTo>
                      <a:pt x="191" y="47"/>
                      <a:pt x="201" y="57"/>
                      <a:pt x="201" y="69"/>
                    </a:cubicBezTo>
                    <a:cubicBezTo>
                      <a:pt x="201" y="80"/>
                      <a:pt x="191" y="90"/>
                      <a:pt x="180" y="90"/>
                    </a:cubicBezTo>
                    <a:close/>
                    <a:moveTo>
                      <a:pt x="217" y="42"/>
                    </a:moveTo>
                    <a:cubicBezTo>
                      <a:pt x="234" y="43"/>
                      <a:pt x="270" y="50"/>
                      <a:pt x="284" y="76"/>
                    </a:cubicBezTo>
                    <a:cubicBezTo>
                      <a:pt x="217" y="76"/>
                      <a:pt x="217" y="76"/>
                      <a:pt x="217" y="76"/>
                    </a:cubicBezTo>
                    <a:lnTo>
                      <a:pt x="217" y="42"/>
                    </a:lnTo>
                    <a:close/>
                    <a:moveTo>
                      <a:pt x="217" y="42"/>
                    </a:moveTo>
                    <a:cubicBezTo>
                      <a:pt x="217" y="42"/>
                      <a:pt x="217" y="42"/>
                      <a:pt x="217" y="4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340D2CE2-FA91-034F-A8B1-E28E5DA382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4913" y="2295526"/>
                <a:ext cx="584200" cy="87313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149" y="0"/>
                  </a:cxn>
                  <a:cxn ang="0">
                    <a:pos x="148" y="0"/>
                  </a:cxn>
                  <a:cxn ang="0">
                    <a:pos x="143" y="4"/>
                  </a:cxn>
                  <a:cxn ang="0">
                    <a:pos x="131" y="13"/>
                  </a:cxn>
                  <a:cxn ang="0">
                    <a:pos x="5" y="13"/>
                  </a:cxn>
                  <a:cxn ang="0">
                    <a:pos x="0" y="18"/>
                  </a:cxn>
                  <a:cxn ang="0">
                    <a:pos x="5" y="23"/>
                  </a:cxn>
                  <a:cxn ang="0">
                    <a:pos x="131" y="23"/>
                  </a:cxn>
                  <a:cxn ang="0">
                    <a:pos x="153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0"/>
                  </a:cxn>
                </a:cxnLst>
                <a:rect l="0" t="0" r="r" b="b"/>
                <a:pathLst>
                  <a:path w="154" h="23">
                    <a:moveTo>
                      <a:pt x="150" y="0"/>
                    </a:moveTo>
                    <a:cubicBezTo>
                      <a:pt x="149" y="0"/>
                      <a:pt x="149" y="0"/>
                      <a:pt x="149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46" y="0"/>
                      <a:pt x="144" y="2"/>
                      <a:pt x="143" y="4"/>
                    </a:cubicBezTo>
                    <a:cubicBezTo>
                      <a:pt x="143" y="4"/>
                      <a:pt x="140" y="13"/>
                      <a:pt x="131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3"/>
                      <a:pt x="0" y="15"/>
                      <a:pt x="0" y="18"/>
                    </a:cubicBezTo>
                    <a:cubicBezTo>
                      <a:pt x="0" y="21"/>
                      <a:pt x="2" y="23"/>
                      <a:pt x="5" y="23"/>
                    </a:cubicBezTo>
                    <a:cubicBezTo>
                      <a:pt x="131" y="23"/>
                      <a:pt x="131" y="23"/>
                      <a:pt x="131" y="23"/>
                    </a:cubicBezTo>
                    <a:cubicBezTo>
                      <a:pt x="144" y="23"/>
                      <a:pt x="151" y="13"/>
                      <a:pt x="153" y="6"/>
                    </a:cubicBezTo>
                    <a:cubicBezTo>
                      <a:pt x="154" y="4"/>
                      <a:pt x="152" y="1"/>
                      <a:pt x="150" y="0"/>
                    </a:cubicBezTo>
                    <a:close/>
                    <a:moveTo>
                      <a:pt x="150" y="0"/>
                    </a:moveTo>
                    <a:cubicBezTo>
                      <a:pt x="150" y="0"/>
                      <a:pt x="150" y="0"/>
                      <a:pt x="150" y="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sp>
        <p:nvSpPr>
          <p:cNvPr id="33" name="Rectangle 44">
            <a:extLst>
              <a:ext uri="{FF2B5EF4-FFF2-40B4-BE49-F238E27FC236}">
                <a16:creationId xmlns:a16="http://schemas.microsoft.com/office/drawing/2014/main" id="{08BDE264-8649-D44D-8D43-7412E1920AC2}"/>
              </a:ext>
            </a:extLst>
          </p:cNvPr>
          <p:cNvSpPr/>
          <p:nvPr/>
        </p:nvSpPr>
        <p:spPr>
          <a:xfrm>
            <a:off x="1564250" y="5210205"/>
            <a:ext cx="4685369" cy="14593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4" name="Straight Connector 46">
            <a:extLst>
              <a:ext uri="{FF2B5EF4-FFF2-40B4-BE49-F238E27FC236}">
                <a16:creationId xmlns:a16="http://schemas.microsoft.com/office/drawing/2014/main" id="{8DF89590-84A2-0347-BC12-EDBC048BFCFC}"/>
              </a:ext>
            </a:extLst>
          </p:cNvPr>
          <p:cNvCxnSpPr/>
          <p:nvPr/>
        </p:nvCxnSpPr>
        <p:spPr>
          <a:xfrm>
            <a:off x="3114291" y="5363823"/>
            <a:ext cx="0" cy="115214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9">
            <a:extLst>
              <a:ext uri="{FF2B5EF4-FFF2-40B4-BE49-F238E27FC236}">
                <a16:creationId xmlns:a16="http://schemas.microsoft.com/office/drawing/2014/main" id="{11734DDF-9E0A-264C-B272-D7F7FBFCDD48}"/>
              </a:ext>
            </a:extLst>
          </p:cNvPr>
          <p:cNvGrpSpPr/>
          <p:nvPr/>
        </p:nvGrpSpPr>
        <p:grpSpPr>
          <a:xfrm>
            <a:off x="3303467" y="5423701"/>
            <a:ext cx="2688327" cy="1041662"/>
            <a:chOff x="798970" y="1704791"/>
            <a:chExt cx="1112115" cy="781247"/>
          </a:xfrm>
        </p:grpSpPr>
        <p:sp>
          <p:nvSpPr>
            <p:cNvPr id="36" name="Text Placeholder 3">
              <a:extLst>
                <a:ext uri="{FF2B5EF4-FFF2-40B4-BE49-F238E27FC236}">
                  <a16:creationId xmlns:a16="http://schemas.microsoft.com/office/drawing/2014/main" id="{75EDA91C-BD90-B746-AC5E-FE732F3D78B7}"/>
                </a:ext>
              </a:extLst>
            </p:cNvPr>
            <p:cNvSpPr txBox="1">
              <a:spLocks/>
            </p:cNvSpPr>
            <p:nvPr/>
          </p:nvSpPr>
          <p:spPr>
            <a:xfrm>
              <a:off x="798970" y="1704791"/>
              <a:ext cx="190983" cy="207749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defPPr>
                <a:defRPr lang="zh-CN"/>
              </a:defPPr>
              <a:lvl1pPr indent="0" defTabSz="1219170">
                <a:spcBef>
                  <a:spcPct val="20000"/>
                </a:spcBef>
                <a:buNone/>
                <a:defRPr b="1" baseline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zh-CN" altLang="en-US" dirty="0"/>
                <a:t>描述</a:t>
              </a:r>
              <a:endParaRPr lang="en-US" dirty="0"/>
            </a:p>
          </p:txBody>
        </p:sp>
        <p:sp>
          <p:nvSpPr>
            <p:cNvPr id="37" name="Text Placeholder 3">
              <a:extLst>
                <a:ext uri="{FF2B5EF4-FFF2-40B4-BE49-F238E27FC236}">
                  <a16:creationId xmlns:a16="http://schemas.microsoft.com/office/drawing/2014/main" id="{BB8EE5C5-CFBD-6F4B-B038-3E2F7463D596}"/>
                </a:ext>
              </a:extLst>
            </p:cNvPr>
            <p:cNvSpPr txBox="1">
              <a:spLocks/>
            </p:cNvSpPr>
            <p:nvPr/>
          </p:nvSpPr>
          <p:spPr>
            <a:xfrm>
              <a:off x="798971" y="1932040"/>
              <a:ext cx="1112114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defPPr>
                <a:defRPr lang="zh-CN"/>
              </a:defPPr>
              <a:lvl1pPr indent="0" algn="just" defTabSz="1375467">
                <a:buNone/>
                <a:defRPr sz="1600" baseline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zh-CN" altLang="en-US" dirty="0"/>
                <a:t>此处为具体描述文字</a:t>
              </a:r>
              <a:r>
                <a:rPr lang="en-US" altLang="zh-CN" dirty="0"/>
                <a:t>——</a:t>
              </a:r>
              <a:r>
                <a:rPr lang="zh-CN" altLang="en-US" dirty="0"/>
                <a:t>山不在高，有仙则名。水不在深，有龙则灵。</a:t>
              </a:r>
            </a:p>
          </p:txBody>
        </p:sp>
      </p:grp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F38EEA98-68C9-8D48-A7AB-CBB8375D61B6}"/>
              </a:ext>
            </a:extLst>
          </p:cNvPr>
          <p:cNvSpPr txBox="1">
            <a:spLocks/>
          </p:cNvSpPr>
          <p:nvPr/>
        </p:nvSpPr>
        <p:spPr>
          <a:xfrm>
            <a:off x="2174424" y="5715743"/>
            <a:ext cx="820738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50%</a:t>
            </a:r>
          </a:p>
        </p:txBody>
      </p:sp>
      <p:grpSp>
        <p:nvGrpSpPr>
          <p:cNvPr id="39" name="Group 70">
            <a:extLst>
              <a:ext uri="{FF2B5EF4-FFF2-40B4-BE49-F238E27FC236}">
                <a16:creationId xmlns:a16="http://schemas.microsoft.com/office/drawing/2014/main" id="{FE4D5EDB-8AAC-574E-9117-59AEADEC6559}"/>
              </a:ext>
            </a:extLst>
          </p:cNvPr>
          <p:cNvGrpSpPr/>
          <p:nvPr/>
        </p:nvGrpSpPr>
        <p:grpSpPr>
          <a:xfrm>
            <a:off x="872966" y="5363823"/>
            <a:ext cx="1226263" cy="1152140"/>
            <a:chOff x="654724" y="3791771"/>
            <a:chExt cx="919697" cy="864105"/>
          </a:xfrm>
        </p:grpSpPr>
        <p:sp>
          <p:nvSpPr>
            <p:cNvPr id="40" name="Pentagon 45">
              <a:extLst>
                <a:ext uri="{FF2B5EF4-FFF2-40B4-BE49-F238E27FC236}">
                  <a16:creationId xmlns:a16="http://schemas.microsoft.com/office/drawing/2014/main" id="{78DF4AD2-15D2-F340-A41E-16BE31BA13ED}"/>
                </a:ext>
              </a:extLst>
            </p:cNvPr>
            <p:cNvSpPr/>
            <p:nvPr/>
          </p:nvSpPr>
          <p:spPr>
            <a:xfrm>
              <a:off x="654724" y="3791771"/>
              <a:ext cx="919697" cy="864105"/>
            </a:xfrm>
            <a:prstGeom prst="homePlate">
              <a:avLst>
                <a:gd name="adj" fmla="val 35732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1" name="Group 56">
              <a:extLst>
                <a:ext uri="{FF2B5EF4-FFF2-40B4-BE49-F238E27FC236}">
                  <a16:creationId xmlns:a16="http://schemas.microsoft.com/office/drawing/2014/main" id="{06938319-CCAC-0D4A-B235-150461DE9909}"/>
                </a:ext>
              </a:extLst>
            </p:cNvPr>
            <p:cNvGrpSpPr/>
            <p:nvPr/>
          </p:nvGrpSpPr>
          <p:grpSpPr>
            <a:xfrm flipH="1">
              <a:off x="856690" y="4079806"/>
              <a:ext cx="411163" cy="258763"/>
              <a:chOff x="3871913" y="3771900"/>
              <a:chExt cx="411163" cy="258763"/>
            </a:xfrm>
            <a:solidFill>
              <a:schemeClr val="accent3"/>
            </a:solidFill>
          </p:grpSpPr>
          <p:sp>
            <p:nvSpPr>
              <p:cNvPr id="42" name="Freeform 92">
                <a:extLst>
                  <a:ext uri="{FF2B5EF4-FFF2-40B4-BE49-F238E27FC236}">
                    <a16:creationId xmlns:a16="http://schemas.microsoft.com/office/drawing/2014/main" id="{18C8D4AB-D91E-DF48-ACD0-EE882DFBF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771900"/>
                <a:ext cx="411163" cy="231775"/>
              </a:xfrm>
              <a:custGeom>
                <a:avLst/>
                <a:gdLst/>
                <a:ahLst/>
                <a:cxnLst>
                  <a:cxn ang="0">
                    <a:pos x="128" y="7"/>
                  </a:cxn>
                  <a:cxn ang="0">
                    <a:pos x="53" y="7"/>
                  </a:cxn>
                  <a:cxn ang="0">
                    <a:pos x="53" y="7"/>
                  </a:cxn>
                  <a:cxn ang="0">
                    <a:pos x="46" y="0"/>
                  </a:cxn>
                  <a:cxn ang="0">
                    <a:pos x="39" y="7"/>
                  </a:cxn>
                  <a:cxn ang="0">
                    <a:pos x="39" y="7"/>
                  </a:cxn>
                  <a:cxn ang="0">
                    <a:pos x="34" y="7"/>
                  </a:cxn>
                  <a:cxn ang="0">
                    <a:pos x="7" y="29"/>
                  </a:cxn>
                  <a:cxn ang="0">
                    <a:pos x="0" y="59"/>
                  </a:cxn>
                  <a:cxn ang="0">
                    <a:pos x="15" y="79"/>
                  </a:cxn>
                  <a:cxn ang="0">
                    <a:pos x="15" y="77"/>
                  </a:cxn>
                  <a:cxn ang="0">
                    <a:pos x="30" y="61"/>
                  </a:cxn>
                  <a:cxn ang="0">
                    <a:pos x="46" y="77"/>
                  </a:cxn>
                  <a:cxn ang="0">
                    <a:pos x="45" y="80"/>
                  </a:cxn>
                  <a:cxn ang="0">
                    <a:pos x="93" y="80"/>
                  </a:cxn>
                  <a:cxn ang="0">
                    <a:pos x="92" y="77"/>
                  </a:cxn>
                  <a:cxn ang="0">
                    <a:pos x="108" y="61"/>
                  </a:cxn>
                  <a:cxn ang="0">
                    <a:pos x="123" y="77"/>
                  </a:cxn>
                  <a:cxn ang="0">
                    <a:pos x="123" y="80"/>
                  </a:cxn>
                  <a:cxn ang="0">
                    <a:pos x="142" y="59"/>
                  </a:cxn>
                  <a:cxn ang="0">
                    <a:pos x="142" y="29"/>
                  </a:cxn>
                  <a:cxn ang="0">
                    <a:pos x="128" y="7"/>
                  </a:cxn>
                  <a:cxn ang="0">
                    <a:pos x="45" y="40"/>
                  </a:cxn>
                  <a:cxn ang="0">
                    <a:pos x="16" y="40"/>
                  </a:cxn>
                  <a:cxn ang="0">
                    <a:pos x="19" y="25"/>
                  </a:cxn>
                  <a:cxn ang="0">
                    <a:pos x="20" y="22"/>
                  </a:cxn>
                  <a:cxn ang="0">
                    <a:pos x="30" y="16"/>
                  </a:cxn>
                  <a:cxn ang="0">
                    <a:pos x="45" y="16"/>
                  </a:cxn>
                  <a:cxn ang="0">
                    <a:pos x="45" y="40"/>
                  </a:cxn>
                  <a:cxn ang="0">
                    <a:pos x="104" y="46"/>
                  </a:cxn>
                  <a:cxn ang="0">
                    <a:pos x="91" y="46"/>
                  </a:cxn>
                  <a:cxn ang="0">
                    <a:pos x="91" y="60"/>
                  </a:cxn>
                  <a:cxn ang="0">
                    <a:pos x="78" y="60"/>
                  </a:cxn>
                  <a:cxn ang="0">
                    <a:pos x="78" y="46"/>
                  </a:cxn>
                  <a:cxn ang="0">
                    <a:pos x="65" y="46"/>
                  </a:cxn>
                  <a:cxn ang="0">
                    <a:pos x="65" y="33"/>
                  </a:cxn>
                  <a:cxn ang="0">
                    <a:pos x="78" y="33"/>
                  </a:cxn>
                  <a:cxn ang="0">
                    <a:pos x="78" y="20"/>
                  </a:cxn>
                  <a:cxn ang="0">
                    <a:pos x="91" y="20"/>
                  </a:cxn>
                  <a:cxn ang="0">
                    <a:pos x="91" y="33"/>
                  </a:cxn>
                  <a:cxn ang="0">
                    <a:pos x="104" y="33"/>
                  </a:cxn>
                  <a:cxn ang="0">
                    <a:pos x="104" y="46"/>
                  </a:cxn>
                  <a:cxn ang="0">
                    <a:pos x="104" y="46"/>
                  </a:cxn>
                  <a:cxn ang="0">
                    <a:pos x="104" y="46"/>
                  </a:cxn>
                </a:cxnLst>
                <a:rect l="0" t="0" r="r" b="b"/>
                <a:pathLst>
                  <a:path w="142" h="80">
                    <a:moveTo>
                      <a:pt x="128" y="7"/>
                    </a:move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3"/>
                      <a:pt x="50" y="0"/>
                      <a:pt x="46" y="0"/>
                    </a:cubicBezTo>
                    <a:cubicBezTo>
                      <a:pt x="42" y="0"/>
                      <a:pt x="39" y="3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22" y="7"/>
                      <a:pt x="12" y="13"/>
                      <a:pt x="7" y="2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8"/>
                      <a:pt x="6" y="76"/>
                      <a:pt x="15" y="79"/>
                    </a:cubicBezTo>
                    <a:cubicBezTo>
                      <a:pt x="15" y="78"/>
                      <a:pt x="15" y="77"/>
                      <a:pt x="15" y="77"/>
                    </a:cubicBezTo>
                    <a:cubicBezTo>
                      <a:pt x="15" y="68"/>
                      <a:pt x="22" y="61"/>
                      <a:pt x="30" y="61"/>
                    </a:cubicBezTo>
                    <a:cubicBezTo>
                      <a:pt x="39" y="61"/>
                      <a:pt x="46" y="68"/>
                      <a:pt x="46" y="77"/>
                    </a:cubicBezTo>
                    <a:cubicBezTo>
                      <a:pt x="46" y="78"/>
                      <a:pt x="46" y="79"/>
                      <a:pt x="45" y="80"/>
                    </a:cubicBezTo>
                    <a:cubicBezTo>
                      <a:pt x="93" y="80"/>
                      <a:pt x="93" y="80"/>
                      <a:pt x="93" y="80"/>
                    </a:cubicBezTo>
                    <a:cubicBezTo>
                      <a:pt x="92" y="79"/>
                      <a:pt x="92" y="78"/>
                      <a:pt x="92" y="77"/>
                    </a:cubicBezTo>
                    <a:cubicBezTo>
                      <a:pt x="92" y="68"/>
                      <a:pt x="99" y="61"/>
                      <a:pt x="108" y="61"/>
                    </a:cubicBezTo>
                    <a:cubicBezTo>
                      <a:pt x="116" y="61"/>
                      <a:pt x="123" y="68"/>
                      <a:pt x="123" y="77"/>
                    </a:cubicBezTo>
                    <a:cubicBezTo>
                      <a:pt x="123" y="78"/>
                      <a:pt x="123" y="79"/>
                      <a:pt x="123" y="80"/>
                    </a:cubicBezTo>
                    <a:cubicBezTo>
                      <a:pt x="134" y="79"/>
                      <a:pt x="142" y="70"/>
                      <a:pt x="142" y="59"/>
                    </a:cubicBezTo>
                    <a:cubicBezTo>
                      <a:pt x="142" y="29"/>
                      <a:pt x="142" y="29"/>
                      <a:pt x="142" y="29"/>
                    </a:cubicBezTo>
                    <a:cubicBezTo>
                      <a:pt x="142" y="17"/>
                      <a:pt x="140" y="7"/>
                      <a:pt x="128" y="7"/>
                    </a:cubicBezTo>
                    <a:close/>
                    <a:moveTo>
                      <a:pt x="45" y="40"/>
                    </a:moveTo>
                    <a:cubicBezTo>
                      <a:pt x="16" y="40"/>
                      <a:pt x="16" y="40"/>
                      <a:pt x="16" y="40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5"/>
                      <a:pt x="20" y="24"/>
                      <a:pt x="20" y="22"/>
                    </a:cubicBezTo>
                    <a:cubicBezTo>
                      <a:pt x="22" y="15"/>
                      <a:pt x="30" y="16"/>
                      <a:pt x="30" y="16"/>
                    </a:cubicBezTo>
                    <a:cubicBezTo>
                      <a:pt x="45" y="16"/>
                      <a:pt x="45" y="16"/>
                      <a:pt x="45" y="16"/>
                    </a:cubicBezTo>
                    <a:lnTo>
                      <a:pt x="45" y="40"/>
                    </a:lnTo>
                    <a:close/>
                    <a:moveTo>
                      <a:pt x="104" y="46"/>
                    </a:move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60"/>
                      <a:pt x="91" y="60"/>
                      <a:pt x="91" y="60"/>
                    </a:cubicBezTo>
                    <a:cubicBezTo>
                      <a:pt x="78" y="60"/>
                      <a:pt x="78" y="60"/>
                      <a:pt x="78" y="60"/>
                    </a:cubicBezTo>
                    <a:cubicBezTo>
                      <a:pt x="78" y="46"/>
                      <a:pt x="78" y="46"/>
                      <a:pt x="78" y="46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8" y="33"/>
                      <a:pt x="78" y="33"/>
                      <a:pt x="78" y="3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104" y="33"/>
                      <a:pt x="104" y="33"/>
                      <a:pt x="104" y="33"/>
                    </a:cubicBezTo>
                    <a:lnTo>
                      <a:pt x="104" y="46"/>
                    </a:lnTo>
                    <a:close/>
                    <a:moveTo>
                      <a:pt x="104" y="46"/>
                    </a:moveTo>
                    <a:cubicBezTo>
                      <a:pt x="104" y="46"/>
                      <a:pt x="104" y="46"/>
                      <a:pt x="104" y="4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43" name="Freeform 93">
                <a:extLst>
                  <a:ext uri="{FF2B5EF4-FFF2-40B4-BE49-F238E27FC236}">
                    <a16:creationId xmlns:a16="http://schemas.microsoft.com/office/drawing/2014/main" id="{A281F65F-81F4-6A4E-A7C4-4019254CD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24300" y="3960813"/>
                <a:ext cx="69850" cy="69850"/>
              </a:xfrm>
              <a:custGeom>
                <a:avLst/>
                <a:gdLst/>
                <a:ahLst/>
                <a:cxnLst>
                  <a:cxn ang="0">
                    <a:pos x="24" y="12"/>
                  </a:cxn>
                  <a:cxn ang="0">
                    <a:pos x="12" y="24"/>
                  </a:cxn>
                  <a:cxn ang="0">
                    <a:pos x="0" y="12"/>
                  </a:cxn>
                  <a:cxn ang="0">
                    <a:pos x="12" y="0"/>
                  </a:cxn>
                  <a:cxn ang="0">
                    <a:pos x="24" y="12"/>
                  </a:cxn>
                  <a:cxn ang="0">
                    <a:pos x="24" y="12"/>
                  </a:cxn>
                  <a:cxn ang="0">
                    <a:pos x="24" y="12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19"/>
                      <a:pt x="19" y="24"/>
                      <a:pt x="12" y="24"/>
                    </a:cubicBez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lose/>
                    <a:moveTo>
                      <a:pt x="24" y="12"/>
                    </a:moveTo>
                    <a:cubicBezTo>
                      <a:pt x="24" y="12"/>
                      <a:pt x="24" y="12"/>
                      <a:pt x="24" y="1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44" name="Freeform 94">
                <a:extLst>
                  <a:ext uri="{FF2B5EF4-FFF2-40B4-BE49-F238E27FC236}">
                    <a16:creationId xmlns:a16="http://schemas.microsoft.com/office/drawing/2014/main" id="{73025FFD-71E8-0F4F-BAE4-F70ECD1FBC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9725" y="3960813"/>
                <a:ext cx="73025" cy="69850"/>
              </a:xfrm>
              <a:custGeom>
                <a:avLst/>
                <a:gdLst/>
                <a:ahLst/>
                <a:cxnLst>
                  <a:cxn ang="0">
                    <a:pos x="25" y="12"/>
                  </a:cxn>
                  <a:cxn ang="0">
                    <a:pos x="12" y="24"/>
                  </a:cxn>
                  <a:cxn ang="0">
                    <a:pos x="0" y="12"/>
                  </a:cxn>
                  <a:cxn ang="0">
                    <a:pos x="12" y="0"/>
                  </a:cxn>
                  <a:cxn ang="0">
                    <a:pos x="25" y="12"/>
                  </a:cxn>
                  <a:cxn ang="0">
                    <a:pos x="25" y="12"/>
                  </a:cxn>
                  <a:cxn ang="0">
                    <a:pos x="25" y="12"/>
                  </a:cxn>
                </a:cxnLst>
                <a:rect l="0" t="0" r="r" b="b"/>
                <a:pathLst>
                  <a:path w="25" h="24">
                    <a:moveTo>
                      <a:pt x="25" y="12"/>
                    </a:moveTo>
                    <a:cubicBezTo>
                      <a:pt x="25" y="19"/>
                      <a:pt x="19" y="24"/>
                      <a:pt x="12" y="24"/>
                    </a:cubicBezTo>
                    <a:cubicBezTo>
                      <a:pt x="6" y="24"/>
                      <a:pt x="0" y="19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9" y="0"/>
                      <a:pt x="25" y="5"/>
                      <a:pt x="25" y="12"/>
                    </a:cubicBezTo>
                    <a:close/>
                    <a:moveTo>
                      <a:pt x="25" y="12"/>
                    </a:moveTo>
                    <a:cubicBezTo>
                      <a:pt x="25" y="12"/>
                      <a:pt x="25" y="12"/>
                      <a:pt x="25" y="1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</p:grpSp>
      <p:graphicFrame>
        <p:nvGraphicFramePr>
          <p:cNvPr id="45" name="Chart 60">
            <a:extLst>
              <a:ext uri="{FF2B5EF4-FFF2-40B4-BE49-F238E27FC236}">
                <a16:creationId xmlns:a16="http://schemas.microsoft.com/office/drawing/2014/main" id="{38E0B46B-8D3E-2048-858A-F7BDAB172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926592"/>
              </p:ext>
            </p:extLst>
          </p:nvPr>
        </p:nvGraphicFramePr>
        <p:xfrm>
          <a:off x="6556857" y="1533640"/>
          <a:ext cx="4915796" cy="284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TextBox 61">
            <a:extLst>
              <a:ext uri="{FF2B5EF4-FFF2-40B4-BE49-F238E27FC236}">
                <a16:creationId xmlns:a16="http://schemas.microsoft.com/office/drawing/2014/main" id="{B728A5A9-6FE1-7F48-9000-F9A81DB114E4}"/>
              </a:ext>
            </a:extLst>
          </p:cNvPr>
          <p:cNvSpPr txBox="1"/>
          <p:nvPr/>
        </p:nvSpPr>
        <p:spPr>
          <a:xfrm>
            <a:off x="7186437" y="4637355"/>
            <a:ext cx="4286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375467"/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</a:t>
            </a:r>
            <a:endParaRPr lang="en-US" altLang="zh-CN" sz="16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Flowchart: Off-page Connector 63">
            <a:extLst>
              <a:ext uri="{FF2B5EF4-FFF2-40B4-BE49-F238E27FC236}">
                <a16:creationId xmlns:a16="http://schemas.microsoft.com/office/drawing/2014/main" id="{60B1803D-13F4-CA4D-BD1E-0F8FE0352680}"/>
              </a:ext>
            </a:extLst>
          </p:cNvPr>
          <p:cNvSpPr/>
          <p:nvPr/>
        </p:nvSpPr>
        <p:spPr>
          <a:xfrm rot="16200000">
            <a:off x="6857319" y="4588876"/>
            <a:ext cx="321955" cy="421825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64">
            <a:extLst>
              <a:ext uri="{FF2B5EF4-FFF2-40B4-BE49-F238E27FC236}">
                <a16:creationId xmlns:a16="http://schemas.microsoft.com/office/drawing/2014/main" id="{4A779150-0FBA-6D46-BB52-6F22E60EBBCB}"/>
              </a:ext>
            </a:extLst>
          </p:cNvPr>
          <p:cNvSpPr txBox="1"/>
          <p:nvPr/>
        </p:nvSpPr>
        <p:spPr>
          <a:xfrm>
            <a:off x="7186438" y="5363261"/>
            <a:ext cx="4286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defTabSz="1375467">
              <a:defRPr sz="160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</a:t>
            </a:r>
            <a:endParaRPr lang="en-US" altLang="zh-CN" dirty="0"/>
          </a:p>
        </p:txBody>
      </p:sp>
      <p:sp>
        <p:nvSpPr>
          <p:cNvPr id="49" name="Flowchart: Off-page Connector 65">
            <a:extLst>
              <a:ext uri="{FF2B5EF4-FFF2-40B4-BE49-F238E27FC236}">
                <a16:creationId xmlns:a16="http://schemas.microsoft.com/office/drawing/2014/main" id="{BD8E7F69-DFC2-4849-BBC8-CEF0FCBEA01D}"/>
              </a:ext>
            </a:extLst>
          </p:cNvPr>
          <p:cNvSpPr/>
          <p:nvPr/>
        </p:nvSpPr>
        <p:spPr>
          <a:xfrm rot="16200000">
            <a:off x="6857319" y="5322158"/>
            <a:ext cx="321955" cy="421825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66">
            <a:extLst>
              <a:ext uri="{FF2B5EF4-FFF2-40B4-BE49-F238E27FC236}">
                <a16:creationId xmlns:a16="http://schemas.microsoft.com/office/drawing/2014/main" id="{D43FD442-FF6D-E646-9640-84EBF8CD2190}"/>
              </a:ext>
            </a:extLst>
          </p:cNvPr>
          <p:cNvSpPr txBox="1"/>
          <p:nvPr/>
        </p:nvSpPr>
        <p:spPr>
          <a:xfrm>
            <a:off x="7186438" y="6128910"/>
            <a:ext cx="4286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defTabSz="1375467">
              <a:defRPr sz="160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</a:t>
            </a:r>
            <a:endParaRPr lang="en-US" altLang="zh-CN" dirty="0"/>
          </a:p>
        </p:txBody>
      </p:sp>
      <p:sp>
        <p:nvSpPr>
          <p:cNvPr id="51" name="Flowchart: Off-page Connector 67">
            <a:extLst>
              <a:ext uri="{FF2B5EF4-FFF2-40B4-BE49-F238E27FC236}">
                <a16:creationId xmlns:a16="http://schemas.microsoft.com/office/drawing/2014/main" id="{76DB647C-6284-5B4F-A659-B08F805B14D0}"/>
              </a:ext>
            </a:extLst>
          </p:cNvPr>
          <p:cNvSpPr/>
          <p:nvPr/>
        </p:nvSpPr>
        <p:spPr>
          <a:xfrm rot="16200000">
            <a:off x="6857319" y="6081632"/>
            <a:ext cx="321955" cy="42182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2667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24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1000"/>
                                        <p:tgtEl>
                                          <p:spTgt spid="4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1000"/>
                                        <p:tgtEl>
                                          <p:spTgt spid="4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1000"/>
                                        <p:tgtEl>
                                          <p:spTgt spid="4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1000"/>
                                        <p:tgtEl>
                                          <p:spTgt spid="4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500"/>
                            </p:stCondLst>
                            <p:childTnLst>
                              <p:par>
                                <p:cTn id="9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20" grpId="0" animBg="1"/>
      <p:bldP spid="25" grpId="0"/>
      <p:bldP spid="33" grpId="0" animBg="1"/>
      <p:bldP spid="38" grpId="0"/>
      <p:bldGraphic spid="45" grpId="0" uiExpand="1">
        <p:bldSub>
          <a:bldChart bld="series"/>
        </p:bldSub>
      </p:bldGraphic>
      <p:bldP spid="46" grpId="0"/>
      <p:bldP spid="47" grpId="0" animBg="1"/>
      <p:bldP spid="48" grpId="0"/>
      <p:bldP spid="49" grpId="0" animBg="1"/>
      <p:bldP spid="50" grpId="0"/>
      <p:bldP spid="5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4">
            <a:extLst>
              <a:ext uri="{FF2B5EF4-FFF2-40B4-BE49-F238E27FC236}">
                <a16:creationId xmlns:a16="http://schemas.microsoft.com/office/drawing/2014/main" id="{0C3C2C00-58FE-BD46-98AA-A4ECE9CC47FF}"/>
              </a:ext>
            </a:extLst>
          </p:cNvPr>
          <p:cNvGrpSpPr/>
          <p:nvPr/>
        </p:nvGrpSpPr>
        <p:grpSpPr>
          <a:xfrm>
            <a:off x="963085" y="1612167"/>
            <a:ext cx="2739828" cy="3792671"/>
            <a:chOff x="580606" y="1131575"/>
            <a:chExt cx="2339350" cy="3238299"/>
          </a:xfrm>
        </p:grpSpPr>
        <p:sp>
          <p:nvSpPr>
            <p:cNvPr id="6" name="Freeform 90">
              <a:extLst>
                <a:ext uri="{FF2B5EF4-FFF2-40B4-BE49-F238E27FC236}">
                  <a16:creationId xmlns:a16="http://schemas.microsoft.com/office/drawing/2014/main" id="{DDE1F46C-BB9F-B541-9E73-DD4AF350BF1E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639484" y="1131575"/>
              <a:ext cx="2280472" cy="3099394"/>
            </a:xfrm>
            <a:custGeom>
              <a:avLst/>
              <a:gdLst/>
              <a:ahLst/>
              <a:cxnLst>
                <a:cxn ang="0">
                  <a:pos x="130" y="294"/>
                </a:cxn>
                <a:cxn ang="0">
                  <a:pos x="109" y="255"/>
                </a:cxn>
                <a:cxn ang="0">
                  <a:pos x="37" y="183"/>
                </a:cxn>
                <a:cxn ang="0">
                  <a:pos x="1" y="138"/>
                </a:cxn>
                <a:cxn ang="0">
                  <a:pos x="14" y="128"/>
                </a:cxn>
                <a:cxn ang="0">
                  <a:pos x="38" y="134"/>
                </a:cxn>
                <a:cxn ang="0">
                  <a:pos x="60" y="153"/>
                </a:cxn>
                <a:cxn ang="0">
                  <a:pos x="79" y="174"/>
                </a:cxn>
                <a:cxn ang="0">
                  <a:pos x="118" y="164"/>
                </a:cxn>
                <a:cxn ang="0">
                  <a:pos x="66" y="114"/>
                </a:cxn>
                <a:cxn ang="0">
                  <a:pos x="47" y="107"/>
                </a:cxn>
                <a:cxn ang="0">
                  <a:pos x="10" y="92"/>
                </a:cxn>
                <a:cxn ang="0">
                  <a:pos x="10" y="86"/>
                </a:cxn>
                <a:cxn ang="0">
                  <a:pos x="10" y="85"/>
                </a:cxn>
                <a:cxn ang="0">
                  <a:pos x="10" y="81"/>
                </a:cxn>
                <a:cxn ang="0">
                  <a:pos x="18" y="80"/>
                </a:cxn>
                <a:cxn ang="0">
                  <a:pos x="34" y="81"/>
                </a:cxn>
                <a:cxn ang="0">
                  <a:pos x="79" y="87"/>
                </a:cxn>
                <a:cxn ang="0">
                  <a:pos x="92" y="90"/>
                </a:cxn>
                <a:cxn ang="0">
                  <a:pos x="77" y="81"/>
                </a:cxn>
                <a:cxn ang="0">
                  <a:pos x="61" y="68"/>
                </a:cxn>
                <a:cxn ang="0">
                  <a:pos x="50" y="65"/>
                </a:cxn>
                <a:cxn ang="0">
                  <a:pos x="24" y="34"/>
                </a:cxn>
                <a:cxn ang="0">
                  <a:pos x="25" y="32"/>
                </a:cxn>
                <a:cxn ang="0">
                  <a:pos x="27" y="28"/>
                </a:cxn>
                <a:cxn ang="0">
                  <a:pos x="83" y="49"/>
                </a:cxn>
                <a:cxn ang="0">
                  <a:pos x="109" y="63"/>
                </a:cxn>
                <a:cxn ang="0">
                  <a:pos x="109" y="63"/>
                </a:cxn>
                <a:cxn ang="0">
                  <a:pos x="98" y="48"/>
                </a:cxn>
                <a:cxn ang="0">
                  <a:pos x="71" y="21"/>
                </a:cxn>
                <a:cxn ang="0">
                  <a:pos x="72" y="6"/>
                </a:cxn>
                <a:cxn ang="0">
                  <a:pos x="79" y="3"/>
                </a:cxn>
                <a:cxn ang="0">
                  <a:pos x="80" y="2"/>
                </a:cxn>
                <a:cxn ang="0">
                  <a:pos x="83" y="1"/>
                </a:cxn>
                <a:cxn ang="0">
                  <a:pos x="144" y="53"/>
                </a:cxn>
                <a:cxn ang="0">
                  <a:pos x="149" y="59"/>
                </a:cxn>
                <a:cxn ang="0">
                  <a:pos x="147" y="56"/>
                </a:cxn>
                <a:cxn ang="0">
                  <a:pos x="139" y="24"/>
                </a:cxn>
                <a:cxn ang="0">
                  <a:pos x="151" y="17"/>
                </a:cxn>
                <a:cxn ang="0">
                  <a:pos x="154" y="18"/>
                </a:cxn>
                <a:cxn ang="0">
                  <a:pos x="160" y="29"/>
                </a:cxn>
                <a:cxn ang="0">
                  <a:pos x="163" y="37"/>
                </a:cxn>
                <a:cxn ang="0">
                  <a:pos x="187" y="76"/>
                </a:cxn>
                <a:cxn ang="0">
                  <a:pos x="197" y="108"/>
                </a:cxn>
                <a:cxn ang="0">
                  <a:pos x="220" y="299"/>
                </a:cxn>
                <a:cxn ang="0">
                  <a:pos x="132" y="299"/>
                </a:cxn>
              </a:cxnLst>
              <a:rect l="0" t="0" r="r" b="b"/>
              <a:pathLst>
                <a:path w="220" h="299">
                  <a:moveTo>
                    <a:pt x="132" y="299"/>
                  </a:moveTo>
                  <a:cubicBezTo>
                    <a:pt x="131" y="297"/>
                    <a:pt x="131" y="295"/>
                    <a:pt x="130" y="294"/>
                  </a:cubicBezTo>
                  <a:cubicBezTo>
                    <a:pt x="130" y="292"/>
                    <a:pt x="129" y="291"/>
                    <a:pt x="128" y="289"/>
                  </a:cubicBezTo>
                  <a:cubicBezTo>
                    <a:pt x="128" y="289"/>
                    <a:pt x="120" y="262"/>
                    <a:pt x="109" y="255"/>
                  </a:cubicBezTo>
                  <a:cubicBezTo>
                    <a:pt x="95" y="247"/>
                    <a:pt x="86" y="239"/>
                    <a:pt x="86" y="239"/>
                  </a:cubicBezTo>
                  <a:cubicBezTo>
                    <a:pt x="86" y="239"/>
                    <a:pt x="46" y="202"/>
                    <a:pt x="37" y="183"/>
                  </a:cubicBezTo>
                  <a:cubicBezTo>
                    <a:pt x="25" y="160"/>
                    <a:pt x="4" y="144"/>
                    <a:pt x="4" y="144"/>
                  </a:cubicBezTo>
                  <a:cubicBezTo>
                    <a:pt x="3" y="142"/>
                    <a:pt x="1" y="139"/>
                    <a:pt x="1" y="138"/>
                  </a:cubicBezTo>
                  <a:cubicBezTo>
                    <a:pt x="0" y="135"/>
                    <a:pt x="3" y="136"/>
                    <a:pt x="5" y="134"/>
                  </a:cubicBezTo>
                  <a:cubicBezTo>
                    <a:pt x="7" y="131"/>
                    <a:pt x="10" y="128"/>
                    <a:pt x="14" y="128"/>
                  </a:cubicBezTo>
                  <a:cubicBezTo>
                    <a:pt x="14" y="128"/>
                    <a:pt x="23" y="127"/>
                    <a:pt x="30" y="130"/>
                  </a:cubicBezTo>
                  <a:cubicBezTo>
                    <a:pt x="33" y="132"/>
                    <a:pt x="35" y="133"/>
                    <a:pt x="38" y="134"/>
                  </a:cubicBezTo>
                  <a:cubicBezTo>
                    <a:pt x="38" y="134"/>
                    <a:pt x="49" y="140"/>
                    <a:pt x="56" y="149"/>
                  </a:cubicBezTo>
                  <a:cubicBezTo>
                    <a:pt x="57" y="150"/>
                    <a:pt x="58" y="152"/>
                    <a:pt x="60" y="153"/>
                  </a:cubicBezTo>
                  <a:cubicBezTo>
                    <a:pt x="60" y="154"/>
                    <a:pt x="60" y="154"/>
                    <a:pt x="61" y="155"/>
                  </a:cubicBezTo>
                  <a:cubicBezTo>
                    <a:pt x="63" y="158"/>
                    <a:pt x="78" y="174"/>
                    <a:pt x="79" y="174"/>
                  </a:cubicBezTo>
                  <a:cubicBezTo>
                    <a:pt x="80" y="176"/>
                    <a:pt x="87" y="182"/>
                    <a:pt x="94" y="182"/>
                  </a:cubicBezTo>
                  <a:cubicBezTo>
                    <a:pt x="118" y="182"/>
                    <a:pt x="120" y="167"/>
                    <a:pt x="118" y="164"/>
                  </a:cubicBezTo>
                  <a:cubicBezTo>
                    <a:pt x="118" y="163"/>
                    <a:pt x="113" y="149"/>
                    <a:pt x="105" y="142"/>
                  </a:cubicBezTo>
                  <a:cubicBezTo>
                    <a:pt x="94" y="131"/>
                    <a:pt x="79" y="118"/>
                    <a:pt x="66" y="114"/>
                  </a:cubicBezTo>
                  <a:cubicBezTo>
                    <a:pt x="61" y="113"/>
                    <a:pt x="56" y="111"/>
                    <a:pt x="53" y="108"/>
                  </a:cubicBezTo>
                  <a:cubicBezTo>
                    <a:pt x="51" y="107"/>
                    <a:pt x="50" y="107"/>
                    <a:pt x="47" y="107"/>
                  </a:cubicBezTo>
                  <a:cubicBezTo>
                    <a:pt x="35" y="106"/>
                    <a:pt x="17" y="98"/>
                    <a:pt x="17" y="98"/>
                  </a:cubicBezTo>
                  <a:cubicBezTo>
                    <a:pt x="14" y="97"/>
                    <a:pt x="11" y="93"/>
                    <a:pt x="10" y="92"/>
                  </a:cubicBezTo>
                  <a:cubicBezTo>
                    <a:pt x="10" y="92"/>
                    <a:pt x="10" y="92"/>
                    <a:pt x="10" y="91"/>
                  </a:cubicBezTo>
                  <a:cubicBezTo>
                    <a:pt x="9" y="90"/>
                    <a:pt x="9" y="88"/>
                    <a:pt x="10" y="86"/>
                  </a:cubicBezTo>
                  <a:cubicBezTo>
                    <a:pt x="10" y="86"/>
                    <a:pt x="10" y="85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0" y="84"/>
                    <a:pt x="9" y="84"/>
                    <a:pt x="9" y="83"/>
                  </a:cubicBezTo>
                  <a:cubicBezTo>
                    <a:pt x="9" y="82"/>
                    <a:pt x="10" y="82"/>
                    <a:pt x="10" y="81"/>
                  </a:cubicBezTo>
                  <a:cubicBezTo>
                    <a:pt x="11" y="81"/>
                    <a:pt x="12" y="81"/>
                    <a:pt x="13" y="81"/>
                  </a:cubicBezTo>
                  <a:cubicBezTo>
                    <a:pt x="15" y="80"/>
                    <a:pt x="17" y="80"/>
                    <a:pt x="18" y="80"/>
                  </a:cubicBezTo>
                  <a:cubicBezTo>
                    <a:pt x="22" y="80"/>
                    <a:pt x="26" y="80"/>
                    <a:pt x="29" y="80"/>
                  </a:cubicBezTo>
                  <a:cubicBezTo>
                    <a:pt x="31" y="81"/>
                    <a:pt x="32" y="81"/>
                    <a:pt x="34" y="81"/>
                  </a:cubicBezTo>
                  <a:cubicBezTo>
                    <a:pt x="34" y="81"/>
                    <a:pt x="43" y="80"/>
                    <a:pt x="45" y="80"/>
                  </a:cubicBezTo>
                  <a:cubicBezTo>
                    <a:pt x="45" y="80"/>
                    <a:pt x="77" y="87"/>
                    <a:pt x="79" y="87"/>
                  </a:cubicBezTo>
                  <a:cubicBezTo>
                    <a:pt x="80" y="87"/>
                    <a:pt x="85" y="89"/>
                    <a:pt x="85" y="89"/>
                  </a:cubicBezTo>
                  <a:cubicBezTo>
                    <a:pt x="86" y="89"/>
                    <a:pt x="89" y="90"/>
                    <a:pt x="92" y="90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2" y="90"/>
                    <a:pt x="79" y="82"/>
                    <a:pt x="77" y="81"/>
                  </a:cubicBezTo>
                  <a:cubicBezTo>
                    <a:pt x="76" y="80"/>
                    <a:pt x="75" y="80"/>
                    <a:pt x="74" y="79"/>
                  </a:cubicBezTo>
                  <a:cubicBezTo>
                    <a:pt x="72" y="78"/>
                    <a:pt x="62" y="69"/>
                    <a:pt x="61" y="68"/>
                  </a:cubicBezTo>
                  <a:cubicBezTo>
                    <a:pt x="59" y="68"/>
                    <a:pt x="57" y="67"/>
                    <a:pt x="55" y="66"/>
                  </a:cubicBezTo>
                  <a:cubicBezTo>
                    <a:pt x="54" y="66"/>
                    <a:pt x="51" y="65"/>
                    <a:pt x="50" y="65"/>
                  </a:cubicBezTo>
                  <a:cubicBezTo>
                    <a:pt x="50" y="65"/>
                    <a:pt x="43" y="62"/>
                    <a:pt x="43" y="62"/>
                  </a:cubicBezTo>
                  <a:cubicBezTo>
                    <a:pt x="23" y="54"/>
                    <a:pt x="23" y="37"/>
                    <a:pt x="24" y="34"/>
                  </a:cubicBezTo>
                  <a:cubicBezTo>
                    <a:pt x="24" y="33"/>
                    <a:pt x="24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1"/>
                    <a:pt x="25" y="31"/>
                    <a:pt x="25" y="30"/>
                  </a:cubicBezTo>
                  <a:cubicBezTo>
                    <a:pt x="26" y="28"/>
                    <a:pt x="27" y="28"/>
                    <a:pt x="27" y="28"/>
                  </a:cubicBezTo>
                  <a:cubicBezTo>
                    <a:pt x="27" y="28"/>
                    <a:pt x="55" y="37"/>
                    <a:pt x="56" y="37"/>
                  </a:cubicBezTo>
                  <a:cubicBezTo>
                    <a:pt x="83" y="49"/>
                    <a:pt x="83" y="49"/>
                    <a:pt x="83" y="49"/>
                  </a:cubicBezTo>
                  <a:cubicBezTo>
                    <a:pt x="92" y="53"/>
                    <a:pt x="102" y="59"/>
                    <a:pt x="103" y="59"/>
                  </a:cubicBezTo>
                  <a:cubicBezTo>
                    <a:pt x="105" y="61"/>
                    <a:pt x="107" y="62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09" y="63"/>
                    <a:pt x="106" y="54"/>
                    <a:pt x="9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80" y="34"/>
                    <a:pt x="80" y="34"/>
                  </a:cubicBezTo>
                  <a:cubicBezTo>
                    <a:pt x="74" y="28"/>
                    <a:pt x="71" y="22"/>
                    <a:pt x="71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69" y="15"/>
                    <a:pt x="69" y="10"/>
                    <a:pt x="72" y="6"/>
                  </a:cubicBezTo>
                  <a:cubicBezTo>
                    <a:pt x="72" y="6"/>
                    <a:pt x="75" y="2"/>
                    <a:pt x="79" y="3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9" y="2"/>
                    <a:pt x="80" y="2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0" y="1"/>
                    <a:pt x="81" y="0"/>
                    <a:pt x="82" y="0"/>
                  </a:cubicBezTo>
                  <a:cubicBezTo>
                    <a:pt x="82" y="0"/>
                    <a:pt x="82" y="0"/>
                    <a:pt x="83" y="1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7" y="46"/>
                    <a:pt x="141" y="49"/>
                    <a:pt x="144" y="53"/>
                  </a:cubicBezTo>
                  <a:cubicBezTo>
                    <a:pt x="145" y="55"/>
                    <a:pt x="146" y="56"/>
                    <a:pt x="148" y="57"/>
                  </a:cubicBezTo>
                  <a:cubicBezTo>
                    <a:pt x="148" y="58"/>
                    <a:pt x="149" y="58"/>
                    <a:pt x="149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49" y="58"/>
                    <a:pt x="148" y="57"/>
                    <a:pt x="147" y="56"/>
                  </a:cubicBezTo>
                  <a:cubicBezTo>
                    <a:pt x="146" y="54"/>
                    <a:pt x="145" y="53"/>
                    <a:pt x="144" y="51"/>
                  </a:cubicBezTo>
                  <a:cubicBezTo>
                    <a:pt x="138" y="39"/>
                    <a:pt x="137" y="28"/>
                    <a:pt x="139" y="24"/>
                  </a:cubicBezTo>
                  <a:cubicBezTo>
                    <a:pt x="141" y="22"/>
                    <a:pt x="143" y="19"/>
                    <a:pt x="148" y="17"/>
                  </a:cubicBezTo>
                  <a:cubicBezTo>
                    <a:pt x="149" y="17"/>
                    <a:pt x="150" y="17"/>
                    <a:pt x="151" y="17"/>
                  </a:cubicBezTo>
                  <a:cubicBezTo>
                    <a:pt x="151" y="16"/>
                    <a:pt x="152" y="16"/>
                    <a:pt x="152" y="16"/>
                  </a:cubicBezTo>
                  <a:cubicBezTo>
                    <a:pt x="153" y="16"/>
                    <a:pt x="153" y="17"/>
                    <a:pt x="154" y="18"/>
                  </a:cubicBezTo>
                  <a:cubicBezTo>
                    <a:pt x="155" y="20"/>
                    <a:pt x="156" y="22"/>
                    <a:pt x="157" y="24"/>
                  </a:cubicBezTo>
                  <a:cubicBezTo>
                    <a:pt x="158" y="26"/>
                    <a:pt x="159" y="28"/>
                    <a:pt x="160" y="29"/>
                  </a:cubicBezTo>
                  <a:cubicBezTo>
                    <a:pt x="160" y="30"/>
                    <a:pt x="160" y="31"/>
                    <a:pt x="161" y="32"/>
                  </a:cubicBezTo>
                  <a:cubicBezTo>
                    <a:pt x="161" y="34"/>
                    <a:pt x="162" y="36"/>
                    <a:pt x="163" y="37"/>
                  </a:cubicBezTo>
                  <a:cubicBezTo>
                    <a:pt x="163" y="37"/>
                    <a:pt x="176" y="54"/>
                    <a:pt x="182" y="66"/>
                  </a:cubicBezTo>
                  <a:cubicBezTo>
                    <a:pt x="183" y="68"/>
                    <a:pt x="186" y="75"/>
                    <a:pt x="187" y="76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96" y="93"/>
                    <a:pt x="197" y="107"/>
                    <a:pt x="197" y="108"/>
                  </a:cubicBezTo>
                  <a:cubicBezTo>
                    <a:pt x="197" y="108"/>
                    <a:pt x="205" y="226"/>
                    <a:pt x="210" y="254"/>
                  </a:cubicBezTo>
                  <a:cubicBezTo>
                    <a:pt x="215" y="282"/>
                    <a:pt x="220" y="297"/>
                    <a:pt x="220" y="299"/>
                  </a:cubicBezTo>
                  <a:cubicBezTo>
                    <a:pt x="132" y="299"/>
                    <a:pt x="132" y="299"/>
                    <a:pt x="132" y="299"/>
                  </a:cubicBezTo>
                  <a:close/>
                  <a:moveTo>
                    <a:pt x="132" y="299"/>
                  </a:moveTo>
                  <a:cubicBezTo>
                    <a:pt x="132" y="299"/>
                    <a:pt x="132" y="299"/>
                    <a:pt x="132" y="299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" name="Rounded Rectangle 10">
              <a:extLst>
                <a:ext uri="{FF2B5EF4-FFF2-40B4-BE49-F238E27FC236}">
                  <a16:creationId xmlns:a16="http://schemas.microsoft.com/office/drawing/2014/main" id="{23E12D71-539C-6F4B-917F-BF9E591868DB}"/>
                </a:ext>
              </a:extLst>
            </p:cNvPr>
            <p:cNvSpPr/>
            <p:nvPr/>
          </p:nvSpPr>
          <p:spPr>
            <a:xfrm>
              <a:off x="580606" y="4081839"/>
              <a:ext cx="1152140" cy="28803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" name="Group 13">
            <a:extLst>
              <a:ext uri="{FF2B5EF4-FFF2-40B4-BE49-F238E27FC236}">
                <a16:creationId xmlns:a16="http://schemas.microsoft.com/office/drawing/2014/main" id="{C1836A44-23EF-9E48-B6CA-5273BD14CC7A}"/>
              </a:ext>
            </a:extLst>
          </p:cNvPr>
          <p:cNvGrpSpPr/>
          <p:nvPr/>
        </p:nvGrpSpPr>
        <p:grpSpPr>
          <a:xfrm rot="1521600">
            <a:off x="3170335" y="2842020"/>
            <a:ext cx="364952" cy="364952"/>
            <a:chOff x="3765502" y="2110894"/>
            <a:chExt cx="403249" cy="403249"/>
          </a:xfrm>
        </p:grpSpPr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7D8D0716-C623-5247-8F80-614D98163773}"/>
                </a:ext>
              </a:extLst>
            </p:cNvPr>
            <p:cNvSpPr/>
            <p:nvPr/>
          </p:nvSpPr>
          <p:spPr>
            <a:xfrm>
              <a:off x="3765502" y="2110894"/>
              <a:ext cx="403249" cy="40324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CFE682FB-3A35-2A4A-8053-931F08DAB3F1}"/>
                </a:ext>
              </a:extLst>
            </p:cNvPr>
            <p:cNvSpPr/>
            <p:nvPr/>
          </p:nvSpPr>
          <p:spPr>
            <a:xfrm>
              <a:off x="3938323" y="2110894"/>
              <a:ext cx="57607" cy="4032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" name="Group 19">
            <a:extLst>
              <a:ext uri="{FF2B5EF4-FFF2-40B4-BE49-F238E27FC236}">
                <a16:creationId xmlns:a16="http://schemas.microsoft.com/office/drawing/2014/main" id="{9D67A129-0821-5B49-AC50-3608CC421CC1}"/>
              </a:ext>
            </a:extLst>
          </p:cNvPr>
          <p:cNvGrpSpPr/>
          <p:nvPr/>
        </p:nvGrpSpPr>
        <p:grpSpPr>
          <a:xfrm rot="10800000">
            <a:off x="6556857" y="4455285"/>
            <a:ext cx="191065" cy="748803"/>
            <a:chOff x="4514393" y="1036303"/>
            <a:chExt cx="115214" cy="1487365"/>
          </a:xfrm>
        </p:grpSpPr>
        <p:cxnSp>
          <p:nvCxnSpPr>
            <p:cNvPr id="12" name="Straight Connector 20">
              <a:extLst>
                <a:ext uri="{FF2B5EF4-FFF2-40B4-BE49-F238E27FC236}">
                  <a16:creationId xmlns:a16="http://schemas.microsoft.com/office/drawing/2014/main" id="{14F341CC-D16B-D243-9971-2B5DF5939762}"/>
                </a:ext>
              </a:extLst>
            </p:cNvPr>
            <p:cNvCxnSpPr/>
            <p:nvPr/>
          </p:nvCxnSpPr>
          <p:spPr>
            <a:xfrm flipV="1">
              <a:off x="4629607" y="1041066"/>
              <a:ext cx="0" cy="1482602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21">
              <a:extLst>
                <a:ext uri="{FF2B5EF4-FFF2-40B4-BE49-F238E27FC236}">
                  <a16:creationId xmlns:a16="http://schemas.microsoft.com/office/drawing/2014/main" id="{012CF07E-40E6-344C-B3C2-E66045952B6E}"/>
                </a:ext>
              </a:extLst>
            </p:cNvPr>
            <p:cNvCxnSpPr/>
            <p:nvPr/>
          </p:nvCxnSpPr>
          <p:spPr>
            <a:xfrm flipH="1">
              <a:off x="4514393" y="1036303"/>
              <a:ext cx="115214" cy="0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22">
              <a:extLst>
                <a:ext uri="{FF2B5EF4-FFF2-40B4-BE49-F238E27FC236}">
                  <a16:creationId xmlns:a16="http://schemas.microsoft.com/office/drawing/2014/main" id="{152E99AF-54B7-0347-A922-80E3A3410874}"/>
                </a:ext>
              </a:extLst>
            </p:cNvPr>
            <p:cNvCxnSpPr/>
            <p:nvPr/>
          </p:nvCxnSpPr>
          <p:spPr>
            <a:xfrm flipH="1">
              <a:off x="4514393" y="2523668"/>
              <a:ext cx="115214" cy="0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23">
            <a:extLst>
              <a:ext uri="{FF2B5EF4-FFF2-40B4-BE49-F238E27FC236}">
                <a16:creationId xmlns:a16="http://schemas.microsoft.com/office/drawing/2014/main" id="{C5607C35-A30F-A045-BF74-8167D234B80C}"/>
              </a:ext>
            </a:extLst>
          </p:cNvPr>
          <p:cNvGrpSpPr/>
          <p:nvPr/>
        </p:nvGrpSpPr>
        <p:grpSpPr>
          <a:xfrm rot="10800000">
            <a:off x="6556857" y="3390801"/>
            <a:ext cx="191065" cy="748803"/>
            <a:chOff x="4514393" y="1036303"/>
            <a:chExt cx="115214" cy="1487365"/>
          </a:xfrm>
        </p:grpSpPr>
        <p:cxnSp>
          <p:nvCxnSpPr>
            <p:cNvPr id="16" name="Straight Connector 24">
              <a:extLst>
                <a:ext uri="{FF2B5EF4-FFF2-40B4-BE49-F238E27FC236}">
                  <a16:creationId xmlns:a16="http://schemas.microsoft.com/office/drawing/2014/main" id="{7065F7A9-62CB-B043-96A0-B6375D694B9B}"/>
                </a:ext>
              </a:extLst>
            </p:cNvPr>
            <p:cNvCxnSpPr/>
            <p:nvPr/>
          </p:nvCxnSpPr>
          <p:spPr>
            <a:xfrm flipV="1">
              <a:off x="4629607" y="1041066"/>
              <a:ext cx="0" cy="1482602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25">
              <a:extLst>
                <a:ext uri="{FF2B5EF4-FFF2-40B4-BE49-F238E27FC236}">
                  <a16:creationId xmlns:a16="http://schemas.microsoft.com/office/drawing/2014/main" id="{70901284-1D35-4547-A9E4-42624CFC016F}"/>
                </a:ext>
              </a:extLst>
            </p:cNvPr>
            <p:cNvCxnSpPr/>
            <p:nvPr/>
          </p:nvCxnSpPr>
          <p:spPr>
            <a:xfrm flipH="1">
              <a:off x="4514393" y="1036303"/>
              <a:ext cx="115214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26">
              <a:extLst>
                <a:ext uri="{FF2B5EF4-FFF2-40B4-BE49-F238E27FC236}">
                  <a16:creationId xmlns:a16="http://schemas.microsoft.com/office/drawing/2014/main" id="{63545BC1-DA28-DB4E-B47D-404B58878E4B}"/>
                </a:ext>
              </a:extLst>
            </p:cNvPr>
            <p:cNvCxnSpPr/>
            <p:nvPr/>
          </p:nvCxnSpPr>
          <p:spPr>
            <a:xfrm flipH="1">
              <a:off x="4514393" y="2523668"/>
              <a:ext cx="115214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27">
            <a:extLst>
              <a:ext uri="{FF2B5EF4-FFF2-40B4-BE49-F238E27FC236}">
                <a16:creationId xmlns:a16="http://schemas.microsoft.com/office/drawing/2014/main" id="{147599DB-4962-B048-911A-FCC71B0CD10D}"/>
              </a:ext>
            </a:extLst>
          </p:cNvPr>
          <p:cNvGrpSpPr/>
          <p:nvPr/>
        </p:nvGrpSpPr>
        <p:grpSpPr>
          <a:xfrm rot="10800000">
            <a:off x="6556857" y="2217944"/>
            <a:ext cx="191065" cy="748803"/>
            <a:chOff x="4514393" y="1036303"/>
            <a:chExt cx="115214" cy="1487365"/>
          </a:xfrm>
        </p:grpSpPr>
        <p:cxnSp>
          <p:nvCxnSpPr>
            <p:cNvPr id="20" name="Straight Connector 28">
              <a:extLst>
                <a:ext uri="{FF2B5EF4-FFF2-40B4-BE49-F238E27FC236}">
                  <a16:creationId xmlns:a16="http://schemas.microsoft.com/office/drawing/2014/main" id="{09A1F42B-CBB0-734D-A4B4-09B805657CCD}"/>
                </a:ext>
              </a:extLst>
            </p:cNvPr>
            <p:cNvCxnSpPr/>
            <p:nvPr/>
          </p:nvCxnSpPr>
          <p:spPr>
            <a:xfrm flipV="1">
              <a:off x="4629607" y="1041066"/>
              <a:ext cx="0" cy="1482602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0">
              <a:extLst>
                <a:ext uri="{FF2B5EF4-FFF2-40B4-BE49-F238E27FC236}">
                  <a16:creationId xmlns:a16="http://schemas.microsoft.com/office/drawing/2014/main" id="{83ED42C6-24E4-0248-A5A1-11CFC65C385A}"/>
                </a:ext>
              </a:extLst>
            </p:cNvPr>
            <p:cNvCxnSpPr/>
            <p:nvPr/>
          </p:nvCxnSpPr>
          <p:spPr>
            <a:xfrm flipH="1">
              <a:off x="4514393" y="1036303"/>
              <a:ext cx="115214" cy="0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C2659C73-3B43-694A-B1AF-D551223B168F}"/>
                </a:ext>
              </a:extLst>
            </p:cNvPr>
            <p:cNvCxnSpPr/>
            <p:nvPr/>
          </p:nvCxnSpPr>
          <p:spPr>
            <a:xfrm flipH="1">
              <a:off x="4514393" y="2523668"/>
              <a:ext cx="115214" cy="0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32">
            <a:extLst>
              <a:ext uri="{FF2B5EF4-FFF2-40B4-BE49-F238E27FC236}">
                <a16:creationId xmlns:a16="http://schemas.microsoft.com/office/drawing/2014/main" id="{A436FA43-7D3F-0344-A75F-20B26C0B7BCD}"/>
              </a:ext>
            </a:extLst>
          </p:cNvPr>
          <p:cNvCxnSpPr/>
          <p:nvPr/>
        </p:nvCxnSpPr>
        <p:spPr>
          <a:xfrm>
            <a:off x="3926120" y="2577460"/>
            <a:ext cx="2630736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33">
            <a:extLst>
              <a:ext uri="{FF2B5EF4-FFF2-40B4-BE49-F238E27FC236}">
                <a16:creationId xmlns:a16="http://schemas.microsoft.com/office/drawing/2014/main" id="{92229413-5097-6745-881F-B631B5B4A767}"/>
              </a:ext>
            </a:extLst>
          </p:cNvPr>
          <p:cNvCxnSpPr/>
          <p:nvPr/>
        </p:nvCxnSpPr>
        <p:spPr>
          <a:xfrm>
            <a:off x="3925765" y="2921503"/>
            <a:ext cx="2631092" cy="844903"/>
          </a:xfrm>
          <a:prstGeom prst="bentConnector3">
            <a:avLst>
              <a:gd name="adj1" fmla="val 79927"/>
            </a:avLst>
          </a:prstGeom>
          <a:ln w="19050" cmpd="sng">
            <a:solidFill>
              <a:schemeClr val="accent2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34">
            <a:extLst>
              <a:ext uri="{FF2B5EF4-FFF2-40B4-BE49-F238E27FC236}">
                <a16:creationId xmlns:a16="http://schemas.microsoft.com/office/drawing/2014/main" id="{8B9FED89-3191-674F-BB1C-0DE95045D1FB}"/>
              </a:ext>
            </a:extLst>
          </p:cNvPr>
          <p:cNvCxnSpPr/>
          <p:nvPr/>
        </p:nvCxnSpPr>
        <p:spPr>
          <a:xfrm>
            <a:off x="3926120" y="3294703"/>
            <a:ext cx="2630736" cy="1547032"/>
          </a:xfrm>
          <a:prstGeom prst="bentConnector3">
            <a:avLst>
              <a:gd name="adj1" fmla="val 65448"/>
            </a:avLst>
          </a:prstGeom>
          <a:ln w="19050" cmpd="sng">
            <a:solidFill>
              <a:schemeClr val="accent3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179">
            <a:extLst>
              <a:ext uri="{FF2B5EF4-FFF2-40B4-BE49-F238E27FC236}">
                <a16:creationId xmlns:a16="http://schemas.microsoft.com/office/drawing/2014/main" id="{6A3EBC03-8D8C-4648-A5F7-5BD0632568CB}"/>
              </a:ext>
            </a:extLst>
          </p:cNvPr>
          <p:cNvGrpSpPr/>
          <p:nvPr/>
        </p:nvGrpSpPr>
        <p:grpSpPr>
          <a:xfrm>
            <a:off x="6943205" y="2226401"/>
            <a:ext cx="266801" cy="682827"/>
            <a:chOff x="5054600" y="1652588"/>
            <a:chExt cx="187325" cy="479424"/>
          </a:xfrm>
          <a:solidFill>
            <a:schemeClr val="accent1"/>
          </a:solidFill>
        </p:grpSpPr>
        <p:sp>
          <p:nvSpPr>
            <p:cNvPr id="27" name="Freeform 96">
              <a:extLst>
                <a:ext uri="{FF2B5EF4-FFF2-40B4-BE49-F238E27FC236}">
                  <a16:creationId xmlns:a16="http://schemas.microsoft.com/office/drawing/2014/main" id="{6F9B46FB-BAF1-0B43-9A8D-CD7E0C302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733550"/>
              <a:ext cx="187325" cy="398462"/>
            </a:xfrm>
            <a:custGeom>
              <a:avLst/>
              <a:gdLst/>
              <a:ahLst/>
              <a:cxnLst>
                <a:cxn ang="0">
                  <a:pos x="55" y="1"/>
                </a:cxn>
                <a:cxn ang="0">
                  <a:pos x="19" y="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69"/>
                </a:cxn>
                <a:cxn ang="0">
                  <a:pos x="6" y="75"/>
                </a:cxn>
                <a:cxn ang="0">
                  <a:pos x="12" y="69"/>
                </a:cxn>
                <a:cxn ang="0">
                  <a:pos x="12" y="25"/>
                </a:cxn>
                <a:cxn ang="0">
                  <a:pos x="18" y="25"/>
                </a:cxn>
                <a:cxn ang="0">
                  <a:pos x="18" y="68"/>
                </a:cxn>
                <a:cxn ang="0">
                  <a:pos x="18" y="69"/>
                </a:cxn>
                <a:cxn ang="0">
                  <a:pos x="18" y="145"/>
                </a:cxn>
                <a:cxn ang="0">
                  <a:pos x="26" y="153"/>
                </a:cxn>
                <a:cxn ang="0">
                  <a:pos x="34" y="145"/>
                </a:cxn>
                <a:cxn ang="0">
                  <a:pos x="34" y="78"/>
                </a:cxn>
                <a:cxn ang="0">
                  <a:pos x="39" y="78"/>
                </a:cxn>
                <a:cxn ang="0">
                  <a:pos x="39" y="145"/>
                </a:cxn>
                <a:cxn ang="0">
                  <a:pos x="47" y="153"/>
                </a:cxn>
                <a:cxn ang="0">
                  <a:pos x="55" y="145"/>
                </a:cxn>
                <a:cxn ang="0">
                  <a:pos x="55" y="68"/>
                </a:cxn>
                <a:cxn ang="0">
                  <a:pos x="55" y="67"/>
                </a:cxn>
                <a:cxn ang="0">
                  <a:pos x="55" y="25"/>
                </a:cxn>
                <a:cxn ang="0">
                  <a:pos x="60" y="25"/>
                </a:cxn>
                <a:cxn ang="0">
                  <a:pos x="60" y="69"/>
                </a:cxn>
                <a:cxn ang="0">
                  <a:pos x="66" y="75"/>
                </a:cxn>
                <a:cxn ang="0">
                  <a:pos x="73" y="69"/>
                </a:cxn>
                <a:cxn ang="0">
                  <a:pos x="73" y="18"/>
                </a:cxn>
                <a:cxn ang="0">
                  <a:pos x="73" y="16"/>
                </a:cxn>
                <a:cxn ang="0">
                  <a:pos x="73" y="15"/>
                </a:cxn>
                <a:cxn ang="0">
                  <a:pos x="55" y="1"/>
                </a:cxn>
              </a:cxnLst>
              <a:rect l="0" t="0" r="r" b="b"/>
              <a:pathLst>
                <a:path w="73" h="153">
                  <a:moveTo>
                    <a:pt x="55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5" y="1"/>
                    <a:pt x="0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5"/>
                    <a:pt x="6" y="75"/>
                  </a:cubicBezTo>
                  <a:cubicBezTo>
                    <a:pt x="10" y="75"/>
                    <a:pt x="12" y="73"/>
                    <a:pt x="12" y="6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8" y="150"/>
                    <a:pt x="21" y="153"/>
                    <a:pt x="26" y="153"/>
                  </a:cubicBezTo>
                  <a:cubicBezTo>
                    <a:pt x="31" y="153"/>
                    <a:pt x="34" y="150"/>
                    <a:pt x="34" y="14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50"/>
                    <a:pt x="42" y="153"/>
                    <a:pt x="47" y="153"/>
                  </a:cubicBezTo>
                  <a:cubicBezTo>
                    <a:pt x="52" y="153"/>
                    <a:pt x="55" y="150"/>
                    <a:pt x="55" y="145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5" y="67"/>
                    <a:pt x="55" y="67"/>
                    <a:pt x="55" y="67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73"/>
                    <a:pt x="63" y="75"/>
                    <a:pt x="66" y="75"/>
                  </a:cubicBezTo>
                  <a:cubicBezTo>
                    <a:pt x="70" y="75"/>
                    <a:pt x="73" y="73"/>
                    <a:pt x="73" y="69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3" y="10"/>
                    <a:pt x="67" y="1"/>
                    <a:pt x="55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" name="Oval 97">
              <a:extLst>
                <a:ext uri="{FF2B5EF4-FFF2-40B4-BE49-F238E27FC236}">
                  <a16:creationId xmlns:a16="http://schemas.microsoft.com/office/drawing/2014/main" id="{FB994441-1F4D-9A48-9BF5-4FC161C72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1652588"/>
              <a:ext cx="74613" cy="7620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" name="Group 259">
            <a:extLst>
              <a:ext uri="{FF2B5EF4-FFF2-40B4-BE49-F238E27FC236}">
                <a16:creationId xmlns:a16="http://schemas.microsoft.com/office/drawing/2014/main" id="{FBC896C7-DCB9-3A40-9AC0-E66C11C840DE}"/>
              </a:ext>
            </a:extLst>
          </p:cNvPr>
          <p:cNvGrpSpPr/>
          <p:nvPr/>
        </p:nvGrpSpPr>
        <p:grpSpPr>
          <a:xfrm>
            <a:off x="6904158" y="3356386"/>
            <a:ext cx="344893" cy="740431"/>
            <a:chOff x="6913466" y="1930294"/>
            <a:chExt cx="328336" cy="704884"/>
          </a:xfrm>
          <a:solidFill>
            <a:schemeClr val="accent2"/>
          </a:solidFill>
        </p:grpSpPr>
        <p:sp>
          <p:nvSpPr>
            <p:cNvPr id="30" name="Oval 98">
              <a:extLst>
                <a:ext uri="{FF2B5EF4-FFF2-40B4-BE49-F238E27FC236}">
                  <a16:creationId xmlns:a16="http://schemas.microsoft.com/office/drawing/2014/main" id="{D9FAF21A-6809-3F4D-B88D-3497BF25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973" y="1930294"/>
              <a:ext cx="105618" cy="10561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" name="Freeform 99">
              <a:extLst>
                <a:ext uri="{FF2B5EF4-FFF2-40B4-BE49-F238E27FC236}">
                  <a16:creationId xmlns:a16="http://schemas.microsoft.com/office/drawing/2014/main" id="{E83E52FC-9F86-3449-93B4-4B762658C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3466" y="2058872"/>
              <a:ext cx="328336" cy="576306"/>
            </a:xfrm>
            <a:custGeom>
              <a:avLst/>
              <a:gdLst/>
              <a:ahLst/>
              <a:cxnLst>
                <a:cxn ang="0">
                  <a:pos x="87" y="56"/>
                </a:cxn>
                <a:cxn ang="0">
                  <a:pos x="71" y="9"/>
                </a:cxn>
                <a:cxn ang="0">
                  <a:pos x="61" y="0"/>
                </a:cxn>
                <a:cxn ang="0">
                  <a:pos x="26" y="0"/>
                </a:cxn>
                <a:cxn ang="0">
                  <a:pos x="18" y="4"/>
                </a:cxn>
                <a:cxn ang="0">
                  <a:pos x="17" y="6"/>
                </a:cxn>
                <a:cxn ang="0">
                  <a:pos x="17" y="6"/>
                </a:cxn>
                <a:cxn ang="0">
                  <a:pos x="16" y="7"/>
                </a:cxn>
                <a:cxn ang="0">
                  <a:pos x="1" y="56"/>
                </a:cxn>
                <a:cxn ang="0">
                  <a:pos x="5" y="64"/>
                </a:cxn>
                <a:cxn ang="0">
                  <a:pos x="13" y="60"/>
                </a:cxn>
                <a:cxn ang="0">
                  <a:pos x="25" y="21"/>
                </a:cxn>
                <a:cxn ang="0">
                  <a:pos x="26" y="21"/>
                </a:cxn>
                <a:cxn ang="0">
                  <a:pos x="27" y="21"/>
                </a:cxn>
                <a:cxn ang="0">
                  <a:pos x="9" y="91"/>
                </a:cxn>
                <a:cxn ang="0">
                  <a:pos x="28" y="91"/>
                </a:cxn>
                <a:cxn ang="0">
                  <a:pos x="28" y="146"/>
                </a:cxn>
                <a:cxn ang="0">
                  <a:pos x="35" y="153"/>
                </a:cxn>
                <a:cxn ang="0">
                  <a:pos x="42" y="146"/>
                </a:cxn>
                <a:cxn ang="0">
                  <a:pos x="42" y="91"/>
                </a:cxn>
                <a:cxn ang="0">
                  <a:pos x="46" y="91"/>
                </a:cxn>
                <a:cxn ang="0">
                  <a:pos x="46" y="146"/>
                </a:cxn>
                <a:cxn ang="0">
                  <a:pos x="54" y="153"/>
                </a:cxn>
                <a:cxn ang="0">
                  <a:pos x="61" y="146"/>
                </a:cxn>
                <a:cxn ang="0">
                  <a:pos x="61" y="91"/>
                </a:cxn>
                <a:cxn ang="0">
                  <a:pos x="80" y="91"/>
                </a:cxn>
                <a:cxn ang="0">
                  <a:pos x="60" y="21"/>
                </a:cxn>
                <a:cxn ang="0">
                  <a:pos x="61" y="21"/>
                </a:cxn>
                <a:cxn ang="0">
                  <a:pos x="62" y="21"/>
                </a:cxn>
                <a:cxn ang="0">
                  <a:pos x="75" y="60"/>
                </a:cxn>
                <a:cxn ang="0">
                  <a:pos x="83" y="64"/>
                </a:cxn>
                <a:cxn ang="0">
                  <a:pos x="87" y="56"/>
                </a:cxn>
              </a:cxnLst>
              <a:rect l="0" t="0" r="r" b="b"/>
              <a:pathLst>
                <a:path w="88" h="153">
                  <a:moveTo>
                    <a:pt x="87" y="56"/>
                  </a:moveTo>
                  <a:cubicBezTo>
                    <a:pt x="71" y="9"/>
                    <a:pt x="71" y="9"/>
                    <a:pt x="71" y="9"/>
                  </a:cubicBezTo>
                  <a:cubicBezTo>
                    <a:pt x="71" y="4"/>
                    <a:pt x="67" y="0"/>
                    <a:pt x="6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19" y="1"/>
                    <a:pt x="18" y="4"/>
                  </a:cubicBezTo>
                  <a:cubicBezTo>
                    <a:pt x="17" y="5"/>
                    <a:pt x="17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5" y="64"/>
                  </a:cubicBezTo>
                  <a:cubicBezTo>
                    <a:pt x="8" y="65"/>
                    <a:pt x="12" y="63"/>
                    <a:pt x="13" y="60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28" y="91"/>
                    <a:pt x="28" y="91"/>
                    <a:pt x="28" y="9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0"/>
                    <a:pt x="31" y="153"/>
                    <a:pt x="35" y="153"/>
                  </a:cubicBezTo>
                  <a:cubicBezTo>
                    <a:pt x="39" y="153"/>
                    <a:pt x="42" y="150"/>
                    <a:pt x="42" y="146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50"/>
                    <a:pt x="50" y="153"/>
                    <a:pt x="54" y="153"/>
                  </a:cubicBezTo>
                  <a:cubicBezTo>
                    <a:pt x="58" y="153"/>
                    <a:pt x="61" y="150"/>
                    <a:pt x="61" y="146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77" y="63"/>
                    <a:pt x="80" y="65"/>
                    <a:pt x="83" y="64"/>
                  </a:cubicBezTo>
                  <a:cubicBezTo>
                    <a:pt x="87" y="63"/>
                    <a:pt x="88" y="59"/>
                    <a:pt x="87" y="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2" name="Group 179">
            <a:extLst>
              <a:ext uri="{FF2B5EF4-FFF2-40B4-BE49-F238E27FC236}">
                <a16:creationId xmlns:a16="http://schemas.microsoft.com/office/drawing/2014/main" id="{54FEDD4B-C36F-A34D-B467-A3CE97361DBA}"/>
              </a:ext>
            </a:extLst>
          </p:cNvPr>
          <p:cNvGrpSpPr/>
          <p:nvPr/>
        </p:nvGrpSpPr>
        <p:grpSpPr>
          <a:xfrm>
            <a:off x="6984455" y="4621298"/>
            <a:ext cx="184299" cy="471677"/>
            <a:chOff x="5054600" y="1652588"/>
            <a:chExt cx="187325" cy="479424"/>
          </a:xfrm>
          <a:solidFill>
            <a:schemeClr val="accent3"/>
          </a:solidFill>
        </p:grpSpPr>
        <p:sp>
          <p:nvSpPr>
            <p:cNvPr id="33" name="Freeform 96">
              <a:extLst>
                <a:ext uri="{FF2B5EF4-FFF2-40B4-BE49-F238E27FC236}">
                  <a16:creationId xmlns:a16="http://schemas.microsoft.com/office/drawing/2014/main" id="{D879D777-BB25-814C-8DA3-C77978D4F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733550"/>
              <a:ext cx="187325" cy="398462"/>
            </a:xfrm>
            <a:custGeom>
              <a:avLst/>
              <a:gdLst/>
              <a:ahLst/>
              <a:cxnLst>
                <a:cxn ang="0">
                  <a:pos x="55" y="1"/>
                </a:cxn>
                <a:cxn ang="0">
                  <a:pos x="19" y="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69"/>
                </a:cxn>
                <a:cxn ang="0">
                  <a:pos x="6" y="75"/>
                </a:cxn>
                <a:cxn ang="0">
                  <a:pos x="12" y="69"/>
                </a:cxn>
                <a:cxn ang="0">
                  <a:pos x="12" y="25"/>
                </a:cxn>
                <a:cxn ang="0">
                  <a:pos x="18" y="25"/>
                </a:cxn>
                <a:cxn ang="0">
                  <a:pos x="18" y="68"/>
                </a:cxn>
                <a:cxn ang="0">
                  <a:pos x="18" y="69"/>
                </a:cxn>
                <a:cxn ang="0">
                  <a:pos x="18" y="145"/>
                </a:cxn>
                <a:cxn ang="0">
                  <a:pos x="26" y="153"/>
                </a:cxn>
                <a:cxn ang="0">
                  <a:pos x="34" y="145"/>
                </a:cxn>
                <a:cxn ang="0">
                  <a:pos x="34" y="78"/>
                </a:cxn>
                <a:cxn ang="0">
                  <a:pos x="39" y="78"/>
                </a:cxn>
                <a:cxn ang="0">
                  <a:pos x="39" y="145"/>
                </a:cxn>
                <a:cxn ang="0">
                  <a:pos x="47" y="153"/>
                </a:cxn>
                <a:cxn ang="0">
                  <a:pos x="55" y="145"/>
                </a:cxn>
                <a:cxn ang="0">
                  <a:pos x="55" y="68"/>
                </a:cxn>
                <a:cxn ang="0">
                  <a:pos x="55" y="67"/>
                </a:cxn>
                <a:cxn ang="0">
                  <a:pos x="55" y="25"/>
                </a:cxn>
                <a:cxn ang="0">
                  <a:pos x="60" y="25"/>
                </a:cxn>
                <a:cxn ang="0">
                  <a:pos x="60" y="69"/>
                </a:cxn>
                <a:cxn ang="0">
                  <a:pos x="66" y="75"/>
                </a:cxn>
                <a:cxn ang="0">
                  <a:pos x="73" y="69"/>
                </a:cxn>
                <a:cxn ang="0">
                  <a:pos x="73" y="18"/>
                </a:cxn>
                <a:cxn ang="0">
                  <a:pos x="73" y="16"/>
                </a:cxn>
                <a:cxn ang="0">
                  <a:pos x="73" y="15"/>
                </a:cxn>
                <a:cxn ang="0">
                  <a:pos x="55" y="1"/>
                </a:cxn>
              </a:cxnLst>
              <a:rect l="0" t="0" r="r" b="b"/>
              <a:pathLst>
                <a:path w="73" h="153">
                  <a:moveTo>
                    <a:pt x="55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5" y="1"/>
                    <a:pt x="0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5"/>
                    <a:pt x="6" y="75"/>
                  </a:cubicBezTo>
                  <a:cubicBezTo>
                    <a:pt x="10" y="75"/>
                    <a:pt x="12" y="73"/>
                    <a:pt x="12" y="6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8" y="150"/>
                    <a:pt x="21" y="153"/>
                    <a:pt x="26" y="153"/>
                  </a:cubicBezTo>
                  <a:cubicBezTo>
                    <a:pt x="31" y="153"/>
                    <a:pt x="34" y="150"/>
                    <a:pt x="34" y="14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50"/>
                    <a:pt x="42" y="153"/>
                    <a:pt x="47" y="153"/>
                  </a:cubicBezTo>
                  <a:cubicBezTo>
                    <a:pt x="52" y="153"/>
                    <a:pt x="55" y="150"/>
                    <a:pt x="55" y="145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5" y="67"/>
                    <a:pt x="55" y="67"/>
                    <a:pt x="55" y="67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73"/>
                    <a:pt x="63" y="75"/>
                    <a:pt x="66" y="75"/>
                  </a:cubicBezTo>
                  <a:cubicBezTo>
                    <a:pt x="70" y="75"/>
                    <a:pt x="73" y="73"/>
                    <a:pt x="73" y="69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3" y="10"/>
                    <a:pt x="67" y="1"/>
                    <a:pt x="55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" name="Oval 97">
              <a:extLst>
                <a:ext uri="{FF2B5EF4-FFF2-40B4-BE49-F238E27FC236}">
                  <a16:creationId xmlns:a16="http://schemas.microsoft.com/office/drawing/2014/main" id="{5866BA12-83E3-0C47-800B-88E855C9D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1652588"/>
              <a:ext cx="74613" cy="7620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5" name="TextBox 63">
            <a:extLst>
              <a:ext uri="{FF2B5EF4-FFF2-40B4-BE49-F238E27FC236}">
                <a16:creationId xmlns:a16="http://schemas.microsoft.com/office/drawing/2014/main" id="{6E084585-8109-0C4C-8495-932A62F26BC7}"/>
              </a:ext>
            </a:extLst>
          </p:cNvPr>
          <p:cNvSpPr txBox="1"/>
          <p:nvPr/>
        </p:nvSpPr>
        <p:spPr>
          <a:xfrm>
            <a:off x="8569015" y="4514470"/>
            <a:ext cx="2826831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375467">
              <a:defRPr sz="140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山不在高，有仙则名。水不在深，有龙则灵。</a:t>
            </a:r>
            <a:endParaRPr lang="en-US" altLang="zh-CN" dirty="0"/>
          </a:p>
        </p:txBody>
      </p:sp>
      <p:sp>
        <p:nvSpPr>
          <p:cNvPr id="36" name="TextBox 66">
            <a:extLst>
              <a:ext uri="{FF2B5EF4-FFF2-40B4-BE49-F238E27FC236}">
                <a16:creationId xmlns:a16="http://schemas.microsoft.com/office/drawing/2014/main" id="{A3F81615-F479-1C4B-B535-4F09CC396017}"/>
              </a:ext>
            </a:extLst>
          </p:cNvPr>
          <p:cNvSpPr txBox="1"/>
          <p:nvPr/>
        </p:nvSpPr>
        <p:spPr>
          <a:xfrm>
            <a:off x="8531568" y="2226803"/>
            <a:ext cx="286427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defTabSz="1375467"/>
            <a:r>
              <a:rPr lang="zh-CN" altLang="en-US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山不在高，有仙则名。水不在深，有龙则灵。</a:t>
            </a:r>
            <a:endParaRPr lang="en-US" altLang="zh-CN" sz="14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Box 69">
            <a:extLst>
              <a:ext uri="{FF2B5EF4-FFF2-40B4-BE49-F238E27FC236}">
                <a16:creationId xmlns:a16="http://schemas.microsoft.com/office/drawing/2014/main" id="{BB9F62CD-74D6-9545-9A44-2FCC6F417D78}"/>
              </a:ext>
            </a:extLst>
          </p:cNvPr>
          <p:cNvSpPr txBox="1"/>
          <p:nvPr/>
        </p:nvSpPr>
        <p:spPr>
          <a:xfrm>
            <a:off x="8531567" y="3404503"/>
            <a:ext cx="2864279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375467">
              <a:defRPr sz="140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山不在高，有仙则名。水不在深，有龙则灵。</a:t>
            </a:r>
            <a:endParaRPr lang="en-US" altLang="zh-CN" dirty="0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D2BFFF22-93B4-234D-8E1A-A58B5AA21457}"/>
              </a:ext>
            </a:extLst>
          </p:cNvPr>
          <p:cNvSpPr txBox="1">
            <a:spLocks/>
          </p:cNvSpPr>
          <p:nvPr/>
        </p:nvSpPr>
        <p:spPr>
          <a:xfrm>
            <a:off x="7331363" y="2226207"/>
            <a:ext cx="1096454" cy="656655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377790"/>
                </a:solidFill>
                <a:latin typeface="Arial"/>
              </a:rPr>
              <a:t>35%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6F0537F-A032-4249-AE2A-B6CA9A89E817}"/>
              </a:ext>
            </a:extLst>
          </p:cNvPr>
          <p:cNvSpPr txBox="1">
            <a:spLocks/>
          </p:cNvSpPr>
          <p:nvPr/>
        </p:nvSpPr>
        <p:spPr>
          <a:xfrm>
            <a:off x="7363351" y="3369399"/>
            <a:ext cx="1096454" cy="656655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189A80"/>
                </a:solidFill>
                <a:latin typeface="Arial"/>
              </a:rPr>
              <a:t>50%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B4C4A3A-800B-6B47-9861-49A50A89BB4A}"/>
              </a:ext>
            </a:extLst>
          </p:cNvPr>
          <p:cNvSpPr txBox="1">
            <a:spLocks/>
          </p:cNvSpPr>
          <p:nvPr/>
        </p:nvSpPr>
        <p:spPr>
          <a:xfrm>
            <a:off x="7287151" y="4513937"/>
            <a:ext cx="1096454" cy="656655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4267" dirty="0">
                <a:solidFill>
                  <a:srgbClr val="F09C2A"/>
                </a:solidFill>
                <a:latin typeface="Arial"/>
              </a:rPr>
              <a:t>15%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6D1A8D45-BD17-6D44-9745-7F4CDCF6C7A5}"/>
              </a:ext>
            </a:extLst>
          </p:cNvPr>
          <p:cNvSpPr txBox="1">
            <a:spLocks/>
          </p:cNvSpPr>
          <p:nvPr/>
        </p:nvSpPr>
        <p:spPr>
          <a:xfrm>
            <a:off x="1798327" y="5668245"/>
            <a:ext cx="67326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编号 </a:t>
            </a:r>
            <a:r>
              <a:rPr lang="en-US" altLang="zh-CN" sz="18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en-US" sz="1800" b="1" dirty="0">
              <a:solidFill>
                <a:srgbClr val="3777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0F7D128A-C29F-4947-A277-F44ADE7E0188}"/>
              </a:ext>
            </a:extLst>
          </p:cNvPr>
          <p:cNvSpPr txBox="1">
            <a:spLocks/>
          </p:cNvSpPr>
          <p:nvPr/>
        </p:nvSpPr>
        <p:spPr>
          <a:xfrm>
            <a:off x="1783814" y="5985145"/>
            <a:ext cx="2486249" cy="43088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 defTabSz="1375467"/>
            <a:r>
              <a:rPr lang="zh-CN" altLang="en-US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</a:t>
            </a:r>
            <a:endParaRPr lang="en-US" altLang="zh-CN" sz="1400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1B023BD6-2A90-F946-8D7C-D924CC71A772}"/>
              </a:ext>
            </a:extLst>
          </p:cNvPr>
          <p:cNvSpPr txBox="1">
            <a:spLocks/>
          </p:cNvSpPr>
          <p:nvPr/>
        </p:nvSpPr>
        <p:spPr>
          <a:xfrm>
            <a:off x="929844" y="5520684"/>
            <a:ext cx="913712" cy="98488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6400" dirty="0">
                <a:solidFill>
                  <a:srgbClr val="377790"/>
                </a:solidFill>
                <a:latin typeface="Arial"/>
              </a:rPr>
              <a:t>01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0FA836B-0F3E-7041-8CB2-71B4548B7CB6}"/>
              </a:ext>
            </a:extLst>
          </p:cNvPr>
          <p:cNvSpPr txBox="1">
            <a:spLocks/>
          </p:cNvSpPr>
          <p:nvPr/>
        </p:nvSpPr>
        <p:spPr>
          <a:xfrm>
            <a:off x="5369678" y="5668245"/>
            <a:ext cx="67326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编号</a:t>
            </a:r>
            <a:r>
              <a:rPr lang="en-US" sz="18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en-US" sz="18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3216BD0B-282B-C340-BDA7-BEDCDC9FFD21}"/>
              </a:ext>
            </a:extLst>
          </p:cNvPr>
          <p:cNvSpPr txBox="1">
            <a:spLocks/>
          </p:cNvSpPr>
          <p:nvPr/>
        </p:nvSpPr>
        <p:spPr>
          <a:xfrm>
            <a:off x="5355164" y="5985146"/>
            <a:ext cx="2486249" cy="43088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indent="0" algn="just" defTabSz="1375467">
              <a:buNone/>
              <a:defRPr sz="1400" baseline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</a:t>
            </a:r>
            <a:endParaRPr lang="en-US" altLang="zh-CN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D4ADD8F4-C038-5D43-8B1C-AE20985932A8}"/>
              </a:ext>
            </a:extLst>
          </p:cNvPr>
          <p:cNvSpPr txBox="1">
            <a:spLocks/>
          </p:cNvSpPr>
          <p:nvPr/>
        </p:nvSpPr>
        <p:spPr>
          <a:xfrm>
            <a:off x="4400835" y="5520684"/>
            <a:ext cx="913712" cy="98488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6400" dirty="0">
                <a:solidFill>
                  <a:srgbClr val="189A80"/>
                </a:solidFill>
                <a:latin typeface="Arial"/>
              </a:rPr>
              <a:t>02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9A155AC7-1C70-A946-AA92-45AC070C24EF}"/>
              </a:ext>
            </a:extLst>
          </p:cNvPr>
          <p:cNvSpPr txBox="1">
            <a:spLocks/>
          </p:cNvSpPr>
          <p:nvPr/>
        </p:nvSpPr>
        <p:spPr>
          <a:xfrm>
            <a:off x="8921905" y="5668245"/>
            <a:ext cx="67326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编号</a:t>
            </a:r>
            <a:r>
              <a:rPr lang="en-US" sz="18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en-US" sz="18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6F3220E-3C88-7B47-82DC-5E22A048E359}"/>
              </a:ext>
            </a:extLst>
          </p:cNvPr>
          <p:cNvSpPr txBox="1">
            <a:spLocks/>
          </p:cNvSpPr>
          <p:nvPr/>
        </p:nvSpPr>
        <p:spPr>
          <a:xfrm>
            <a:off x="8907392" y="5985146"/>
            <a:ext cx="2486249" cy="43088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indent="0" algn="just" defTabSz="1375467">
              <a:buNone/>
              <a:defRPr sz="1400" baseline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r>
              <a:rPr lang="zh-CN" altLang="en-US" dirty="0"/>
              <a:t>此处为具体描述文字</a:t>
            </a:r>
            <a:r>
              <a:rPr lang="en-US" altLang="zh-CN" dirty="0"/>
              <a:t>——</a:t>
            </a:r>
            <a:r>
              <a:rPr lang="zh-CN" altLang="en-US" dirty="0"/>
              <a:t>山不在高，有仙则名。</a:t>
            </a:r>
            <a:endParaRPr lang="en-US" altLang="zh-CN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B64938A-01EE-1F43-ACA1-233FA91F127E}"/>
              </a:ext>
            </a:extLst>
          </p:cNvPr>
          <p:cNvSpPr txBox="1">
            <a:spLocks/>
          </p:cNvSpPr>
          <p:nvPr/>
        </p:nvSpPr>
        <p:spPr>
          <a:xfrm>
            <a:off x="7965763" y="5520684"/>
            <a:ext cx="913712" cy="98488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70">
              <a:spcBef>
                <a:spcPct val="20000"/>
              </a:spcBef>
              <a:defRPr/>
            </a:pPr>
            <a:r>
              <a:rPr lang="en-US" sz="6400" dirty="0">
                <a:solidFill>
                  <a:srgbClr val="F09C2A"/>
                </a:solidFill>
                <a:latin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78826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500"/>
                            </p:stCondLst>
                            <p:childTnLst>
                              <p:par>
                                <p:cTn id="9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7500"/>
                            </p:stCondLst>
                            <p:childTnLst>
                              <p:par>
                                <p:cTn id="11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17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3">
            <a:extLst>
              <a:ext uri="{FF2B5EF4-FFF2-40B4-BE49-F238E27FC236}">
                <a16:creationId xmlns:a16="http://schemas.microsoft.com/office/drawing/2014/main" id="{6D601B33-D5ED-3542-9D53-DB5E9EA18D0D}"/>
              </a:ext>
            </a:extLst>
          </p:cNvPr>
          <p:cNvGrpSpPr/>
          <p:nvPr/>
        </p:nvGrpSpPr>
        <p:grpSpPr>
          <a:xfrm>
            <a:off x="3995752" y="2521155"/>
            <a:ext cx="620225" cy="290343"/>
            <a:chOff x="3366566" y="1459073"/>
            <a:chExt cx="465169" cy="221445"/>
          </a:xfrm>
        </p:grpSpPr>
        <p:cxnSp>
          <p:nvCxnSpPr>
            <p:cNvPr id="3" name="Straight Connector 61">
              <a:extLst>
                <a:ext uri="{FF2B5EF4-FFF2-40B4-BE49-F238E27FC236}">
                  <a16:creationId xmlns:a16="http://schemas.microsoft.com/office/drawing/2014/main" id="{FF828CFB-64A8-C24D-A933-4DD3E49F7670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62">
              <a:extLst>
                <a:ext uri="{FF2B5EF4-FFF2-40B4-BE49-F238E27FC236}">
                  <a16:creationId xmlns:a16="http://schemas.microsoft.com/office/drawing/2014/main" id="{B3CA22E9-BFB7-2648-A209-47A3F791A96F}"/>
                </a:ext>
              </a:extLst>
            </p:cNvPr>
            <p:cNvCxnSpPr/>
            <p:nvPr/>
          </p:nvCxnSpPr>
          <p:spPr>
            <a:xfrm flipH="1">
              <a:off x="3366566" y="1459073"/>
              <a:ext cx="226116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74">
            <a:extLst>
              <a:ext uri="{FF2B5EF4-FFF2-40B4-BE49-F238E27FC236}">
                <a16:creationId xmlns:a16="http://schemas.microsoft.com/office/drawing/2014/main" id="{D8C9AAB8-A131-FE4E-99FA-4A46E6CDE4A1}"/>
              </a:ext>
            </a:extLst>
          </p:cNvPr>
          <p:cNvGrpSpPr/>
          <p:nvPr/>
        </p:nvGrpSpPr>
        <p:grpSpPr>
          <a:xfrm flipH="1">
            <a:off x="7485585" y="2518751"/>
            <a:ext cx="684268" cy="295151"/>
            <a:chOff x="3318534" y="1459155"/>
            <a:chExt cx="513201" cy="221363"/>
          </a:xfrm>
        </p:grpSpPr>
        <p:cxnSp>
          <p:nvCxnSpPr>
            <p:cNvPr id="6" name="Straight Connector 64">
              <a:extLst>
                <a:ext uri="{FF2B5EF4-FFF2-40B4-BE49-F238E27FC236}">
                  <a16:creationId xmlns:a16="http://schemas.microsoft.com/office/drawing/2014/main" id="{3E580A28-5F51-4047-ADD3-946323923A24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5">
              <a:extLst>
                <a:ext uri="{FF2B5EF4-FFF2-40B4-BE49-F238E27FC236}">
                  <a16:creationId xmlns:a16="http://schemas.microsoft.com/office/drawing/2014/main" id="{A7AA03C8-8E71-6E4D-A3BD-38E46A8A37F5}"/>
                </a:ext>
              </a:extLst>
            </p:cNvPr>
            <p:cNvCxnSpPr/>
            <p:nvPr/>
          </p:nvCxnSpPr>
          <p:spPr>
            <a:xfrm flipH="1">
              <a:off x="3318534" y="1459155"/>
              <a:ext cx="274147" cy="0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81">
            <a:extLst>
              <a:ext uri="{FF2B5EF4-FFF2-40B4-BE49-F238E27FC236}">
                <a16:creationId xmlns:a16="http://schemas.microsoft.com/office/drawing/2014/main" id="{E417E211-FDC5-8143-BB4A-848F5DBEBDA5}"/>
              </a:ext>
            </a:extLst>
          </p:cNvPr>
          <p:cNvGrpSpPr/>
          <p:nvPr/>
        </p:nvGrpSpPr>
        <p:grpSpPr>
          <a:xfrm flipV="1">
            <a:off x="4002362" y="5746907"/>
            <a:ext cx="607004" cy="290343"/>
            <a:chOff x="3376482" y="1459073"/>
            <a:chExt cx="455253" cy="221445"/>
          </a:xfrm>
        </p:grpSpPr>
        <p:cxnSp>
          <p:nvCxnSpPr>
            <p:cNvPr id="9" name="Straight Connector 67">
              <a:extLst>
                <a:ext uri="{FF2B5EF4-FFF2-40B4-BE49-F238E27FC236}">
                  <a16:creationId xmlns:a16="http://schemas.microsoft.com/office/drawing/2014/main" id="{ECF2EB3C-540D-C049-A08A-5982E0DE0195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8">
              <a:extLst>
                <a:ext uri="{FF2B5EF4-FFF2-40B4-BE49-F238E27FC236}">
                  <a16:creationId xmlns:a16="http://schemas.microsoft.com/office/drawing/2014/main" id="{5C8D1186-979D-A643-85CA-42D954EA9C1E}"/>
                </a:ext>
              </a:extLst>
            </p:cNvPr>
            <p:cNvCxnSpPr/>
            <p:nvPr/>
          </p:nvCxnSpPr>
          <p:spPr>
            <a:xfrm flipH="1" flipV="1">
              <a:off x="3376482" y="1459073"/>
              <a:ext cx="216200" cy="0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84">
            <a:extLst>
              <a:ext uri="{FF2B5EF4-FFF2-40B4-BE49-F238E27FC236}">
                <a16:creationId xmlns:a16="http://schemas.microsoft.com/office/drawing/2014/main" id="{205BFB36-79A7-8845-8F91-50EE9863F7A9}"/>
              </a:ext>
            </a:extLst>
          </p:cNvPr>
          <p:cNvGrpSpPr/>
          <p:nvPr/>
        </p:nvGrpSpPr>
        <p:grpSpPr>
          <a:xfrm flipH="1" flipV="1">
            <a:off x="7499485" y="5744503"/>
            <a:ext cx="656464" cy="295151"/>
            <a:chOff x="3339387" y="1459155"/>
            <a:chExt cx="492348" cy="221363"/>
          </a:xfrm>
        </p:grpSpPr>
        <p:cxnSp>
          <p:nvCxnSpPr>
            <p:cNvPr id="12" name="Straight Connector 70">
              <a:extLst>
                <a:ext uri="{FF2B5EF4-FFF2-40B4-BE49-F238E27FC236}">
                  <a16:creationId xmlns:a16="http://schemas.microsoft.com/office/drawing/2014/main" id="{085E8A3A-8B5D-1D46-8590-A83B2BFF55D2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71">
              <a:extLst>
                <a:ext uri="{FF2B5EF4-FFF2-40B4-BE49-F238E27FC236}">
                  <a16:creationId xmlns:a16="http://schemas.microsoft.com/office/drawing/2014/main" id="{161EAA8D-F7BC-E843-912A-CD424C6FE659}"/>
                </a:ext>
              </a:extLst>
            </p:cNvPr>
            <p:cNvCxnSpPr/>
            <p:nvPr/>
          </p:nvCxnSpPr>
          <p:spPr>
            <a:xfrm flipH="1" flipV="1">
              <a:off x="3339387" y="1459155"/>
              <a:ext cx="253294" cy="0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87">
            <a:extLst>
              <a:ext uri="{FF2B5EF4-FFF2-40B4-BE49-F238E27FC236}">
                <a16:creationId xmlns:a16="http://schemas.microsoft.com/office/drawing/2014/main" id="{B853FF66-38D9-BD42-A8AE-6CEAAEF30223}"/>
              </a:ext>
            </a:extLst>
          </p:cNvPr>
          <p:cNvGrpSpPr/>
          <p:nvPr/>
        </p:nvGrpSpPr>
        <p:grpSpPr>
          <a:xfrm>
            <a:off x="5854157" y="1962151"/>
            <a:ext cx="2453760" cy="2690283"/>
            <a:chOff x="4390618" y="1243013"/>
            <a:chExt cx="1840320" cy="2017712"/>
          </a:xfrm>
        </p:grpSpPr>
        <p:sp>
          <p:nvSpPr>
            <p:cNvPr id="15" name="Freeform 38">
              <a:extLst>
                <a:ext uri="{FF2B5EF4-FFF2-40B4-BE49-F238E27FC236}">
                  <a16:creationId xmlns:a16="http://schemas.microsoft.com/office/drawing/2014/main" id="{8DD1B7FE-3A6E-474D-8302-DD42557A7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618" y="1257300"/>
              <a:ext cx="1795463" cy="2003425"/>
            </a:xfrm>
            <a:custGeom>
              <a:avLst/>
              <a:gdLst/>
              <a:ahLst/>
              <a:cxnLst>
                <a:cxn ang="0">
                  <a:pos x="183" y="261"/>
                </a:cxn>
                <a:cxn ang="0">
                  <a:pos x="0" y="2"/>
                </a:cxn>
                <a:cxn ang="0">
                  <a:pos x="52" y="0"/>
                </a:cxn>
                <a:cxn ang="0">
                  <a:pos x="504" y="187"/>
                </a:cxn>
                <a:cxn ang="0">
                  <a:pos x="691" y="606"/>
                </a:cxn>
                <a:cxn ang="0">
                  <a:pos x="431" y="771"/>
                </a:cxn>
                <a:cxn ang="0">
                  <a:pos x="431" y="509"/>
                </a:cxn>
                <a:cxn ang="0">
                  <a:pos x="183" y="509"/>
                </a:cxn>
                <a:cxn ang="0">
                  <a:pos x="183" y="261"/>
                </a:cxn>
              </a:cxnLst>
              <a:rect l="0" t="0" r="r" b="b"/>
              <a:pathLst>
                <a:path w="691" h="771">
                  <a:moveTo>
                    <a:pt x="183" y="261"/>
                  </a:moveTo>
                  <a:cubicBezTo>
                    <a:pt x="174" y="127"/>
                    <a:pt x="113" y="41"/>
                    <a:pt x="0" y="2"/>
                  </a:cubicBezTo>
                  <a:cubicBezTo>
                    <a:pt x="17" y="1"/>
                    <a:pt x="34" y="0"/>
                    <a:pt x="52" y="0"/>
                  </a:cubicBezTo>
                  <a:cubicBezTo>
                    <a:pt x="229" y="0"/>
                    <a:pt x="379" y="63"/>
                    <a:pt x="504" y="187"/>
                  </a:cubicBezTo>
                  <a:cubicBezTo>
                    <a:pt x="621" y="304"/>
                    <a:pt x="683" y="444"/>
                    <a:pt x="691" y="606"/>
                  </a:cubicBezTo>
                  <a:cubicBezTo>
                    <a:pt x="651" y="707"/>
                    <a:pt x="564" y="762"/>
                    <a:pt x="431" y="771"/>
                  </a:cubicBezTo>
                  <a:cubicBezTo>
                    <a:pt x="431" y="509"/>
                    <a:pt x="431" y="509"/>
                    <a:pt x="431" y="509"/>
                  </a:cubicBezTo>
                  <a:cubicBezTo>
                    <a:pt x="183" y="509"/>
                    <a:pt x="183" y="509"/>
                    <a:pt x="183" y="509"/>
                  </a:cubicBezTo>
                  <a:lnTo>
                    <a:pt x="183" y="26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108E6D6-4583-F240-B0DC-06E770D51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475" y="1243013"/>
              <a:ext cx="1795463" cy="2003425"/>
            </a:xfrm>
            <a:custGeom>
              <a:avLst/>
              <a:gdLst/>
              <a:ahLst/>
              <a:cxnLst>
                <a:cxn ang="0">
                  <a:pos x="183" y="261"/>
                </a:cxn>
                <a:cxn ang="0">
                  <a:pos x="0" y="2"/>
                </a:cxn>
                <a:cxn ang="0">
                  <a:pos x="52" y="0"/>
                </a:cxn>
                <a:cxn ang="0">
                  <a:pos x="504" y="187"/>
                </a:cxn>
                <a:cxn ang="0">
                  <a:pos x="691" y="606"/>
                </a:cxn>
                <a:cxn ang="0">
                  <a:pos x="431" y="771"/>
                </a:cxn>
                <a:cxn ang="0">
                  <a:pos x="431" y="509"/>
                </a:cxn>
                <a:cxn ang="0">
                  <a:pos x="183" y="509"/>
                </a:cxn>
                <a:cxn ang="0">
                  <a:pos x="183" y="261"/>
                </a:cxn>
              </a:cxnLst>
              <a:rect l="0" t="0" r="r" b="b"/>
              <a:pathLst>
                <a:path w="691" h="771">
                  <a:moveTo>
                    <a:pt x="183" y="261"/>
                  </a:moveTo>
                  <a:cubicBezTo>
                    <a:pt x="174" y="127"/>
                    <a:pt x="113" y="41"/>
                    <a:pt x="0" y="2"/>
                  </a:cubicBezTo>
                  <a:cubicBezTo>
                    <a:pt x="17" y="1"/>
                    <a:pt x="34" y="0"/>
                    <a:pt x="52" y="0"/>
                  </a:cubicBezTo>
                  <a:cubicBezTo>
                    <a:pt x="229" y="0"/>
                    <a:pt x="379" y="63"/>
                    <a:pt x="504" y="187"/>
                  </a:cubicBezTo>
                  <a:cubicBezTo>
                    <a:pt x="621" y="304"/>
                    <a:pt x="683" y="444"/>
                    <a:pt x="691" y="606"/>
                  </a:cubicBezTo>
                  <a:cubicBezTo>
                    <a:pt x="651" y="707"/>
                    <a:pt x="564" y="762"/>
                    <a:pt x="431" y="771"/>
                  </a:cubicBezTo>
                  <a:cubicBezTo>
                    <a:pt x="431" y="509"/>
                    <a:pt x="431" y="509"/>
                    <a:pt x="431" y="509"/>
                  </a:cubicBezTo>
                  <a:cubicBezTo>
                    <a:pt x="183" y="509"/>
                    <a:pt x="183" y="509"/>
                    <a:pt x="183" y="509"/>
                  </a:cubicBezTo>
                  <a:lnTo>
                    <a:pt x="183" y="261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" name="Group 90">
            <a:extLst>
              <a:ext uri="{FF2B5EF4-FFF2-40B4-BE49-F238E27FC236}">
                <a16:creationId xmlns:a16="http://schemas.microsoft.com/office/drawing/2014/main" id="{C292B437-3F7E-0047-8C7D-2862CB33DF3D}"/>
              </a:ext>
            </a:extLst>
          </p:cNvPr>
          <p:cNvGrpSpPr/>
          <p:nvPr/>
        </p:nvGrpSpPr>
        <p:grpSpPr>
          <a:xfrm>
            <a:off x="5609167" y="4006633"/>
            <a:ext cx="2702984" cy="2383584"/>
            <a:chOff x="4206875" y="2776375"/>
            <a:chExt cx="2027238" cy="1787688"/>
          </a:xfrm>
        </p:grpSpPr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CBE93FEE-BC5A-B641-B0F8-13F17F4B4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875" y="2776375"/>
              <a:ext cx="2011363" cy="1746250"/>
            </a:xfrm>
            <a:custGeom>
              <a:avLst/>
              <a:gdLst/>
              <a:ahLst/>
              <a:cxnLst>
                <a:cxn ang="0">
                  <a:pos x="184" y="672"/>
                </a:cxn>
                <a:cxn ang="0">
                  <a:pos x="68" y="598"/>
                </a:cxn>
                <a:cxn ang="0">
                  <a:pos x="0" y="413"/>
                </a:cxn>
                <a:cxn ang="0">
                  <a:pos x="265" y="413"/>
                </a:cxn>
                <a:cxn ang="0">
                  <a:pos x="265" y="165"/>
                </a:cxn>
                <a:cxn ang="0">
                  <a:pos x="513" y="165"/>
                </a:cxn>
                <a:cxn ang="0">
                  <a:pos x="773" y="0"/>
                </a:cxn>
                <a:cxn ang="0">
                  <a:pos x="774" y="34"/>
                </a:cxn>
                <a:cxn ang="0">
                  <a:pos x="586" y="486"/>
                </a:cxn>
                <a:cxn ang="0">
                  <a:pos x="184" y="672"/>
                </a:cxn>
              </a:cxnLst>
              <a:rect l="0" t="0" r="r" b="b"/>
              <a:pathLst>
                <a:path w="774" h="672">
                  <a:moveTo>
                    <a:pt x="184" y="672"/>
                  </a:moveTo>
                  <a:cubicBezTo>
                    <a:pt x="136" y="659"/>
                    <a:pt x="98" y="634"/>
                    <a:pt x="68" y="598"/>
                  </a:cubicBezTo>
                  <a:cubicBezTo>
                    <a:pt x="31" y="554"/>
                    <a:pt x="9" y="492"/>
                    <a:pt x="0" y="413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5" y="165"/>
                    <a:pt x="265" y="165"/>
                    <a:pt x="265" y="165"/>
                  </a:cubicBezTo>
                  <a:cubicBezTo>
                    <a:pt x="513" y="165"/>
                    <a:pt x="513" y="165"/>
                    <a:pt x="513" y="165"/>
                  </a:cubicBezTo>
                  <a:cubicBezTo>
                    <a:pt x="646" y="156"/>
                    <a:pt x="733" y="101"/>
                    <a:pt x="773" y="0"/>
                  </a:cubicBezTo>
                  <a:cubicBezTo>
                    <a:pt x="774" y="11"/>
                    <a:pt x="774" y="22"/>
                    <a:pt x="774" y="34"/>
                  </a:cubicBezTo>
                  <a:cubicBezTo>
                    <a:pt x="774" y="211"/>
                    <a:pt x="711" y="361"/>
                    <a:pt x="586" y="486"/>
                  </a:cubicBezTo>
                  <a:cubicBezTo>
                    <a:pt x="473" y="599"/>
                    <a:pt x="339" y="661"/>
                    <a:pt x="184" y="67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" name="Freeform 37">
              <a:extLst>
                <a:ext uri="{FF2B5EF4-FFF2-40B4-BE49-F238E27FC236}">
                  <a16:creationId xmlns:a16="http://schemas.microsoft.com/office/drawing/2014/main" id="{C5AAF951-7BB0-7746-BF07-0C4825A73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750" y="2817813"/>
              <a:ext cx="2011363" cy="1746250"/>
            </a:xfrm>
            <a:custGeom>
              <a:avLst/>
              <a:gdLst/>
              <a:ahLst/>
              <a:cxnLst>
                <a:cxn ang="0">
                  <a:pos x="184" y="672"/>
                </a:cxn>
                <a:cxn ang="0">
                  <a:pos x="68" y="598"/>
                </a:cxn>
                <a:cxn ang="0">
                  <a:pos x="0" y="413"/>
                </a:cxn>
                <a:cxn ang="0">
                  <a:pos x="265" y="413"/>
                </a:cxn>
                <a:cxn ang="0">
                  <a:pos x="265" y="165"/>
                </a:cxn>
                <a:cxn ang="0">
                  <a:pos x="513" y="165"/>
                </a:cxn>
                <a:cxn ang="0">
                  <a:pos x="773" y="0"/>
                </a:cxn>
                <a:cxn ang="0">
                  <a:pos x="774" y="34"/>
                </a:cxn>
                <a:cxn ang="0">
                  <a:pos x="586" y="486"/>
                </a:cxn>
                <a:cxn ang="0">
                  <a:pos x="184" y="672"/>
                </a:cxn>
              </a:cxnLst>
              <a:rect l="0" t="0" r="r" b="b"/>
              <a:pathLst>
                <a:path w="774" h="672">
                  <a:moveTo>
                    <a:pt x="184" y="672"/>
                  </a:moveTo>
                  <a:cubicBezTo>
                    <a:pt x="136" y="659"/>
                    <a:pt x="98" y="634"/>
                    <a:pt x="68" y="598"/>
                  </a:cubicBezTo>
                  <a:cubicBezTo>
                    <a:pt x="31" y="554"/>
                    <a:pt x="9" y="492"/>
                    <a:pt x="0" y="413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5" y="165"/>
                    <a:pt x="265" y="165"/>
                    <a:pt x="265" y="165"/>
                  </a:cubicBezTo>
                  <a:cubicBezTo>
                    <a:pt x="513" y="165"/>
                    <a:pt x="513" y="165"/>
                    <a:pt x="513" y="165"/>
                  </a:cubicBezTo>
                  <a:cubicBezTo>
                    <a:pt x="646" y="156"/>
                    <a:pt x="733" y="101"/>
                    <a:pt x="773" y="0"/>
                  </a:cubicBezTo>
                  <a:cubicBezTo>
                    <a:pt x="774" y="11"/>
                    <a:pt x="774" y="22"/>
                    <a:pt x="774" y="34"/>
                  </a:cubicBezTo>
                  <a:cubicBezTo>
                    <a:pt x="774" y="211"/>
                    <a:pt x="711" y="361"/>
                    <a:pt x="586" y="486"/>
                  </a:cubicBezTo>
                  <a:cubicBezTo>
                    <a:pt x="473" y="599"/>
                    <a:pt x="339" y="661"/>
                    <a:pt x="184" y="67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5DD1C401-D3DA-DB41-9A78-F974708EF1FE}"/>
              </a:ext>
            </a:extLst>
          </p:cNvPr>
          <p:cNvGrpSpPr/>
          <p:nvPr/>
        </p:nvGrpSpPr>
        <p:grpSpPr>
          <a:xfrm>
            <a:off x="3884085" y="3717535"/>
            <a:ext cx="2439716" cy="2679032"/>
            <a:chOff x="2913063" y="2559551"/>
            <a:chExt cx="1829787" cy="2009274"/>
          </a:xfrm>
        </p:grpSpPr>
        <p:sp>
          <p:nvSpPr>
            <p:cNvPr id="21" name="Freeform 40">
              <a:extLst>
                <a:ext uri="{FF2B5EF4-FFF2-40B4-BE49-F238E27FC236}">
                  <a16:creationId xmlns:a16="http://schemas.microsoft.com/office/drawing/2014/main" id="{93FEB056-B6B3-1844-9E89-B88F5218E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325" y="2559551"/>
              <a:ext cx="1787525" cy="2003425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59" y="0"/>
                </a:cxn>
                <a:cxn ang="0">
                  <a:pos x="259" y="262"/>
                </a:cxn>
                <a:cxn ang="0">
                  <a:pos x="504" y="262"/>
                </a:cxn>
                <a:cxn ang="0">
                  <a:pos x="504" y="507"/>
                </a:cxn>
                <a:cxn ang="0">
                  <a:pos x="504" y="510"/>
                </a:cxn>
                <a:cxn ang="0">
                  <a:pos x="572" y="695"/>
                </a:cxn>
                <a:cxn ang="0">
                  <a:pos x="688" y="769"/>
                </a:cxn>
                <a:cxn ang="0">
                  <a:pos x="638" y="771"/>
                </a:cxn>
                <a:cxn ang="0">
                  <a:pos x="185" y="583"/>
                </a:cxn>
                <a:cxn ang="0">
                  <a:pos x="0" y="184"/>
                </a:cxn>
                <a:cxn ang="0">
                  <a:pos x="0" y="180"/>
                </a:cxn>
              </a:cxnLst>
              <a:rect l="0" t="0" r="r" b="b"/>
              <a:pathLst>
                <a:path w="688" h="771">
                  <a:moveTo>
                    <a:pt x="0" y="180"/>
                  </a:moveTo>
                  <a:cubicBezTo>
                    <a:pt x="28" y="78"/>
                    <a:pt x="115" y="18"/>
                    <a:pt x="259" y="0"/>
                  </a:cubicBezTo>
                  <a:cubicBezTo>
                    <a:pt x="259" y="262"/>
                    <a:pt x="259" y="262"/>
                    <a:pt x="259" y="262"/>
                  </a:cubicBezTo>
                  <a:cubicBezTo>
                    <a:pt x="504" y="262"/>
                    <a:pt x="504" y="262"/>
                    <a:pt x="504" y="262"/>
                  </a:cubicBezTo>
                  <a:cubicBezTo>
                    <a:pt x="504" y="507"/>
                    <a:pt x="504" y="507"/>
                    <a:pt x="504" y="507"/>
                  </a:cubicBezTo>
                  <a:cubicBezTo>
                    <a:pt x="504" y="508"/>
                    <a:pt x="504" y="509"/>
                    <a:pt x="504" y="510"/>
                  </a:cubicBezTo>
                  <a:cubicBezTo>
                    <a:pt x="513" y="589"/>
                    <a:pt x="535" y="651"/>
                    <a:pt x="572" y="695"/>
                  </a:cubicBezTo>
                  <a:cubicBezTo>
                    <a:pt x="602" y="731"/>
                    <a:pt x="640" y="756"/>
                    <a:pt x="688" y="769"/>
                  </a:cubicBezTo>
                  <a:cubicBezTo>
                    <a:pt x="672" y="770"/>
                    <a:pt x="655" y="771"/>
                    <a:pt x="638" y="771"/>
                  </a:cubicBezTo>
                  <a:cubicBezTo>
                    <a:pt x="461" y="771"/>
                    <a:pt x="310" y="708"/>
                    <a:pt x="185" y="583"/>
                  </a:cubicBezTo>
                  <a:cubicBezTo>
                    <a:pt x="73" y="471"/>
                    <a:pt x="11" y="338"/>
                    <a:pt x="0" y="184"/>
                  </a:cubicBezTo>
                  <a:cubicBezTo>
                    <a:pt x="0" y="183"/>
                    <a:pt x="0" y="181"/>
                    <a:pt x="0" y="18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" name="Freeform 40">
              <a:extLst>
                <a:ext uri="{FF2B5EF4-FFF2-40B4-BE49-F238E27FC236}">
                  <a16:creationId xmlns:a16="http://schemas.microsoft.com/office/drawing/2014/main" id="{AA778EF1-6C3F-5844-B773-015A6B29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3" y="2565400"/>
              <a:ext cx="1787525" cy="2003425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59" y="0"/>
                </a:cxn>
                <a:cxn ang="0">
                  <a:pos x="259" y="262"/>
                </a:cxn>
                <a:cxn ang="0">
                  <a:pos x="504" y="262"/>
                </a:cxn>
                <a:cxn ang="0">
                  <a:pos x="504" y="507"/>
                </a:cxn>
                <a:cxn ang="0">
                  <a:pos x="504" y="510"/>
                </a:cxn>
                <a:cxn ang="0">
                  <a:pos x="572" y="695"/>
                </a:cxn>
                <a:cxn ang="0">
                  <a:pos x="688" y="769"/>
                </a:cxn>
                <a:cxn ang="0">
                  <a:pos x="638" y="771"/>
                </a:cxn>
                <a:cxn ang="0">
                  <a:pos x="185" y="583"/>
                </a:cxn>
                <a:cxn ang="0">
                  <a:pos x="0" y="184"/>
                </a:cxn>
                <a:cxn ang="0">
                  <a:pos x="0" y="180"/>
                </a:cxn>
              </a:cxnLst>
              <a:rect l="0" t="0" r="r" b="b"/>
              <a:pathLst>
                <a:path w="688" h="771">
                  <a:moveTo>
                    <a:pt x="0" y="180"/>
                  </a:moveTo>
                  <a:cubicBezTo>
                    <a:pt x="28" y="78"/>
                    <a:pt x="115" y="18"/>
                    <a:pt x="259" y="0"/>
                  </a:cubicBezTo>
                  <a:cubicBezTo>
                    <a:pt x="259" y="262"/>
                    <a:pt x="259" y="262"/>
                    <a:pt x="259" y="262"/>
                  </a:cubicBezTo>
                  <a:cubicBezTo>
                    <a:pt x="504" y="262"/>
                    <a:pt x="504" y="262"/>
                    <a:pt x="504" y="262"/>
                  </a:cubicBezTo>
                  <a:cubicBezTo>
                    <a:pt x="504" y="507"/>
                    <a:pt x="504" y="507"/>
                    <a:pt x="504" y="507"/>
                  </a:cubicBezTo>
                  <a:cubicBezTo>
                    <a:pt x="504" y="508"/>
                    <a:pt x="504" y="509"/>
                    <a:pt x="504" y="510"/>
                  </a:cubicBezTo>
                  <a:cubicBezTo>
                    <a:pt x="513" y="589"/>
                    <a:pt x="535" y="651"/>
                    <a:pt x="572" y="695"/>
                  </a:cubicBezTo>
                  <a:cubicBezTo>
                    <a:pt x="602" y="731"/>
                    <a:pt x="640" y="756"/>
                    <a:pt x="688" y="769"/>
                  </a:cubicBezTo>
                  <a:cubicBezTo>
                    <a:pt x="672" y="770"/>
                    <a:pt x="655" y="771"/>
                    <a:pt x="638" y="771"/>
                  </a:cubicBezTo>
                  <a:cubicBezTo>
                    <a:pt x="461" y="771"/>
                    <a:pt x="310" y="708"/>
                    <a:pt x="185" y="583"/>
                  </a:cubicBezTo>
                  <a:cubicBezTo>
                    <a:pt x="73" y="471"/>
                    <a:pt x="11" y="338"/>
                    <a:pt x="0" y="184"/>
                  </a:cubicBezTo>
                  <a:cubicBezTo>
                    <a:pt x="0" y="183"/>
                    <a:pt x="0" y="181"/>
                    <a:pt x="0" y="18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3" name="Group 88">
            <a:extLst>
              <a:ext uri="{FF2B5EF4-FFF2-40B4-BE49-F238E27FC236}">
                <a16:creationId xmlns:a16="http://schemas.microsoft.com/office/drawing/2014/main" id="{989D14E9-E1A8-6642-AB36-286EDE6BDF1B}"/>
              </a:ext>
            </a:extLst>
          </p:cNvPr>
          <p:cNvGrpSpPr/>
          <p:nvPr/>
        </p:nvGrpSpPr>
        <p:grpSpPr>
          <a:xfrm>
            <a:off x="3877734" y="1968500"/>
            <a:ext cx="2676525" cy="2444043"/>
            <a:chOff x="2908300" y="1247775"/>
            <a:chExt cx="2007394" cy="1833032"/>
          </a:xfrm>
        </p:grpSpPr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DA663C39-AAAB-9D41-871D-4AF9D3E3B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269" y="1294870"/>
              <a:ext cx="2003425" cy="1785937"/>
            </a:xfrm>
            <a:custGeom>
              <a:avLst/>
              <a:gdLst/>
              <a:ahLst/>
              <a:cxnLst>
                <a:cxn ang="0">
                  <a:pos x="261" y="507"/>
                </a:cxn>
                <a:cxn ang="0">
                  <a:pos x="2" y="687"/>
                </a:cxn>
                <a:cxn ang="0">
                  <a:pos x="0" y="638"/>
                </a:cxn>
                <a:cxn ang="0">
                  <a:pos x="187" y="185"/>
                </a:cxn>
                <a:cxn ang="0">
                  <a:pos x="588" y="0"/>
                </a:cxn>
                <a:cxn ang="0">
                  <a:pos x="771" y="259"/>
                </a:cxn>
                <a:cxn ang="0">
                  <a:pos x="509" y="259"/>
                </a:cxn>
                <a:cxn ang="0">
                  <a:pos x="509" y="507"/>
                </a:cxn>
                <a:cxn ang="0">
                  <a:pos x="261" y="507"/>
                </a:cxn>
              </a:cxnLst>
              <a:rect l="0" t="0" r="r" b="b"/>
              <a:pathLst>
                <a:path w="771" h="687">
                  <a:moveTo>
                    <a:pt x="261" y="507"/>
                  </a:moveTo>
                  <a:cubicBezTo>
                    <a:pt x="117" y="525"/>
                    <a:pt x="30" y="585"/>
                    <a:pt x="2" y="687"/>
                  </a:cubicBezTo>
                  <a:cubicBezTo>
                    <a:pt x="1" y="671"/>
                    <a:pt x="0" y="655"/>
                    <a:pt x="0" y="638"/>
                  </a:cubicBezTo>
                  <a:cubicBezTo>
                    <a:pt x="0" y="461"/>
                    <a:pt x="62" y="310"/>
                    <a:pt x="187" y="185"/>
                  </a:cubicBezTo>
                  <a:cubicBezTo>
                    <a:pt x="300" y="73"/>
                    <a:pt x="433" y="11"/>
                    <a:pt x="588" y="0"/>
                  </a:cubicBezTo>
                  <a:cubicBezTo>
                    <a:pt x="701" y="39"/>
                    <a:pt x="762" y="125"/>
                    <a:pt x="771" y="259"/>
                  </a:cubicBezTo>
                  <a:cubicBezTo>
                    <a:pt x="509" y="259"/>
                    <a:pt x="509" y="259"/>
                    <a:pt x="509" y="259"/>
                  </a:cubicBezTo>
                  <a:cubicBezTo>
                    <a:pt x="509" y="507"/>
                    <a:pt x="509" y="507"/>
                    <a:pt x="509" y="507"/>
                  </a:cubicBezTo>
                  <a:lnTo>
                    <a:pt x="261" y="507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AA429297-BE5F-F042-AFB9-3DD8D99E8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300" y="1247775"/>
              <a:ext cx="2003425" cy="1785937"/>
            </a:xfrm>
            <a:custGeom>
              <a:avLst/>
              <a:gdLst/>
              <a:ahLst/>
              <a:cxnLst>
                <a:cxn ang="0">
                  <a:pos x="261" y="507"/>
                </a:cxn>
                <a:cxn ang="0">
                  <a:pos x="2" y="687"/>
                </a:cxn>
                <a:cxn ang="0">
                  <a:pos x="0" y="638"/>
                </a:cxn>
                <a:cxn ang="0">
                  <a:pos x="187" y="185"/>
                </a:cxn>
                <a:cxn ang="0">
                  <a:pos x="588" y="0"/>
                </a:cxn>
                <a:cxn ang="0">
                  <a:pos x="771" y="259"/>
                </a:cxn>
                <a:cxn ang="0">
                  <a:pos x="509" y="259"/>
                </a:cxn>
                <a:cxn ang="0">
                  <a:pos x="509" y="507"/>
                </a:cxn>
                <a:cxn ang="0">
                  <a:pos x="261" y="507"/>
                </a:cxn>
              </a:cxnLst>
              <a:rect l="0" t="0" r="r" b="b"/>
              <a:pathLst>
                <a:path w="771" h="687">
                  <a:moveTo>
                    <a:pt x="261" y="507"/>
                  </a:moveTo>
                  <a:cubicBezTo>
                    <a:pt x="117" y="525"/>
                    <a:pt x="30" y="585"/>
                    <a:pt x="2" y="687"/>
                  </a:cubicBezTo>
                  <a:cubicBezTo>
                    <a:pt x="1" y="671"/>
                    <a:pt x="0" y="655"/>
                    <a:pt x="0" y="638"/>
                  </a:cubicBezTo>
                  <a:cubicBezTo>
                    <a:pt x="0" y="461"/>
                    <a:pt x="62" y="310"/>
                    <a:pt x="187" y="185"/>
                  </a:cubicBezTo>
                  <a:cubicBezTo>
                    <a:pt x="300" y="73"/>
                    <a:pt x="433" y="11"/>
                    <a:pt x="588" y="0"/>
                  </a:cubicBezTo>
                  <a:cubicBezTo>
                    <a:pt x="701" y="39"/>
                    <a:pt x="762" y="125"/>
                    <a:pt x="771" y="259"/>
                  </a:cubicBezTo>
                  <a:cubicBezTo>
                    <a:pt x="509" y="259"/>
                    <a:pt x="509" y="259"/>
                    <a:pt x="509" y="259"/>
                  </a:cubicBezTo>
                  <a:cubicBezTo>
                    <a:pt x="509" y="507"/>
                    <a:pt x="509" y="507"/>
                    <a:pt x="509" y="507"/>
                  </a:cubicBezTo>
                  <a:lnTo>
                    <a:pt x="261" y="507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" name="Group 59">
            <a:extLst>
              <a:ext uri="{FF2B5EF4-FFF2-40B4-BE49-F238E27FC236}">
                <a16:creationId xmlns:a16="http://schemas.microsoft.com/office/drawing/2014/main" id="{8032765A-7D96-F14A-BA10-48FA05508141}"/>
              </a:ext>
            </a:extLst>
          </p:cNvPr>
          <p:cNvGrpSpPr/>
          <p:nvPr/>
        </p:nvGrpSpPr>
        <p:grpSpPr>
          <a:xfrm>
            <a:off x="8388146" y="5577228"/>
            <a:ext cx="3034927" cy="576626"/>
            <a:chOff x="7154104" y="3206176"/>
            <a:chExt cx="2276195" cy="432469"/>
          </a:xfrm>
        </p:grpSpPr>
        <p:sp>
          <p:nvSpPr>
            <p:cNvPr id="30" name="TextBox 49">
              <a:extLst>
                <a:ext uri="{FF2B5EF4-FFF2-40B4-BE49-F238E27FC236}">
                  <a16:creationId xmlns:a16="http://schemas.microsoft.com/office/drawing/2014/main" id="{93363C53-FA9D-7342-A64A-45459DD8DEA7}"/>
                </a:ext>
              </a:extLst>
            </p:cNvPr>
            <p:cNvSpPr txBox="1"/>
            <p:nvPr/>
          </p:nvSpPr>
          <p:spPr>
            <a:xfrm>
              <a:off x="7154105" y="3453979"/>
              <a:ext cx="227619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Rectangle 50">
              <a:extLst>
                <a:ext uri="{FF2B5EF4-FFF2-40B4-BE49-F238E27FC236}">
                  <a16:creationId xmlns:a16="http://schemas.microsoft.com/office/drawing/2014/main" id="{81A2AA0A-4DB5-1B4D-A2CA-8EB1837E8679}"/>
                </a:ext>
              </a:extLst>
            </p:cNvPr>
            <p:cNvSpPr/>
            <p:nvPr/>
          </p:nvSpPr>
          <p:spPr>
            <a:xfrm>
              <a:off x="7154104" y="3206176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2" name="Group 58">
            <a:extLst>
              <a:ext uri="{FF2B5EF4-FFF2-40B4-BE49-F238E27FC236}">
                <a16:creationId xmlns:a16="http://schemas.microsoft.com/office/drawing/2014/main" id="{A9408AF7-94D9-E34A-9107-BDFC4C5468BF}"/>
              </a:ext>
            </a:extLst>
          </p:cNvPr>
          <p:cNvGrpSpPr/>
          <p:nvPr/>
        </p:nvGrpSpPr>
        <p:grpSpPr>
          <a:xfrm>
            <a:off x="8337346" y="2043997"/>
            <a:ext cx="3034927" cy="576626"/>
            <a:chOff x="7174424" y="1352592"/>
            <a:chExt cx="2276195" cy="432469"/>
          </a:xfrm>
        </p:grpSpPr>
        <p:sp>
          <p:nvSpPr>
            <p:cNvPr id="33" name="TextBox 52">
              <a:extLst>
                <a:ext uri="{FF2B5EF4-FFF2-40B4-BE49-F238E27FC236}">
                  <a16:creationId xmlns:a16="http://schemas.microsoft.com/office/drawing/2014/main" id="{9E309076-C395-264B-BAC6-F0E16FC0F78B}"/>
                </a:ext>
              </a:extLst>
            </p:cNvPr>
            <p:cNvSpPr txBox="1"/>
            <p:nvPr/>
          </p:nvSpPr>
          <p:spPr>
            <a:xfrm>
              <a:off x="7174424" y="1600395"/>
              <a:ext cx="227619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Rectangle 53">
              <a:extLst>
                <a:ext uri="{FF2B5EF4-FFF2-40B4-BE49-F238E27FC236}">
                  <a16:creationId xmlns:a16="http://schemas.microsoft.com/office/drawing/2014/main" id="{8AF05B09-F232-8240-8014-5B57230173DD}"/>
                </a:ext>
              </a:extLst>
            </p:cNvPr>
            <p:cNvSpPr/>
            <p:nvPr/>
          </p:nvSpPr>
          <p:spPr>
            <a:xfrm>
              <a:off x="7174424" y="1352592"/>
              <a:ext cx="577081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defTabSz="1375467"/>
              <a:r>
                <a:rPr lang="zh-CN" altLang="en-US" sz="2000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5" name="Group 56">
            <a:extLst>
              <a:ext uri="{FF2B5EF4-FFF2-40B4-BE49-F238E27FC236}">
                <a16:creationId xmlns:a16="http://schemas.microsoft.com/office/drawing/2014/main" id="{B7BD6D60-0C19-054C-9587-661E3B4D429A}"/>
              </a:ext>
            </a:extLst>
          </p:cNvPr>
          <p:cNvGrpSpPr/>
          <p:nvPr/>
        </p:nvGrpSpPr>
        <p:grpSpPr>
          <a:xfrm>
            <a:off x="833647" y="2043997"/>
            <a:ext cx="3034928" cy="576626"/>
            <a:chOff x="-296510" y="1363501"/>
            <a:chExt cx="2276196" cy="432469"/>
          </a:xfrm>
        </p:grpSpPr>
        <p:sp>
          <p:nvSpPr>
            <p:cNvPr id="36" name="TextBox 55">
              <a:extLst>
                <a:ext uri="{FF2B5EF4-FFF2-40B4-BE49-F238E27FC236}">
                  <a16:creationId xmlns:a16="http://schemas.microsoft.com/office/drawing/2014/main" id="{D2E262F9-9527-FA41-A66A-57D16C48A672}"/>
                </a:ext>
              </a:extLst>
            </p:cNvPr>
            <p:cNvSpPr txBox="1"/>
            <p:nvPr/>
          </p:nvSpPr>
          <p:spPr>
            <a:xfrm>
              <a:off x="-296510" y="1611304"/>
              <a:ext cx="227619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Rectangle 56">
              <a:extLst>
                <a:ext uri="{FF2B5EF4-FFF2-40B4-BE49-F238E27FC236}">
                  <a16:creationId xmlns:a16="http://schemas.microsoft.com/office/drawing/2014/main" id="{76957AC0-44D7-0D42-83CE-E5D8EC712022}"/>
                </a:ext>
              </a:extLst>
            </p:cNvPr>
            <p:cNvSpPr/>
            <p:nvPr/>
          </p:nvSpPr>
          <p:spPr>
            <a:xfrm>
              <a:off x="1402604" y="1363501"/>
              <a:ext cx="577082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/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8" name="Group 56">
            <a:extLst>
              <a:ext uri="{FF2B5EF4-FFF2-40B4-BE49-F238E27FC236}">
                <a16:creationId xmlns:a16="http://schemas.microsoft.com/office/drawing/2014/main" id="{C1FFB29E-6647-4042-A79F-CBD97687C3A0}"/>
              </a:ext>
            </a:extLst>
          </p:cNvPr>
          <p:cNvGrpSpPr/>
          <p:nvPr/>
        </p:nvGrpSpPr>
        <p:grpSpPr>
          <a:xfrm>
            <a:off x="795547" y="5552982"/>
            <a:ext cx="3034928" cy="576625"/>
            <a:chOff x="-296510" y="1363501"/>
            <a:chExt cx="2276196" cy="432468"/>
          </a:xfrm>
        </p:grpSpPr>
        <p:sp>
          <p:nvSpPr>
            <p:cNvPr id="39" name="TextBox 58">
              <a:extLst>
                <a:ext uri="{FF2B5EF4-FFF2-40B4-BE49-F238E27FC236}">
                  <a16:creationId xmlns:a16="http://schemas.microsoft.com/office/drawing/2014/main" id="{A0824D8C-08C2-AB4C-B3B2-A76F3BFB0332}"/>
                </a:ext>
              </a:extLst>
            </p:cNvPr>
            <p:cNvSpPr txBox="1"/>
            <p:nvPr/>
          </p:nvSpPr>
          <p:spPr>
            <a:xfrm>
              <a:off x="-296510" y="1611304"/>
              <a:ext cx="2276196" cy="184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1219170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此处为具体描述文字。</a:t>
              </a:r>
              <a:endParaRPr lang="en-US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Rectangle 59">
              <a:extLst>
                <a:ext uri="{FF2B5EF4-FFF2-40B4-BE49-F238E27FC236}">
                  <a16:creationId xmlns:a16="http://schemas.microsoft.com/office/drawing/2014/main" id="{22E13B23-E892-EC4F-99CA-FAF264F9E974}"/>
                </a:ext>
              </a:extLst>
            </p:cNvPr>
            <p:cNvSpPr/>
            <p:nvPr/>
          </p:nvSpPr>
          <p:spPr>
            <a:xfrm>
              <a:off x="1402604" y="1363501"/>
              <a:ext cx="577082" cy="2308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 defTabSz="1375467"/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关键词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1" name="Group 30">
            <a:extLst>
              <a:ext uri="{FF2B5EF4-FFF2-40B4-BE49-F238E27FC236}">
                <a16:creationId xmlns:a16="http://schemas.microsoft.com/office/drawing/2014/main" id="{7437AD05-432C-DF4D-990F-21E75ECE7966}"/>
              </a:ext>
            </a:extLst>
          </p:cNvPr>
          <p:cNvGrpSpPr/>
          <p:nvPr/>
        </p:nvGrpSpPr>
        <p:grpSpPr>
          <a:xfrm>
            <a:off x="4629105" y="4781163"/>
            <a:ext cx="817335" cy="815403"/>
            <a:chOff x="1081088" y="2138363"/>
            <a:chExt cx="671512" cy="669925"/>
          </a:xfrm>
          <a:solidFill>
            <a:schemeClr val="bg1"/>
          </a:solidFill>
        </p:grpSpPr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44ED385A-8982-C049-9A06-18CC782EF7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close/>
                  <a:moveTo>
                    <a:pt x="53" y="0"/>
                  </a:moveTo>
                  <a:lnTo>
                    <a:pt x="5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B3D37284-F0EC-1149-A76D-5D4D0D9225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moveTo>
                    <a:pt x="53" y="0"/>
                  </a:moveTo>
                  <a:lnTo>
                    <a:pt x="5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98B4AB66-99D2-0643-9DDC-47E9D7B46C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close/>
                  <a:moveTo>
                    <a:pt x="53" y="158"/>
                  </a:moveTo>
                  <a:lnTo>
                    <a:pt x="53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ED66308D-FD18-384F-8FB6-B548008B0C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moveTo>
                    <a:pt x="53" y="158"/>
                  </a:moveTo>
                  <a:lnTo>
                    <a:pt x="53" y="15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90ABADB0-D347-0F4C-99C9-43DAC6D279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31913" y="2138363"/>
              <a:ext cx="295275" cy="669925"/>
            </a:xfrm>
            <a:custGeom>
              <a:avLst/>
              <a:gdLst/>
              <a:ahLst/>
              <a:cxnLst>
                <a:cxn ang="0">
                  <a:pos x="1079" y="450"/>
                </a:cxn>
                <a:cxn ang="0">
                  <a:pos x="630" y="0"/>
                </a:cxn>
                <a:cxn ang="0">
                  <a:pos x="180" y="450"/>
                </a:cxn>
                <a:cxn ang="0">
                  <a:pos x="180" y="1808"/>
                </a:cxn>
                <a:cxn ang="0">
                  <a:pos x="0" y="2247"/>
                </a:cxn>
                <a:cxn ang="0">
                  <a:pos x="630" y="2876"/>
                </a:cxn>
                <a:cxn ang="0">
                  <a:pos x="1259" y="2247"/>
                </a:cxn>
                <a:cxn ang="0">
                  <a:pos x="1079" y="1808"/>
                </a:cxn>
                <a:cxn ang="0">
                  <a:pos x="1079" y="450"/>
                </a:cxn>
                <a:cxn ang="0">
                  <a:pos x="630" y="2696"/>
                </a:cxn>
                <a:cxn ang="0">
                  <a:pos x="575" y="2691"/>
                </a:cxn>
                <a:cxn ang="0">
                  <a:pos x="180" y="2247"/>
                </a:cxn>
                <a:cxn ang="0">
                  <a:pos x="360" y="1890"/>
                </a:cxn>
                <a:cxn ang="0">
                  <a:pos x="360" y="450"/>
                </a:cxn>
                <a:cxn ang="0">
                  <a:pos x="630" y="180"/>
                </a:cxn>
                <a:cxn ang="0">
                  <a:pos x="899" y="450"/>
                </a:cxn>
                <a:cxn ang="0">
                  <a:pos x="899" y="1890"/>
                </a:cxn>
                <a:cxn ang="0">
                  <a:pos x="1079" y="2247"/>
                </a:cxn>
                <a:cxn ang="0">
                  <a:pos x="630" y="2696"/>
                </a:cxn>
                <a:cxn ang="0">
                  <a:pos x="630" y="2696"/>
                </a:cxn>
                <a:cxn ang="0">
                  <a:pos x="630" y="2696"/>
                </a:cxn>
              </a:cxnLst>
              <a:rect l="0" t="0" r="r" b="b"/>
              <a:pathLst>
                <a:path w="1259" h="2876">
                  <a:moveTo>
                    <a:pt x="1079" y="450"/>
                  </a:moveTo>
                  <a:cubicBezTo>
                    <a:pt x="1079" y="202"/>
                    <a:pt x="878" y="0"/>
                    <a:pt x="630" y="0"/>
                  </a:cubicBezTo>
                  <a:cubicBezTo>
                    <a:pt x="381" y="0"/>
                    <a:pt x="180" y="202"/>
                    <a:pt x="180" y="450"/>
                  </a:cubicBezTo>
                  <a:cubicBezTo>
                    <a:pt x="180" y="1808"/>
                    <a:pt x="180" y="1808"/>
                    <a:pt x="180" y="1808"/>
                  </a:cubicBezTo>
                  <a:cubicBezTo>
                    <a:pt x="69" y="1921"/>
                    <a:pt x="0" y="2076"/>
                    <a:pt x="0" y="2247"/>
                  </a:cubicBezTo>
                  <a:cubicBezTo>
                    <a:pt x="0" y="2595"/>
                    <a:pt x="282" y="2876"/>
                    <a:pt x="630" y="2876"/>
                  </a:cubicBezTo>
                  <a:cubicBezTo>
                    <a:pt x="977" y="2876"/>
                    <a:pt x="1259" y="2595"/>
                    <a:pt x="1259" y="2247"/>
                  </a:cubicBezTo>
                  <a:cubicBezTo>
                    <a:pt x="1259" y="2076"/>
                    <a:pt x="1190" y="1921"/>
                    <a:pt x="1079" y="1808"/>
                  </a:cubicBezTo>
                  <a:lnTo>
                    <a:pt x="1079" y="450"/>
                  </a:lnTo>
                  <a:close/>
                  <a:moveTo>
                    <a:pt x="630" y="2696"/>
                  </a:moveTo>
                  <a:cubicBezTo>
                    <a:pt x="611" y="2696"/>
                    <a:pt x="593" y="2694"/>
                    <a:pt x="575" y="2691"/>
                  </a:cubicBezTo>
                  <a:cubicBezTo>
                    <a:pt x="353" y="2664"/>
                    <a:pt x="180" y="2477"/>
                    <a:pt x="180" y="2247"/>
                  </a:cubicBezTo>
                  <a:cubicBezTo>
                    <a:pt x="180" y="2101"/>
                    <a:pt x="251" y="1972"/>
                    <a:pt x="360" y="1890"/>
                  </a:cubicBezTo>
                  <a:cubicBezTo>
                    <a:pt x="360" y="450"/>
                    <a:pt x="360" y="450"/>
                    <a:pt x="360" y="450"/>
                  </a:cubicBezTo>
                  <a:cubicBezTo>
                    <a:pt x="360" y="301"/>
                    <a:pt x="481" y="180"/>
                    <a:pt x="630" y="180"/>
                  </a:cubicBezTo>
                  <a:cubicBezTo>
                    <a:pt x="778" y="180"/>
                    <a:pt x="899" y="301"/>
                    <a:pt x="899" y="450"/>
                  </a:cubicBezTo>
                  <a:cubicBezTo>
                    <a:pt x="899" y="1890"/>
                    <a:pt x="899" y="1890"/>
                    <a:pt x="899" y="1890"/>
                  </a:cubicBezTo>
                  <a:cubicBezTo>
                    <a:pt x="1008" y="1972"/>
                    <a:pt x="1079" y="2101"/>
                    <a:pt x="1079" y="2247"/>
                  </a:cubicBezTo>
                  <a:cubicBezTo>
                    <a:pt x="1079" y="2495"/>
                    <a:pt x="878" y="2696"/>
                    <a:pt x="630" y="2696"/>
                  </a:cubicBezTo>
                  <a:close/>
                  <a:moveTo>
                    <a:pt x="630" y="2696"/>
                  </a:moveTo>
                  <a:cubicBezTo>
                    <a:pt x="630" y="2696"/>
                    <a:pt x="630" y="2696"/>
                    <a:pt x="630" y="26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79302EAA-0A68-1744-A535-14A8734F71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6050" y="2306638"/>
              <a:ext cx="127000" cy="417513"/>
            </a:xfrm>
            <a:custGeom>
              <a:avLst/>
              <a:gdLst/>
              <a:ahLst/>
              <a:cxnLst>
                <a:cxn ang="0">
                  <a:pos x="359" y="1275"/>
                </a:cxn>
                <a:cxn ang="0">
                  <a:pos x="359" y="0"/>
                </a:cxn>
                <a:cxn ang="0">
                  <a:pos x="180" y="0"/>
                </a:cxn>
                <a:cxn ang="0">
                  <a:pos x="180" y="1275"/>
                </a:cxn>
                <a:cxn ang="0">
                  <a:pos x="0" y="1528"/>
                </a:cxn>
                <a:cxn ang="0">
                  <a:pos x="270" y="1798"/>
                </a:cxn>
                <a:cxn ang="0">
                  <a:pos x="539" y="1528"/>
                </a:cxn>
                <a:cxn ang="0">
                  <a:pos x="359" y="1275"/>
                </a:cxn>
                <a:cxn ang="0">
                  <a:pos x="359" y="1275"/>
                </a:cxn>
                <a:cxn ang="0">
                  <a:pos x="359" y="1275"/>
                </a:cxn>
              </a:cxnLst>
              <a:rect l="0" t="0" r="r" b="b"/>
              <a:pathLst>
                <a:path w="539" h="1798">
                  <a:moveTo>
                    <a:pt x="359" y="1275"/>
                  </a:moveTo>
                  <a:cubicBezTo>
                    <a:pt x="359" y="0"/>
                    <a:pt x="359" y="0"/>
                    <a:pt x="359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1275"/>
                    <a:pt x="180" y="1275"/>
                    <a:pt x="180" y="1275"/>
                  </a:cubicBezTo>
                  <a:cubicBezTo>
                    <a:pt x="75" y="1312"/>
                    <a:pt x="0" y="1411"/>
                    <a:pt x="0" y="1528"/>
                  </a:cubicBezTo>
                  <a:cubicBezTo>
                    <a:pt x="0" y="1677"/>
                    <a:pt x="121" y="1798"/>
                    <a:pt x="270" y="1798"/>
                  </a:cubicBezTo>
                  <a:cubicBezTo>
                    <a:pt x="418" y="1798"/>
                    <a:pt x="539" y="1677"/>
                    <a:pt x="539" y="1528"/>
                  </a:cubicBezTo>
                  <a:cubicBezTo>
                    <a:pt x="539" y="1411"/>
                    <a:pt x="464" y="1312"/>
                    <a:pt x="359" y="1275"/>
                  </a:cubicBezTo>
                  <a:close/>
                  <a:moveTo>
                    <a:pt x="359" y="1275"/>
                  </a:moveTo>
                  <a:cubicBezTo>
                    <a:pt x="359" y="1275"/>
                    <a:pt x="359" y="1275"/>
                    <a:pt x="359" y="127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81F32801-80A1-D24D-ACE2-ABECBD35B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close/>
                  <a:moveTo>
                    <a:pt x="52" y="26"/>
                  </a:moveTo>
                  <a:lnTo>
                    <a:pt x="52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32EB7957-C487-9A41-BC4C-5E8E6C0BF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moveTo>
                    <a:pt x="52" y="26"/>
                  </a:moveTo>
                  <a:lnTo>
                    <a:pt x="52" y="2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50" name="Freeform 35">
            <a:extLst>
              <a:ext uri="{FF2B5EF4-FFF2-40B4-BE49-F238E27FC236}">
                <a16:creationId xmlns:a16="http://schemas.microsoft.com/office/drawing/2014/main" id="{EEB30CF0-466B-D444-B967-D26165EBE63D}"/>
              </a:ext>
            </a:extLst>
          </p:cNvPr>
          <p:cNvSpPr>
            <a:spLocks noEditPoints="1"/>
          </p:cNvSpPr>
          <p:nvPr/>
        </p:nvSpPr>
        <p:spPr bwMode="auto">
          <a:xfrm>
            <a:off x="6641290" y="2714307"/>
            <a:ext cx="742305" cy="891312"/>
          </a:xfrm>
          <a:custGeom>
            <a:avLst/>
            <a:gdLst/>
            <a:ahLst/>
            <a:cxnLst>
              <a:cxn ang="0">
                <a:pos x="37" y="23"/>
              </a:cxn>
              <a:cxn ang="0">
                <a:pos x="37" y="3"/>
              </a:cxn>
              <a:cxn ang="0">
                <a:pos x="40" y="3"/>
              </a:cxn>
              <a:cxn ang="0">
                <a:pos x="40" y="0"/>
              </a:cxn>
              <a:cxn ang="0">
                <a:pos x="17" y="0"/>
              </a:cxn>
              <a:cxn ang="0">
                <a:pos x="17" y="3"/>
              </a:cxn>
              <a:cxn ang="0">
                <a:pos x="20" y="3"/>
              </a:cxn>
              <a:cxn ang="0">
                <a:pos x="20" y="23"/>
              </a:cxn>
              <a:cxn ang="0">
                <a:pos x="0" y="60"/>
              </a:cxn>
              <a:cxn ang="0">
                <a:pos x="9" y="69"/>
              </a:cxn>
              <a:cxn ang="0">
                <a:pos x="49" y="69"/>
              </a:cxn>
              <a:cxn ang="0">
                <a:pos x="57" y="60"/>
              </a:cxn>
              <a:cxn ang="0">
                <a:pos x="37" y="23"/>
              </a:cxn>
              <a:cxn ang="0">
                <a:pos x="49" y="66"/>
              </a:cxn>
              <a:cxn ang="0">
                <a:pos x="9" y="66"/>
              </a:cxn>
              <a:cxn ang="0">
                <a:pos x="3" y="60"/>
              </a:cxn>
              <a:cxn ang="0">
                <a:pos x="22" y="24"/>
              </a:cxn>
              <a:cxn ang="0">
                <a:pos x="23" y="24"/>
              </a:cxn>
              <a:cxn ang="0">
                <a:pos x="23" y="3"/>
              </a:cxn>
              <a:cxn ang="0">
                <a:pos x="34" y="3"/>
              </a:cxn>
              <a:cxn ang="0">
                <a:pos x="34" y="24"/>
              </a:cxn>
              <a:cxn ang="0">
                <a:pos x="35" y="24"/>
              </a:cxn>
              <a:cxn ang="0">
                <a:pos x="54" y="60"/>
              </a:cxn>
              <a:cxn ang="0">
                <a:pos x="49" y="66"/>
              </a:cxn>
              <a:cxn ang="0">
                <a:pos x="20" y="55"/>
              </a:cxn>
              <a:cxn ang="0">
                <a:pos x="17" y="58"/>
              </a:cxn>
              <a:cxn ang="0">
                <a:pos x="14" y="55"/>
              </a:cxn>
              <a:cxn ang="0">
                <a:pos x="17" y="52"/>
              </a:cxn>
              <a:cxn ang="0">
                <a:pos x="20" y="55"/>
              </a:cxn>
              <a:cxn ang="0">
                <a:pos x="37" y="59"/>
              </a:cxn>
              <a:cxn ang="0">
                <a:pos x="33" y="63"/>
              </a:cxn>
              <a:cxn ang="0">
                <a:pos x="29" y="59"/>
              </a:cxn>
              <a:cxn ang="0">
                <a:pos x="33" y="55"/>
              </a:cxn>
              <a:cxn ang="0">
                <a:pos x="37" y="59"/>
              </a:cxn>
              <a:cxn ang="0">
                <a:pos x="30" y="54"/>
              </a:cxn>
              <a:cxn ang="0">
                <a:pos x="27" y="57"/>
              </a:cxn>
              <a:cxn ang="0">
                <a:pos x="23" y="54"/>
              </a:cxn>
              <a:cxn ang="0">
                <a:pos x="27" y="50"/>
              </a:cxn>
              <a:cxn ang="0">
                <a:pos x="30" y="54"/>
              </a:cxn>
              <a:cxn ang="0">
                <a:pos x="26" y="49"/>
              </a:cxn>
              <a:cxn ang="0">
                <a:pos x="21" y="44"/>
              </a:cxn>
              <a:cxn ang="0">
                <a:pos x="26" y="39"/>
              </a:cxn>
              <a:cxn ang="0">
                <a:pos x="31" y="44"/>
              </a:cxn>
              <a:cxn ang="0">
                <a:pos x="26" y="49"/>
              </a:cxn>
              <a:cxn ang="0">
                <a:pos x="34" y="44"/>
              </a:cxn>
              <a:cxn ang="0">
                <a:pos x="37" y="41"/>
              </a:cxn>
              <a:cxn ang="0">
                <a:pos x="40" y="44"/>
              </a:cxn>
              <a:cxn ang="0">
                <a:pos x="37" y="47"/>
              </a:cxn>
              <a:cxn ang="0">
                <a:pos x="34" y="44"/>
              </a:cxn>
              <a:cxn ang="0">
                <a:pos x="37" y="51"/>
              </a:cxn>
              <a:cxn ang="0">
                <a:pos x="35" y="53"/>
              </a:cxn>
              <a:cxn ang="0">
                <a:pos x="33" y="51"/>
              </a:cxn>
              <a:cxn ang="0">
                <a:pos x="35" y="49"/>
              </a:cxn>
              <a:cxn ang="0">
                <a:pos x="37" y="51"/>
              </a:cxn>
              <a:cxn ang="0">
                <a:pos x="37" y="51"/>
              </a:cxn>
              <a:cxn ang="0">
                <a:pos x="37" y="51"/>
              </a:cxn>
            </a:cxnLst>
            <a:rect l="0" t="0" r="r" b="b"/>
            <a:pathLst>
              <a:path w="57" h="69">
                <a:moveTo>
                  <a:pt x="37" y="23"/>
                </a:moveTo>
                <a:cubicBezTo>
                  <a:pt x="37" y="3"/>
                  <a:pt x="37" y="3"/>
                  <a:pt x="37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0"/>
                  <a:pt x="40" y="0"/>
                  <a:pt x="4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0" y="51"/>
                  <a:pt x="0" y="60"/>
                </a:cubicBezTo>
                <a:cubicBezTo>
                  <a:pt x="0" y="69"/>
                  <a:pt x="9" y="69"/>
                  <a:pt x="9" y="69"/>
                </a:cubicBezTo>
                <a:cubicBezTo>
                  <a:pt x="49" y="69"/>
                  <a:pt x="49" y="69"/>
                  <a:pt x="49" y="69"/>
                </a:cubicBezTo>
                <a:cubicBezTo>
                  <a:pt x="49" y="69"/>
                  <a:pt x="57" y="69"/>
                  <a:pt x="57" y="60"/>
                </a:cubicBezTo>
                <a:cubicBezTo>
                  <a:pt x="57" y="51"/>
                  <a:pt x="37" y="23"/>
                  <a:pt x="37" y="23"/>
                </a:cubicBezTo>
                <a:close/>
                <a:moveTo>
                  <a:pt x="49" y="66"/>
                </a:moveTo>
                <a:cubicBezTo>
                  <a:pt x="9" y="66"/>
                  <a:pt x="9" y="66"/>
                  <a:pt x="9" y="66"/>
                </a:cubicBezTo>
                <a:cubicBezTo>
                  <a:pt x="8" y="66"/>
                  <a:pt x="3" y="65"/>
                  <a:pt x="3" y="60"/>
                </a:cubicBezTo>
                <a:cubicBezTo>
                  <a:pt x="3" y="54"/>
                  <a:pt x="15" y="35"/>
                  <a:pt x="22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3"/>
                  <a:pt x="23" y="3"/>
                  <a:pt x="23" y="3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24"/>
                  <a:pt x="34" y="24"/>
                  <a:pt x="34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42" y="35"/>
                  <a:pt x="54" y="54"/>
                  <a:pt x="54" y="60"/>
                </a:cubicBezTo>
                <a:cubicBezTo>
                  <a:pt x="54" y="65"/>
                  <a:pt x="50" y="66"/>
                  <a:pt x="49" y="66"/>
                </a:cubicBezTo>
                <a:close/>
                <a:moveTo>
                  <a:pt x="20" y="55"/>
                </a:moveTo>
                <a:cubicBezTo>
                  <a:pt x="20" y="56"/>
                  <a:pt x="19" y="58"/>
                  <a:pt x="17" y="58"/>
                </a:cubicBezTo>
                <a:cubicBezTo>
                  <a:pt x="16" y="58"/>
                  <a:pt x="14" y="56"/>
                  <a:pt x="14" y="55"/>
                </a:cubicBezTo>
                <a:cubicBezTo>
                  <a:pt x="14" y="53"/>
                  <a:pt x="16" y="52"/>
                  <a:pt x="17" y="52"/>
                </a:cubicBezTo>
                <a:cubicBezTo>
                  <a:pt x="19" y="52"/>
                  <a:pt x="20" y="53"/>
                  <a:pt x="20" y="55"/>
                </a:cubicBezTo>
                <a:close/>
                <a:moveTo>
                  <a:pt x="37" y="59"/>
                </a:moveTo>
                <a:cubicBezTo>
                  <a:pt x="37" y="61"/>
                  <a:pt x="35" y="63"/>
                  <a:pt x="33" y="63"/>
                </a:cubicBezTo>
                <a:cubicBezTo>
                  <a:pt x="31" y="63"/>
                  <a:pt x="29" y="61"/>
                  <a:pt x="29" y="59"/>
                </a:cubicBezTo>
                <a:cubicBezTo>
                  <a:pt x="29" y="57"/>
                  <a:pt x="31" y="55"/>
                  <a:pt x="33" y="55"/>
                </a:cubicBezTo>
                <a:cubicBezTo>
                  <a:pt x="35" y="55"/>
                  <a:pt x="37" y="57"/>
                  <a:pt x="37" y="59"/>
                </a:cubicBezTo>
                <a:close/>
                <a:moveTo>
                  <a:pt x="30" y="54"/>
                </a:moveTo>
                <a:cubicBezTo>
                  <a:pt x="30" y="56"/>
                  <a:pt x="29" y="57"/>
                  <a:pt x="27" y="57"/>
                </a:cubicBezTo>
                <a:cubicBezTo>
                  <a:pt x="25" y="57"/>
                  <a:pt x="23" y="56"/>
                  <a:pt x="23" y="54"/>
                </a:cubicBezTo>
                <a:cubicBezTo>
                  <a:pt x="23" y="52"/>
                  <a:pt x="25" y="50"/>
                  <a:pt x="27" y="50"/>
                </a:cubicBezTo>
                <a:cubicBezTo>
                  <a:pt x="29" y="50"/>
                  <a:pt x="30" y="52"/>
                  <a:pt x="30" y="54"/>
                </a:cubicBezTo>
                <a:close/>
                <a:moveTo>
                  <a:pt x="26" y="49"/>
                </a:moveTo>
                <a:cubicBezTo>
                  <a:pt x="23" y="49"/>
                  <a:pt x="21" y="47"/>
                  <a:pt x="21" y="44"/>
                </a:cubicBezTo>
                <a:cubicBezTo>
                  <a:pt x="21" y="41"/>
                  <a:pt x="23" y="39"/>
                  <a:pt x="26" y="39"/>
                </a:cubicBezTo>
                <a:cubicBezTo>
                  <a:pt x="29" y="39"/>
                  <a:pt x="31" y="41"/>
                  <a:pt x="31" y="44"/>
                </a:cubicBezTo>
                <a:cubicBezTo>
                  <a:pt x="31" y="47"/>
                  <a:pt x="29" y="49"/>
                  <a:pt x="26" y="49"/>
                </a:cubicBezTo>
                <a:close/>
                <a:moveTo>
                  <a:pt x="34" y="44"/>
                </a:moveTo>
                <a:cubicBezTo>
                  <a:pt x="34" y="43"/>
                  <a:pt x="35" y="41"/>
                  <a:pt x="37" y="41"/>
                </a:cubicBezTo>
                <a:cubicBezTo>
                  <a:pt x="38" y="41"/>
                  <a:pt x="40" y="43"/>
                  <a:pt x="40" y="44"/>
                </a:cubicBezTo>
                <a:cubicBezTo>
                  <a:pt x="40" y="46"/>
                  <a:pt x="38" y="47"/>
                  <a:pt x="37" y="47"/>
                </a:cubicBezTo>
                <a:cubicBezTo>
                  <a:pt x="35" y="47"/>
                  <a:pt x="34" y="46"/>
                  <a:pt x="34" y="44"/>
                </a:cubicBezTo>
                <a:close/>
                <a:moveTo>
                  <a:pt x="37" y="51"/>
                </a:moveTo>
                <a:cubicBezTo>
                  <a:pt x="37" y="52"/>
                  <a:pt x="36" y="53"/>
                  <a:pt x="35" y="53"/>
                </a:cubicBezTo>
                <a:cubicBezTo>
                  <a:pt x="34" y="53"/>
                  <a:pt x="33" y="52"/>
                  <a:pt x="33" y="51"/>
                </a:cubicBezTo>
                <a:cubicBezTo>
                  <a:pt x="33" y="50"/>
                  <a:pt x="34" y="49"/>
                  <a:pt x="35" y="49"/>
                </a:cubicBezTo>
                <a:cubicBezTo>
                  <a:pt x="36" y="49"/>
                  <a:pt x="37" y="50"/>
                  <a:pt x="37" y="51"/>
                </a:cubicBezTo>
                <a:close/>
                <a:moveTo>
                  <a:pt x="37" y="51"/>
                </a:moveTo>
                <a:cubicBezTo>
                  <a:pt x="37" y="51"/>
                  <a:pt x="37" y="51"/>
                  <a:pt x="37" y="51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51" name="Freeform 27">
            <a:extLst>
              <a:ext uri="{FF2B5EF4-FFF2-40B4-BE49-F238E27FC236}">
                <a16:creationId xmlns:a16="http://schemas.microsoft.com/office/drawing/2014/main" id="{F4EE80C3-3010-E84C-8ED9-0874F8D01183}"/>
              </a:ext>
            </a:extLst>
          </p:cNvPr>
          <p:cNvSpPr>
            <a:spLocks noEditPoints="1"/>
          </p:cNvSpPr>
          <p:nvPr/>
        </p:nvSpPr>
        <p:spPr bwMode="auto">
          <a:xfrm>
            <a:off x="4785324" y="2850701"/>
            <a:ext cx="750625" cy="753428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0" y="26"/>
              </a:cxn>
              <a:cxn ang="0">
                <a:pos x="26" y="51"/>
              </a:cxn>
              <a:cxn ang="0">
                <a:pos x="51" y="26"/>
              </a:cxn>
              <a:cxn ang="0">
                <a:pos x="26" y="0"/>
              </a:cxn>
              <a:cxn ang="0">
                <a:pos x="26" y="6"/>
              </a:cxn>
              <a:cxn ang="0">
                <a:pos x="37" y="10"/>
              </a:cxn>
              <a:cxn ang="0">
                <a:pos x="31" y="18"/>
              </a:cxn>
              <a:cxn ang="0">
                <a:pos x="26" y="16"/>
              </a:cxn>
              <a:cxn ang="0">
                <a:pos x="20" y="18"/>
              </a:cxn>
              <a:cxn ang="0">
                <a:pos x="15" y="10"/>
              </a:cxn>
              <a:cxn ang="0">
                <a:pos x="26" y="6"/>
              </a:cxn>
              <a:cxn ang="0">
                <a:pos x="14" y="42"/>
              </a:cxn>
              <a:cxn ang="0">
                <a:pos x="6" y="26"/>
              </a:cxn>
              <a:cxn ang="0">
                <a:pos x="16" y="26"/>
              </a:cxn>
              <a:cxn ang="0">
                <a:pos x="20" y="33"/>
              </a:cxn>
              <a:cxn ang="0">
                <a:pos x="14" y="42"/>
              </a:cxn>
              <a:cxn ang="0">
                <a:pos x="26" y="32"/>
              </a:cxn>
              <a:cxn ang="0">
                <a:pos x="19" y="26"/>
              </a:cxn>
              <a:cxn ang="0">
                <a:pos x="26" y="19"/>
              </a:cxn>
              <a:cxn ang="0">
                <a:pos x="32" y="26"/>
              </a:cxn>
              <a:cxn ang="0">
                <a:pos x="26" y="32"/>
              </a:cxn>
              <a:cxn ang="0">
                <a:pos x="37" y="42"/>
              </a:cxn>
              <a:cxn ang="0">
                <a:pos x="31" y="33"/>
              </a:cxn>
              <a:cxn ang="0">
                <a:pos x="35" y="26"/>
              </a:cxn>
              <a:cxn ang="0">
                <a:pos x="45" y="26"/>
              </a:cxn>
              <a:cxn ang="0">
                <a:pos x="37" y="42"/>
              </a:cxn>
              <a:cxn ang="0">
                <a:pos x="37" y="42"/>
              </a:cxn>
              <a:cxn ang="0">
                <a:pos x="37" y="42"/>
              </a:cxn>
            </a:cxnLst>
            <a:rect l="0" t="0" r="r" b="b"/>
            <a:pathLst>
              <a:path w="51" h="51">
                <a:moveTo>
                  <a:pt x="26" y="0"/>
                </a:moveTo>
                <a:cubicBezTo>
                  <a:pt x="11" y="0"/>
                  <a:pt x="0" y="11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11"/>
                  <a:pt x="40" y="0"/>
                  <a:pt x="26" y="0"/>
                </a:cubicBezTo>
                <a:close/>
                <a:moveTo>
                  <a:pt x="26" y="6"/>
                </a:moveTo>
                <a:cubicBezTo>
                  <a:pt x="30" y="6"/>
                  <a:pt x="34" y="8"/>
                  <a:pt x="37" y="10"/>
                </a:cubicBezTo>
                <a:cubicBezTo>
                  <a:pt x="31" y="18"/>
                  <a:pt x="31" y="18"/>
                  <a:pt x="31" y="18"/>
                </a:cubicBezTo>
                <a:cubicBezTo>
                  <a:pt x="30" y="17"/>
                  <a:pt x="28" y="16"/>
                  <a:pt x="26" y="16"/>
                </a:cubicBezTo>
                <a:cubicBezTo>
                  <a:pt x="24" y="16"/>
                  <a:pt x="22" y="17"/>
                  <a:pt x="20" y="18"/>
                </a:cubicBezTo>
                <a:cubicBezTo>
                  <a:pt x="15" y="10"/>
                  <a:pt x="15" y="10"/>
                  <a:pt x="15" y="10"/>
                </a:cubicBezTo>
                <a:cubicBezTo>
                  <a:pt x="18" y="8"/>
                  <a:pt x="22" y="6"/>
                  <a:pt x="26" y="6"/>
                </a:cubicBezTo>
                <a:close/>
                <a:moveTo>
                  <a:pt x="14" y="42"/>
                </a:moveTo>
                <a:cubicBezTo>
                  <a:pt x="9" y="38"/>
                  <a:pt x="6" y="32"/>
                  <a:pt x="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9"/>
                  <a:pt x="18" y="32"/>
                  <a:pt x="20" y="33"/>
                </a:cubicBezTo>
                <a:lnTo>
                  <a:pt x="14" y="42"/>
                </a:lnTo>
                <a:close/>
                <a:moveTo>
                  <a:pt x="26" y="32"/>
                </a:moveTo>
                <a:cubicBezTo>
                  <a:pt x="22" y="32"/>
                  <a:pt x="19" y="29"/>
                  <a:pt x="19" y="26"/>
                </a:cubicBezTo>
                <a:cubicBezTo>
                  <a:pt x="19" y="22"/>
                  <a:pt x="22" y="19"/>
                  <a:pt x="26" y="19"/>
                </a:cubicBezTo>
                <a:cubicBezTo>
                  <a:pt x="29" y="19"/>
                  <a:pt x="32" y="22"/>
                  <a:pt x="32" y="26"/>
                </a:cubicBezTo>
                <a:cubicBezTo>
                  <a:pt x="32" y="29"/>
                  <a:pt x="29" y="32"/>
                  <a:pt x="26" y="32"/>
                </a:cubicBezTo>
                <a:close/>
                <a:moveTo>
                  <a:pt x="37" y="42"/>
                </a:moveTo>
                <a:cubicBezTo>
                  <a:pt x="31" y="33"/>
                  <a:pt x="31" y="33"/>
                  <a:pt x="31" y="33"/>
                </a:cubicBezTo>
                <a:cubicBezTo>
                  <a:pt x="34" y="32"/>
                  <a:pt x="35" y="29"/>
                  <a:pt x="3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32"/>
                  <a:pt x="42" y="38"/>
                  <a:pt x="37" y="42"/>
                </a:cubicBezTo>
                <a:close/>
                <a:moveTo>
                  <a:pt x="37" y="42"/>
                </a:moveTo>
                <a:cubicBezTo>
                  <a:pt x="37" y="42"/>
                  <a:pt x="37" y="42"/>
                  <a:pt x="37" y="42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52" name="Group 42">
            <a:extLst>
              <a:ext uri="{FF2B5EF4-FFF2-40B4-BE49-F238E27FC236}">
                <a16:creationId xmlns:a16="http://schemas.microsoft.com/office/drawing/2014/main" id="{D3DB3160-5031-8D4D-B805-DBC3511B90DD}"/>
              </a:ext>
            </a:extLst>
          </p:cNvPr>
          <p:cNvGrpSpPr/>
          <p:nvPr/>
        </p:nvGrpSpPr>
        <p:grpSpPr>
          <a:xfrm>
            <a:off x="6671005" y="4724006"/>
            <a:ext cx="630399" cy="937685"/>
            <a:chOff x="990600" y="1889126"/>
            <a:chExt cx="758825" cy="1128713"/>
          </a:xfrm>
          <a:solidFill>
            <a:schemeClr val="bg1"/>
          </a:solidFill>
        </p:grpSpPr>
        <p:sp>
          <p:nvSpPr>
            <p:cNvPr id="53" name="Freeform 31">
              <a:extLst>
                <a:ext uri="{FF2B5EF4-FFF2-40B4-BE49-F238E27FC236}">
                  <a16:creationId xmlns:a16="http://schemas.microsoft.com/office/drawing/2014/main" id="{42EC5E0F-1F6A-B748-898F-0F52F3E2A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0600" y="1889126"/>
              <a:ext cx="758825" cy="1128713"/>
            </a:xfrm>
            <a:custGeom>
              <a:avLst/>
              <a:gdLst/>
              <a:ahLst/>
              <a:cxnLst>
                <a:cxn ang="0">
                  <a:pos x="100" y="0"/>
                </a:cxn>
                <a:cxn ang="0">
                  <a:pos x="0" y="100"/>
                </a:cxn>
                <a:cxn ang="0">
                  <a:pos x="100" y="298"/>
                </a:cxn>
                <a:cxn ang="0">
                  <a:pos x="199" y="100"/>
                </a:cxn>
                <a:cxn ang="0">
                  <a:pos x="100" y="0"/>
                </a:cxn>
                <a:cxn ang="0">
                  <a:pos x="100" y="171"/>
                </a:cxn>
                <a:cxn ang="0">
                  <a:pos x="27" y="98"/>
                </a:cxn>
                <a:cxn ang="0">
                  <a:pos x="100" y="26"/>
                </a:cxn>
                <a:cxn ang="0">
                  <a:pos x="172" y="98"/>
                </a:cxn>
                <a:cxn ang="0">
                  <a:pos x="100" y="171"/>
                </a:cxn>
                <a:cxn ang="0">
                  <a:pos x="100" y="171"/>
                </a:cxn>
                <a:cxn ang="0">
                  <a:pos x="100" y="171"/>
                </a:cxn>
              </a:cxnLst>
              <a:rect l="0" t="0" r="r" b="b"/>
              <a:pathLst>
                <a:path w="199" h="298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4"/>
                    <a:pt x="100" y="298"/>
                    <a:pt x="100" y="298"/>
                  </a:cubicBezTo>
                  <a:cubicBezTo>
                    <a:pt x="100" y="298"/>
                    <a:pt x="199" y="154"/>
                    <a:pt x="199" y="100"/>
                  </a:cubicBezTo>
                  <a:cubicBezTo>
                    <a:pt x="199" y="45"/>
                    <a:pt x="154" y="0"/>
                    <a:pt x="100" y="0"/>
                  </a:cubicBezTo>
                  <a:close/>
                  <a:moveTo>
                    <a:pt x="100" y="171"/>
                  </a:moveTo>
                  <a:cubicBezTo>
                    <a:pt x="59" y="171"/>
                    <a:pt x="27" y="138"/>
                    <a:pt x="27" y="98"/>
                  </a:cubicBezTo>
                  <a:cubicBezTo>
                    <a:pt x="27" y="58"/>
                    <a:pt x="59" y="26"/>
                    <a:pt x="100" y="26"/>
                  </a:cubicBezTo>
                  <a:cubicBezTo>
                    <a:pt x="140" y="26"/>
                    <a:pt x="172" y="58"/>
                    <a:pt x="172" y="98"/>
                  </a:cubicBezTo>
                  <a:cubicBezTo>
                    <a:pt x="172" y="138"/>
                    <a:pt x="140" y="171"/>
                    <a:pt x="100" y="171"/>
                  </a:cubicBezTo>
                  <a:close/>
                  <a:moveTo>
                    <a:pt x="100" y="171"/>
                  </a:moveTo>
                  <a:cubicBezTo>
                    <a:pt x="100" y="171"/>
                    <a:pt x="100" y="171"/>
                    <a:pt x="100" y="1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4" name="Freeform 32">
              <a:extLst>
                <a:ext uri="{FF2B5EF4-FFF2-40B4-BE49-F238E27FC236}">
                  <a16:creationId xmlns:a16="http://schemas.microsoft.com/office/drawing/2014/main" id="{E7F9DC84-04DB-AE43-8FBD-8B911448A9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close/>
                  <a:moveTo>
                    <a:pt x="141" y="0"/>
                  </a:moveTo>
                  <a:lnTo>
                    <a:pt x="14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55" name="Freeform 33">
              <a:extLst>
                <a:ext uri="{FF2B5EF4-FFF2-40B4-BE49-F238E27FC236}">
                  <a16:creationId xmlns:a16="http://schemas.microsoft.com/office/drawing/2014/main" id="{0A2E6745-20CE-1D44-B53B-8C8B327F3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moveTo>
                    <a:pt x="141" y="0"/>
                  </a:moveTo>
                  <a:lnTo>
                    <a:pt x="141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8A1FD040-07F7-E445-A241-0A18506F9CF4}"/>
              </a:ext>
            </a:extLst>
          </p:cNvPr>
          <p:cNvSpPr txBox="1">
            <a:spLocks/>
          </p:cNvSpPr>
          <p:nvPr/>
        </p:nvSpPr>
        <p:spPr>
          <a:xfrm>
            <a:off x="4179233" y="4079748"/>
            <a:ext cx="455253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84C8649D-9819-EE42-B175-799C912BC048}"/>
              </a:ext>
            </a:extLst>
          </p:cNvPr>
          <p:cNvSpPr txBox="1">
            <a:spLocks/>
          </p:cNvSpPr>
          <p:nvPr/>
        </p:nvSpPr>
        <p:spPr>
          <a:xfrm>
            <a:off x="5726449" y="2226693"/>
            <a:ext cx="455253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443DE4EB-E863-D94B-8236-AC30186C541E}"/>
              </a:ext>
            </a:extLst>
          </p:cNvPr>
          <p:cNvSpPr txBox="1">
            <a:spLocks/>
          </p:cNvSpPr>
          <p:nvPr/>
        </p:nvSpPr>
        <p:spPr>
          <a:xfrm>
            <a:off x="7573434" y="3858263"/>
            <a:ext cx="455253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9302ECD6-E595-8247-B7D5-93E033CC0934}"/>
              </a:ext>
            </a:extLst>
          </p:cNvPr>
          <p:cNvSpPr txBox="1">
            <a:spLocks/>
          </p:cNvSpPr>
          <p:nvPr/>
        </p:nvSpPr>
        <p:spPr>
          <a:xfrm>
            <a:off x="5963949" y="5652433"/>
            <a:ext cx="455253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219170">
              <a:spcBef>
                <a:spcPct val="20000"/>
              </a:spcBef>
              <a:defRPr/>
            </a:pPr>
            <a:r>
              <a:rPr lang="en-US" sz="3200" dirty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3711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6" grpId="0"/>
      <p:bldP spid="57" grpId="0"/>
      <p:bldP spid="58" grpId="0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059D586-6469-C04D-A01F-3C4215599FF7}"/>
              </a:ext>
            </a:extLst>
          </p:cNvPr>
          <p:cNvGrpSpPr/>
          <p:nvPr/>
        </p:nvGrpSpPr>
        <p:grpSpPr>
          <a:xfrm>
            <a:off x="972401" y="3817573"/>
            <a:ext cx="2201704" cy="1080194"/>
            <a:chOff x="965101" y="1969621"/>
            <a:chExt cx="1651278" cy="8101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669C33-8E50-8A4A-90CA-3F26378C0454}"/>
                </a:ext>
              </a:extLst>
            </p:cNvPr>
            <p:cNvSpPr txBox="1"/>
            <p:nvPr/>
          </p:nvSpPr>
          <p:spPr>
            <a:xfrm>
              <a:off x="965101" y="1969621"/>
              <a:ext cx="1651278" cy="2308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1375467"/>
              <a:r>
                <a:rPr lang="zh-CN" altLang="en-US" sz="2000" b="1" dirty="0">
                  <a:solidFill>
                    <a:srgbClr val="37779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标题</a:t>
              </a:r>
              <a:endParaRPr 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DD1E9E08-8A46-4B4F-A947-FCD1B6A6E53E}"/>
                </a:ext>
              </a:extLst>
            </p:cNvPr>
            <p:cNvSpPr txBox="1"/>
            <p:nvPr/>
          </p:nvSpPr>
          <p:spPr>
            <a:xfrm>
              <a:off x="965102" y="2225769"/>
              <a:ext cx="165127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just" defTabSz="1375467"/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此处为具体描述文字</a:t>
              </a:r>
              <a:r>
                <a:rPr lang="en-US" altLang="zh-CN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山不在高，有仙则名。水不在深，有龙则灵。</a:t>
              </a:r>
              <a:endParaRPr lang="en-US" altLang="zh-CN" sz="1600" dirty="0">
                <a:solidFill>
                  <a:srgbClr val="262626">
                    <a:lumMod val="65000"/>
                    <a:lumOff val="3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8" name="Oval 9">
            <a:extLst>
              <a:ext uri="{FF2B5EF4-FFF2-40B4-BE49-F238E27FC236}">
                <a16:creationId xmlns:a16="http://schemas.microsoft.com/office/drawing/2014/main" id="{ECFF59D8-ECD5-C24D-AB33-EE4F84C3B173}"/>
              </a:ext>
            </a:extLst>
          </p:cNvPr>
          <p:cNvSpPr/>
          <p:nvPr/>
        </p:nvSpPr>
        <p:spPr>
          <a:xfrm>
            <a:off x="1360471" y="2270512"/>
            <a:ext cx="1425565" cy="13847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ounded Rectangle 23">
            <a:extLst>
              <a:ext uri="{FF2B5EF4-FFF2-40B4-BE49-F238E27FC236}">
                <a16:creationId xmlns:a16="http://schemas.microsoft.com/office/drawing/2014/main" id="{549E95B3-CB26-6949-9D66-6341A4B72A58}"/>
              </a:ext>
            </a:extLst>
          </p:cNvPr>
          <p:cNvSpPr/>
          <p:nvPr/>
        </p:nvSpPr>
        <p:spPr>
          <a:xfrm>
            <a:off x="871742" y="5520968"/>
            <a:ext cx="2403025" cy="6144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 rtl="1"/>
            <a:r>
              <a:rPr lang="zh-CN" altLang="en-US" sz="2000" b="1" dirty="0">
                <a:solidFill>
                  <a:srgbClr val="FFFFFF">
                    <a:lumMod val="9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>
                  <a:lumMod val="9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Group 28">
            <a:extLst>
              <a:ext uri="{FF2B5EF4-FFF2-40B4-BE49-F238E27FC236}">
                <a16:creationId xmlns:a16="http://schemas.microsoft.com/office/drawing/2014/main" id="{58D4D883-0C35-7B40-AAA7-142130DA0215}"/>
              </a:ext>
            </a:extLst>
          </p:cNvPr>
          <p:cNvGrpSpPr/>
          <p:nvPr/>
        </p:nvGrpSpPr>
        <p:grpSpPr>
          <a:xfrm>
            <a:off x="1735325" y="2522335"/>
            <a:ext cx="675860" cy="826309"/>
            <a:chOff x="4106863" y="2003425"/>
            <a:chExt cx="927100" cy="1133476"/>
          </a:xfrm>
          <a:solidFill>
            <a:schemeClr val="bg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B319E80-4A19-C947-8D3B-6982CCC4FC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2484438"/>
              <a:ext cx="927100" cy="652463"/>
            </a:xfrm>
            <a:custGeom>
              <a:avLst/>
              <a:gdLst/>
              <a:ahLst/>
              <a:cxnLst>
                <a:cxn ang="0">
                  <a:pos x="20" y="172"/>
                </a:cxn>
                <a:cxn ang="0">
                  <a:pos x="224" y="172"/>
                </a:cxn>
                <a:cxn ang="0">
                  <a:pos x="244" y="153"/>
                </a:cxn>
                <a:cxn ang="0">
                  <a:pos x="244" y="20"/>
                </a:cxn>
                <a:cxn ang="0">
                  <a:pos x="224" y="0"/>
                </a:cxn>
                <a:cxn ang="0">
                  <a:pos x="195" y="0"/>
                </a:cxn>
                <a:cxn ang="0">
                  <a:pos x="195" y="40"/>
                </a:cxn>
                <a:cxn ang="0">
                  <a:pos x="215" y="66"/>
                </a:cxn>
                <a:cxn ang="0">
                  <a:pos x="215" y="88"/>
                </a:cxn>
                <a:cxn ang="0">
                  <a:pos x="199" y="88"/>
                </a:cxn>
                <a:cxn ang="0">
                  <a:pos x="199" y="66"/>
                </a:cxn>
                <a:cxn ang="0">
                  <a:pos x="187" y="54"/>
                </a:cxn>
                <a:cxn ang="0">
                  <a:pos x="175" y="66"/>
                </a:cxn>
                <a:cxn ang="0">
                  <a:pos x="175" y="88"/>
                </a:cxn>
                <a:cxn ang="0">
                  <a:pos x="159" y="88"/>
                </a:cxn>
                <a:cxn ang="0">
                  <a:pos x="159" y="66"/>
                </a:cxn>
                <a:cxn ang="0">
                  <a:pos x="179" y="40"/>
                </a:cxn>
                <a:cxn ang="0">
                  <a:pos x="179" y="1"/>
                </a:cxn>
                <a:cxn ang="0">
                  <a:pos x="122" y="25"/>
                </a:cxn>
                <a:cxn ang="0">
                  <a:pos x="67" y="3"/>
                </a:cxn>
                <a:cxn ang="0">
                  <a:pos x="67" y="46"/>
                </a:cxn>
                <a:cxn ang="0">
                  <a:pos x="85" y="70"/>
                </a:cxn>
                <a:cxn ang="0">
                  <a:pos x="59" y="96"/>
                </a:cxn>
                <a:cxn ang="0">
                  <a:pos x="33" y="70"/>
                </a:cxn>
                <a:cxn ang="0">
                  <a:pos x="51" y="46"/>
                </a:cxn>
                <a:cxn ang="0">
                  <a:pos x="51" y="0"/>
                </a:cxn>
                <a:cxn ang="0">
                  <a:pos x="20" y="0"/>
                </a:cxn>
                <a:cxn ang="0">
                  <a:pos x="0" y="20"/>
                </a:cxn>
                <a:cxn ang="0">
                  <a:pos x="0" y="153"/>
                </a:cxn>
                <a:cxn ang="0">
                  <a:pos x="20" y="172"/>
                </a:cxn>
                <a:cxn ang="0">
                  <a:pos x="20" y="172"/>
                </a:cxn>
                <a:cxn ang="0">
                  <a:pos x="20" y="172"/>
                </a:cxn>
              </a:cxnLst>
              <a:rect l="0" t="0" r="r" b="b"/>
              <a:pathLst>
                <a:path w="244" h="172">
                  <a:moveTo>
                    <a:pt x="20" y="172"/>
                  </a:moveTo>
                  <a:cubicBezTo>
                    <a:pt x="224" y="172"/>
                    <a:pt x="224" y="172"/>
                    <a:pt x="224" y="172"/>
                  </a:cubicBezTo>
                  <a:cubicBezTo>
                    <a:pt x="235" y="172"/>
                    <a:pt x="244" y="163"/>
                    <a:pt x="244" y="153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9"/>
                    <a:pt x="235" y="0"/>
                    <a:pt x="22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206" y="43"/>
                    <a:pt x="215" y="54"/>
                    <a:pt x="215" y="66"/>
                  </a:cubicBezTo>
                  <a:cubicBezTo>
                    <a:pt x="215" y="88"/>
                    <a:pt x="215" y="88"/>
                    <a:pt x="215" y="88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0"/>
                    <a:pt x="193" y="54"/>
                    <a:pt x="187" y="54"/>
                  </a:cubicBezTo>
                  <a:cubicBezTo>
                    <a:pt x="180" y="54"/>
                    <a:pt x="175" y="60"/>
                    <a:pt x="175" y="66"/>
                  </a:cubicBezTo>
                  <a:cubicBezTo>
                    <a:pt x="175" y="88"/>
                    <a:pt x="175" y="88"/>
                    <a:pt x="175" y="88"/>
                  </a:cubicBezTo>
                  <a:cubicBezTo>
                    <a:pt x="159" y="88"/>
                    <a:pt x="159" y="88"/>
                    <a:pt x="159" y="88"/>
                  </a:cubicBezTo>
                  <a:cubicBezTo>
                    <a:pt x="159" y="66"/>
                    <a:pt x="159" y="66"/>
                    <a:pt x="159" y="66"/>
                  </a:cubicBezTo>
                  <a:cubicBezTo>
                    <a:pt x="159" y="54"/>
                    <a:pt x="167" y="43"/>
                    <a:pt x="179" y="4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64" y="16"/>
                    <a:pt x="144" y="25"/>
                    <a:pt x="122" y="25"/>
                  </a:cubicBezTo>
                  <a:cubicBezTo>
                    <a:pt x="100" y="25"/>
                    <a:pt x="81" y="17"/>
                    <a:pt x="67" y="3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77" y="49"/>
                    <a:pt x="85" y="59"/>
                    <a:pt x="85" y="70"/>
                  </a:cubicBezTo>
                  <a:cubicBezTo>
                    <a:pt x="85" y="85"/>
                    <a:pt x="73" y="96"/>
                    <a:pt x="59" y="96"/>
                  </a:cubicBezTo>
                  <a:cubicBezTo>
                    <a:pt x="44" y="96"/>
                    <a:pt x="33" y="85"/>
                    <a:pt x="33" y="70"/>
                  </a:cubicBezTo>
                  <a:cubicBezTo>
                    <a:pt x="33" y="59"/>
                    <a:pt x="40" y="49"/>
                    <a:pt x="51" y="4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3"/>
                    <a:pt x="9" y="172"/>
                    <a:pt x="20" y="172"/>
                  </a:cubicBezTo>
                  <a:close/>
                  <a:moveTo>
                    <a:pt x="20" y="172"/>
                  </a:moveTo>
                  <a:cubicBezTo>
                    <a:pt x="20" y="172"/>
                    <a:pt x="20" y="172"/>
                    <a:pt x="20" y="1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023F1AA-956D-474A-A8EB-75BA222B5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0538" y="2003425"/>
              <a:ext cx="539750" cy="538163"/>
            </a:xfrm>
            <a:custGeom>
              <a:avLst/>
              <a:gdLst/>
              <a:ahLst/>
              <a:cxnLst>
                <a:cxn ang="0">
                  <a:pos x="22" y="123"/>
                </a:cxn>
                <a:cxn ang="0">
                  <a:pos x="27" y="127"/>
                </a:cxn>
                <a:cxn ang="0">
                  <a:pos x="71" y="142"/>
                </a:cxn>
                <a:cxn ang="0">
                  <a:pos x="114" y="127"/>
                </a:cxn>
                <a:cxn ang="0">
                  <a:pos x="120" y="123"/>
                </a:cxn>
                <a:cxn ang="0">
                  <a:pos x="124" y="118"/>
                </a:cxn>
                <a:cxn ang="0">
                  <a:pos x="142" y="71"/>
                </a:cxn>
                <a:cxn ang="0">
                  <a:pos x="71" y="0"/>
                </a:cxn>
                <a:cxn ang="0">
                  <a:pos x="0" y="71"/>
                </a:cxn>
                <a:cxn ang="0">
                  <a:pos x="17" y="118"/>
                </a:cxn>
                <a:cxn ang="0">
                  <a:pos x="22" y="123"/>
                </a:cxn>
                <a:cxn ang="0">
                  <a:pos x="22" y="123"/>
                </a:cxn>
                <a:cxn ang="0">
                  <a:pos x="22" y="123"/>
                </a:cxn>
              </a:cxnLst>
              <a:rect l="0" t="0" r="r" b="b"/>
              <a:pathLst>
                <a:path w="142" h="142">
                  <a:moveTo>
                    <a:pt x="22" y="123"/>
                  </a:moveTo>
                  <a:cubicBezTo>
                    <a:pt x="24" y="124"/>
                    <a:pt x="25" y="126"/>
                    <a:pt x="27" y="127"/>
                  </a:cubicBezTo>
                  <a:cubicBezTo>
                    <a:pt x="39" y="137"/>
                    <a:pt x="54" y="142"/>
                    <a:pt x="71" y="142"/>
                  </a:cubicBezTo>
                  <a:cubicBezTo>
                    <a:pt x="87" y="142"/>
                    <a:pt x="102" y="137"/>
                    <a:pt x="114" y="127"/>
                  </a:cubicBezTo>
                  <a:cubicBezTo>
                    <a:pt x="116" y="126"/>
                    <a:pt x="118" y="124"/>
                    <a:pt x="120" y="123"/>
                  </a:cubicBezTo>
                  <a:cubicBezTo>
                    <a:pt x="121" y="121"/>
                    <a:pt x="123" y="120"/>
                    <a:pt x="124" y="118"/>
                  </a:cubicBezTo>
                  <a:cubicBezTo>
                    <a:pt x="135" y="105"/>
                    <a:pt x="142" y="89"/>
                    <a:pt x="142" y="71"/>
                  </a:cubicBezTo>
                  <a:cubicBezTo>
                    <a:pt x="142" y="32"/>
                    <a:pt x="110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89"/>
                    <a:pt x="6" y="105"/>
                    <a:pt x="17" y="118"/>
                  </a:cubicBezTo>
                  <a:cubicBezTo>
                    <a:pt x="19" y="120"/>
                    <a:pt x="20" y="121"/>
                    <a:pt x="22" y="123"/>
                  </a:cubicBezTo>
                  <a:close/>
                  <a:moveTo>
                    <a:pt x="22" y="123"/>
                  </a:moveTo>
                  <a:cubicBezTo>
                    <a:pt x="22" y="123"/>
                    <a:pt x="22" y="123"/>
                    <a:pt x="22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F21E321-E025-904E-B9BD-C19251010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2601" y="2711450"/>
              <a:ext cx="76200" cy="7620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16" y="3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cubicBezTo>
                    <a:pt x="0" y="16"/>
                    <a:pt x="4" y="20"/>
                    <a:pt x="10" y="20"/>
                  </a:cubicBezTo>
                  <a:cubicBezTo>
                    <a:pt x="15" y="20"/>
                    <a:pt x="20" y="16"/>
                    <a:pt x="20" y="10"/>
                  </a:cubicBezTo>
                  <a:cubicBezTo>
                    <a:pt x="20" y="7"/>
                    <a:pt x="18" y="5"/>
                    <a:pt x="16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7" y="0"/>
                    <a:pt x="5" y="1"/>
                    <a:pt x="3" y="3"/>
                  </a:cubicBezTo>
                  <a:cubicBezTo>
                    <a:pt x="1" y="5"/>
                    <a:pt x="0" y="7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4" name="Group 30">
            <a:extLst>
              <a:ext uri="{FF2B5EF4-FFF2-40B4-BE49-F238E27FC236}">
                <a16:creationId xmlns:a16="http://schemas.microsoft.com/office/drawing/2014/main" id="{4C82E315-1C82-0344-8E94-D655E0199EB5}"/>
              </a:ext>
            </a:extLst>
          </p:cNvPr>
          <p:cNvGrpSpPr/>
          <p:nvPr/>
        </p:nvGrpSpPr>
        <p:grpSpPr>
          <a:xfrm>
            <a:off x="3661952" y="3817579"/>
            <a:ext cx="2201704" cy="1080197"/>
            <a:chOff x="965101" y="1969621"/>
            <a:chExt cx="1651278" cy="810147"/>
          </a:xfrm>
        </p:grpSpPr>
        <p:sp>
          <p:nvSpPr>
            <p:cNvPr id="15" name="TextBox 31">
              <a:extLst>
                <a:ext uri="{FF2B5EF4-FFF2-40B4-BE49-F238E27FC236}">
                  <a16:creationId xmlns:a16="http://schemas.microsoft.com/office/drawing/2014/main" id="{2D9E0667-18C2-F44D-A39B-D1A27CFB0DAA}"/>
                </a:ext>
              </a:extLst>
            </p:cNvPr>
            <p:cNvSpPr txBox="1"/>
            <p:nvPr/>
          </p:nvSpPr>
          <p:spPr>
            <a:xfrm>
              <a:off x="965101" y="1969621"/>
              <a:ext cx="1651278" cy="2308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1375467"/>
              <a:r>
                <a:rPr lang="zh-CN" altLang="en-US" sz="2000" b="1" dirty="0">
                  <a:solidFill>
                    <a:srgbClr val="189A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标题</a:t>
              </a:r>
              <a:endParaRPr 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TextBox 32">
              <a:extLst>
                <a:ext uri="{FF2B5EF4-FFF2-40B4-BE49-F238E27FC236}">
                  <a16:creationId xmlns:a16="http://schemas.microsoft.com/office/drawing/2014/main" id="{9CDB0C96-82B2-AA4A-BC22-A7E3402FD9EE}"/>
                </a:ext>
              </a:extLst>
            </p:cNvPr>
            <p:cNvSpPr txBox="1"/>
            <p:nvPr/>
          </p:nvSpPr>
          <p:spPr>
            <a:xfrm>
              <a:off x="965102" y="2225770"/>
              <a:ext cx="165127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just" defTabSz="1375467">
                <a:defRPr sz="160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</a:lstStyle>
            <a:p>
              <a:r>
                <a:rPr lang="zh-CN" altLang="en-US" dirty="0"/>
                <a:t>此处为具体描述文字</a:t>
              </a:r>
              <a:r>
                <a:rPr lang="en-US" altLang="zh-CN" dirty="0"/>
                <a:t>——</a:t>
              </a:r>
              <a:r>
                <a:rPr lang="zh-CN" altLang="en-US" dirty="0"/>
                <a:t>山不在高，有仙则名。水不在深，有龙则灵。</a:t>
              </a:r>
              <a:endParaRPr lang="en-US" altLang="zh-CN" dirty="0"/>
            </a:p>
          </p:txBody>
        </p:sp>
      </p:grpSp>
      <p:sp>
        <p:nvSpPr>
          <p:cNvPr id="17" name="Oval 33">
            <a:extLst>
              <a:ext uri="{FF2B5EF4-FFF2-40B4-BE49-F238E27FC236}">
                <a16:creationId xmlns:a16="http://schemas.microsoft.com/office/drawing/2014/main" id="{7DA5BA81-8DEC-204E-875C-8EDD2AE42962}"/>
              </a:ext>
            </a:extLst>
          </p:cNvPr>
          <p:cNvSpPr/>
          <p:nvPr/>
        </p:nvSpPr>
        <p:spPr>
          <a:xfrm>
            <a:off x="4050022" y="2270512"/>
            <a:ext cx="1425565" cy="13847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ounded Rectangle 34">
            <a:extLst>
              <a:ext uri="{FF2B5EF4-FFF2-40B4-BE49-F238E27FC236}">
                <a16:creationId xmlns:a16="http://schemas.microsoft.com/office/drawing/2014/main" id="{FEB05EC5-8268-EF4F-B612-1C72391E9A33}"/>
              </a:ext>
            </a:extLst>
          </p:cNvPr>
          <p:cNvSpPr/>
          <p:nvPr/>
        </p:nvSpPr>
        <p:spPr>
          <a:xfrm>
            <a:off x="3561293" y="5520968"/>
            <a:ext cx="2403025" cy="6144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 rtl="1"/>
            <a:r>
              <a:rPr lang="zh-CN" altLang="en-US" sz="2000" b="1" dirty="0">
                <a:solidFill>
                  <a:srgbClr val="FFFFFF">
                    <a:lumMod val="9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>
                  <a:lumMod val="9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11C77501-0ED7-764D-A738-708FBDAE5EA4}"/>
              </a:ext>
            </a:extLst>
          </p:cNvPr>
          <p:cNvSpPr>
            <a:spLocks noEditPoints="1"/>
          </p:cNvSpPr>
          <p:nvPr/>
        </p:nvSpPr>
        <p:spPr bwMode="auto">
          <a:xfrm>
            <a:off x="4414935" y="2576580"/>
            <a:ext cx="713197" cy="730953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0" y="16"/>
              </a:cxn>
              <a:cxn ang="0">
                <a:pos x="0" y="86"/>
              </a:cxn>
              <a:cxn ang="0">
                <a:pos x="16" y="102"/>
              </a:cxn>
              <a:cxn ang="0">
                <a:pos x="83" y="102"/>
              </a:cxn>
              <a:cxn ang="0">
                <a:pos x="99" y="86"/>
              </a:cxn>
              <a:cxn ang="0">
                <a:pos x="99" y="16"/>
              </a:cxn>
              <a:cxn ang="0">
                <a:pos x="83" y="0"/>
              </a:cxn>
              <a:cxn ang="0">
                <a:pos x="16" y="0"/>
              </a:cxn>
              <a:cxn ang="0">
                <a:pos x="72" y="75"/>
              </a:cxn>
              <a:cxn ang="0">
                <a:pos x="68" y="79"/>
              </a:cxn>
              <a:cxn ang="0">
                <a:pos x="64" y="79"/>
              </a:cxn>
              <a:cxn ang="0">
                <a:pos x="60" y="75"/>
              </a:cxn>
              <a:cxn ang="0">
                <a:pos x="60" y="56"/>
              </a:cxn>
              <a:cxn ang="0">
                <a:pos x="39" y="56"/>
              </a:cxn>
              <a:cxn ang="0">
                <a:pos x="39" y="75"/>
              </a:cxn>
              <a:cxn ang="0">
                <a:pos x="35" y="79"/>
              </a:cxn>
              <a:cxn ang="0">
                <a:pos x="31" y="79"/>
              </a:cxn>
              <a:cxn ang="0">
                <a:pos x="27" y="75"/>
              </a:cxn>
              <a:cxn ang="0">
                <a:pos x="27" y="27"/>
              </a:cxn>
              <a:cxn ang="0">
                <a:pos x="31" y="23"/>
              </a:cxn>
              <a:cxn ang="0">
                <a:pos x="35" y="23"/>
              </a:cxn>
              <a:cxn ang="0">
                <a:pos x="39" y="27"/>
              </a:cxn>
              <a:cxn ang="0">
                <a:pos x="39" y="45"/>
              </a:cxn>
              <a:cxn ang="0">
                <a:pos x="60" y="45"/>
              </a:cxn>
              <a:cxn ang="0">
                <a:pos x="60" y="27"/>
              </a:cxn>
              <a:cxn ang="0">
                <a:pos x="64" y="23"/>
              </a:cxn>
              <a:cxn ang="0">
                <a:pos x="68" y="23"/>
              </a:cxn>
              <a:cxn ang="0">
                <a:pos x="72" y="27"/>
              </a:cxn>
              <a:cxn ang="0">
                <a:pos x="72" y="75"/>
              </a:cxn>
              <a:cxn ang="0">
                <a:pos x="72" y="75"/>
              </a:cxn>
              <a:cxn ang="0">
                <a:pos x="72" y="75"/>
              </a:cxn>
            </a:cxnLst>
            <a:rect l="0" t="0" r="r" b="b"/>
            <a:pathLst>
              <a:path w="99" h="10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95"/>
                  <a:pt x="7" y="102"/>
                  <a:pt x="16" y="102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92" y="102"/>
                  <a:pt x="99" y="95"/>
                  <a:pt x="99" y="8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7"/>
                  <a:pt x="92" y="0"/>
                  <a:pt x="83" y="0"/>
                </a:cubicBezTo>
                <a:lnTo>
                  <a:pt x="16" y="0"/>
                </a:lnTo>
                <a:close/>
                <a:moveTo>
                  <a:pt x="72" y="75"/>
                </a:moveTo>
                <a:cubicBezTo>
                  <a:pt x="72" y="77"/>
                  <a:pt x="71" y="79"/>
                  <a:pt x="68" y="79"/>
                </a:cubicBezTo>
                <a:cubicBezTo>
                  <a:pt x="64" y="79"/>
                  <a:pt x="64" y="79"/>
                  <a:pt x="64" y="79"/>
                </a:cubicBezTo>
                <a:cubicBezTo>
                  <a:pt x="62" y="79"/>
                  <a:pt x="60" y="77"/>
                  <a:pt x="60" y="75"/>
                </a:cubicBezTo>
                <a:cubicBezTo>
                  <a:pt x="60" y="56"/>
                  <a:pt x="60" y="56"/>
                  <a:pt x="60" y="56"/>
                </a:cubicBezTo>
                <a:cubicBezTo>
                  <a:pt x="39" y="56"/>
                  <a:pt x="39" y="56"/>
                  <a:pt x="39" y="56"/>
                </a:cubicBezTo>
                <a:cubicBezTo>
                  <a:pt x="39" y="75"/>
                  <a:pt x="39" y="75"/>
                  <a:pt x="39" y="75"/>
                </a:cubicBezTo>
                <a:cubicBezTo>
                  <a:pt x="39" y="77"/>
                  <a:pt x="37" y="79"/>
                  <a:pt x="35" y="79"/>
                </a:cubicBezTo>
                <a:cubicBezTo>
                  <a:pt x="31" y="79"/>
                  <a:pt x="31" y="79"/>
                  <a:pt x="31" y="79"/>
                </a:cubicBezTo>
                <a:cubicBezTo>
                  <a:pt x="29" y="79"/>
                  <a:pt x="27" y="77"/>
                  <a:pt x="27" y="75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5"/>
                  <a:pt x="29" y="23"/>
                  <a:pt x="31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7" y="23"/>
                  <a:pt x="39" y="25"/>
                  <a:pt x="39" y="27"/>
                </a:cubicBezTo>
                <a:cubicBezTo>
                  <a:pt x="39" y="45"/>
                  <a:pt x="39" y="45"/>
                  <a:pt x="39" y="45"/>
                </a:cubicBezTo>
                <a:cubicBezTo>
                  <a:pt x="60" y="45"/>
                  <a:pt x="60" y="45"/>
                  <a:pt x="60" y="45"/>
                </a:cubicBezTo>
                <a:cubicBezTo>
                  <a:pt x="60" y="27"/>
                  <a:pt x="60" y="27"/>
                  <a:pt x="60" y="27"/>
                </a:cubicBezTo>
                <a:cubicBezTo>
                  <a:pt x="60" y="25"/>
                  <a:pt x="62" y="23"/>
                  <a:pt x="64" y="23"/>
                </a:cubicBezTo>
                <a:cubicBezTo>
                  <a:pt x="68" y="23"/>
                  <a:pt x="68" y="23"/>
                  <a:pt x="68" y="23"/>
                </a:cubicBezTo>
                <a:cubicBezTo>
                  <a:pt x="71" y="23"/>
                  <a:pt x="72" y="25"/>
                  <a:pt x="72" y="27"/>
                </a:cubicBezTo>
                <a:cubicBezTo>
                  <a:pt x="72" y="75"/>
                  <a:pt x="72" y="75"/>
                  <a:pt x="72" y="75"/>
                </a:cubicBezTo>
                <a:close/>
                <a:moveTo>
                  <a:pt x="72" y="75"/>
                </a:moveTo>
                <a:cubicBezTo>
                  <a:pt x="72" y="75"/>
                  <a:pt x="72" y="75"/>
                  <a:pt x="72" y="75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0" name="Group 44">
            <a:extLst>
              <a:ext uri="{FF2B5EF4-FFF2-40B4-BE49-F238E27FC236}">
                <a16:creationId xmlns:a16="http://schemas.microsoft.com/office/drawing/2014/main" id="{C1E17931-3AA1-3142-B1B1-7EC70455642C}"/>
              </a:ext>
            </a:extLst>
          </p:cNvPr>
          <p:cNvGrpSpPr/>
          <p:nvPr/>
        </p:nvGrpSpPr>
        <p:grpSpPr>
          <a:xfrm>
            <a:off x="6328264" y="3832967"/>
            <a:ext cx="2201704" cy="1064809"/>
            <a:chOff x="965101" y="1981162"/>
            <a:chExt cx="1651278" cy="798606"/>
          </a:xfrm>
        </p:grpSpPr>
        <p:sp>
          <p:nvSpPr>
            <p:cNvPr id="21" name="TextBox 45">
              <a:extLst>
                <a:ext uri="{FF2B5EF4-FFF2-40B4-BE49-F238E27FC236}">
                  <a16:creationId xmlns:a16="http://schemas.microsoft.com/office/drawing/2014/main" id="{FB140AC4-002C-DC4A-94C0-D207079BEECC}"/>
                </a:ext>
              </a:extLst>
            </p:cNvPr>
            <p:cNvSpPr txBox="1"/>
            <p:nvPr/>
          </p:nvSpPr>
          <p:spPr>
            <a:xfrm>
              <a:off x="965101" y="1981162"/>
              <a:ext cx="1651278" cy="2077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1375467"/>
              <a:r>
                <a:rPr lang="zh-CN" altLang="en-US" b="1" dirty="0">
                  <a:solidFill>
                    <a:srgbClr val="F09C2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标题</a:t>
              </a:r>
              <a:endParaRPr lang="en-US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BF2688E4-E6CA-B54F-BC5F-FBA7E5BC58CB}"/>
                </a:ext>
              </a:extLst>
            </p:cNvPr>
            <p:cNvSpPr txBox="1"/>
            <p:nvPr/>
          </p:nvSpPr>
          <p:spPr>
            <a:xfrm>
              <a:off x="965102" y="2225770"/>
              <a:ext cx="165127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just" defTabSz="1375467">
                <a:defRPr sz="160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</a:lstStyle>
            <a:p>
              <a:r>
                <a:rPr lang="zh-CN" altLang="en-US" dirty="0"/>
                <a:t>此处为具体描述文字</a:t>
              </a:r>
              <a:r>
                <a:rPr lang="en-US" altLang="zh-CN" dirty="0"/>
                <a:t>——</a:t>
              </a:r>
              <a:r>
                <a:rPr lang="zh-CN" altLang="en-US" dirty="0"/>
                <a:t>山不在高，有仙则名。水不在深，有龙则灵。</a:t>
              </a:r>
              <a:endParaRPr lang="en-US" altLang="zh-CN" dirty="0"/>
            </a:p>
          </p:txBody>
        </p:sp>
      </p:grpSp>
      <p:sp>
        <p:nvSpPr>
          <p:cNvPr id="23" name="Oval 47">
            <a:extLst>
              <a:ext uri="{FF2B5EF4-FFF2-40B4-BE49-F238E27FC236}">
                <a16:creationId xmlns:a16="http://schemas.microsoft.com/office/drawing/2014/main" id="{3B81D5AF-518C-D64E-915E-99350D1B1BD6}"/>
              </a:ext>
            </a:extLst>
          </p:cNvPr>
          <p:cNvSpPr/>
          <p:nvPr/>
        </p:nvSpPr>
        <p:spPr>
          <a:xfrm>
            <a:off x="6716334" y="2270512"/>
            <a:ext cx="1425565" cy="138474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Rounded Rectangle 48">
            <a:extLst>
              <a:ext uri="{FF2B5EF4-FFF2-40B4-BE49-F238E27FC236}">
                <a16:creationId xmlns:a16="http://schemas.microsoft.com/office/drawing/2014/main" id="{9B174405-3A92-B841-95D5-C88F7009CEDE}"/>
              </a:ext>
            </a:extLst>
          </p:cNvPr>
          <p:cNvSpPr/>
          <p:nvPr/>
        </p:nvSpPr>
        <p:spPr>
          <a:xfrm>
            <a:off x="6227605" y="5520968"/>
            <a:ext cx="2403025" cy="61447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 rtl="1"/>
            <a:r>
              <a:rPr lang="zh-CN" altLang="en-US" sz="2000" b="1" dirty="0">
                <a:solidFill>
                  <a:srgbClr val="FFFFFF">
                    <a:lumMod val="9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>
                  <a:lumMod val="9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33D1AC11-4EF5-0B4A-9C36-4B5B7BE2A9BA}"/>
              </a:ext>
            </a:extLst>
          </p:cNvPr>
          <p:cNvSpPr>
            <a:spLocks noEditPoints="1"/>
          </p:cNvSpPr>
          <p:nvPr/>
        </p:nvSpPr>
        <p:spPr bwMode="auto">
          <a:xfrm>
            <a:off x="7080977" y="2570243"/>
            <a:ext cx="713467" cy="709892"/>
          </a:xfrm>
          <a:custGeom>
            <a:avLst/>
            <a:gdLst/>
            <a:ahLst/>
            <a:cxnLst>
              <a:cxn ang="0">
                <a:pos x="165" y="147"/>
              </a:cxn>
              <a:cxn ang="0">
                <a:pos x="165" y="14"/>
              </a:cxn>
              <a:cxn ang="0">
                <a:pos x="148" y="0"/>
              </a:cxn>
              <a:cxn ang="0">
                <a:pos x="18" y="0"/>
              </a:cxn>
              <a:cxn ang="0">
                <a:pos x="0" y="15"/>
              </a:cxn>
              <a:cxn ang="0">
                <a:pos x="0" y="145"/>
              </a:cxn>
              <a:cxn ang="0">
                <a:pos x="16" y="165"/>
              </a:cxn>
              <a:cxn ang="0">
                <a:pos x="149" y="165"/>
              </a:cxn>
              <a:cxn ang="0">
                <a:pos x="165" y="147"/>
              </a:cxn>
              <a:cxn ang="0">
                <a:pos x="38" y="22"/>
              </a:cxn>
              <a:cxn ang="0">
                <a:pos x="46" y="16"/>
              </a:cxn>
              <a:cxn ang="0">
                <a:pos x="51" y="15"/>
              </a:cxn>
              <a:cxn ang="0">
                <a:pos x="55" y="17"/>
              </a:cxn>
              <a:cxn ang="0">
                <a:pos x="57" y="20"/>
              </a:cxn>
              <a:cxn ang="0">
                <a:pos x="39" y="34"/>
              </a:cxn>
              <a:cxn ang="0">
                <a:pos x="36" y="31"/>
              </a:cxn>
              <a:cxn ang="0">
                <a:pos x="38" y="22"/>
              </a:cxn>
              <a:cxn ang="0">
                <a:pos x="120" y="150"/>
              </a:cxn>
              <a:cxn ang="0">
                <a:pos x="116" y="153"/>
              </a:cxn>
              <a:cxn ang="0">
                <a:pos x="37" y="153"/>
              </a:cxn>
              <a:cxn ang="0">
                <a:pos x="34" y="150"/>
              </a:cxn>
              <a:cxn ang="0">
                <a:pos x="34" y="138"/>
              </a:cxn>
              <a:cxn ang="0">
                <a:pos x="37" y="135"/>
              </a:cxn>
              <a:cxn ang="0">
                <a:pos x="41" y="135"/>
              </a:cxn>
              <a:cxn ang="0">
                <a:pos x="43" y="132"/>
              </a:cxn>
              <a:cxn ang="0">
                <a:pos x="61" y="73"/>
              </a:cxn>
              <a:cxn ang="0">
                <a:pos x="63" y="68"/>
              </a:cxn>
              <a:cxn ang="0">
                <a:pos x="45" y="41"/>
              </a:cxn>
              <a:cxn ang="0">
                <a:pos x="63" y="27"/>
              </a:cxn>
              <a:cxn ang="0">
                <a:pos x="104" y="82"/>
              </a:cxn>
              <a:cxn ang="0">
                <a:pos x="98" y="86"/>
              </a:cxn>
              <a:cxn ang="0">
                <a:pos x="103" y="92"/>
              </a:cxn>
              <a:cxn ang="0">
                <a:pos x="104" y="95"/>
              </a:cxn>
              <a:cxn ang="0">
                <a:pos x="102" y="98"/>
              </a:cxn>
              <a:cxn ang="0">
                <a:pos x="101" y="99"/>
              </a:cxn>
              <a:cxn ang="0">
                <a:pos x="95" y="99"/>
              </a:cxn>
              <a:cxn ang="0">
                <a:pos x="90" y="92"/>
              </a:cxn>
              <a:cxn ang="0">
                <a:pos x="83" y="97"/>
              </a:cxn>
              <a:cxn ang="0">
                <a:pos x="74" y="84"/>
              </a:cxn>
              <a:cxn ang="0">
                <a:pos x="68" y="83"/>
              </a:cxn>
              <a:cxn ang="0">
                <a:pos x="48" y="111"/>
              </a:cxn>
              <a:cxn ang="0">
                <a:pos x="116" y="134"/>
              </a:cxn>
              <a:cxn ang="0">
                <a:pos x="120" y="138"/>
              </a:cxn>
              <a:cxn ang="0">
                <a:pos x="120" y="150"/>
              </a:cxn>
              <a:cxn ang="0">
                <a:pos x="113" y="115"/>
              </a:cxn>
              <a:cxn ang="0">
                <a:pos x="90" y="122"/>
              </a:cxn>
              <a:cxn ang="0">
                <a:pos x="105" y="104"/>
              </a:cxn>
              <a:cxn ang="0">
                <a:pos x="128" y="96"/>
              </a:cxn>
              <a:cxn ang="0">
                <a:pos x="113" y="115"/>
              </a:cxn>
              <a:cxn ang="0">
                <a:pos x="113" y="115"/>
              </a:cxn>
              <a:cxn ang="0">
                <a:pos x="113" y="115"/>
              </a:cxn>
            </a:cxnLst>
            <a:rect l="0" t="0" r="r" b="b"/>
            <a:pathLst>
              <a:path w="166" h="165">
                <a:moveTo>
                  <a:pt x="165" y="147"/>
                </a:moveTo>
                <a:cubicBezTo>
                  <a:pt x="165" y="14"/>
                  <a:pt x="165" y="14"/>
                  <a:pt x="165" y="14"/>
                </a:cubicBezTo>
                <a:cubicBezTo>
                  <a:pt x="165" y="7"/>
                  <a:pt x="165" y="0"/>
                  <a:pt x="14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7" y="0"/>
                  <a:pt x="0" y="0"/>
                  <a:pt x="0" y="15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64"/>
                  <a:pt x="1" y="165"/>
                  <a:pt x="16" y="165"/>
                </a:cubicBezTo>
                <a:cubicBezTo>
                  <a:pt x="149" y="165"/>
                  <a:pt x="149" y="165"/>
                  <a:pt x="149" y="165"/>
                </a:cubicBezTo>
                <a:cubicBezTo>
                  <a:pt x="166" y="165"/>
                  <a:pt x="165" y="163"/>
                  <a:pt x="165" y="147"/>
                </a:cubicBezTo>
                <a:close/>
                <a:moveTo>
                  <a:pt x="38" y="22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5"/>
                  <a:pt x="49" y="14"/>
                  <a:pt x="51" y="15"/>
                </a:cubicBezTo>
                <a:cubicBezTo>
                  <a:pt x="52" y="15"/>
                  <a:pt x="54" y="16"/>
                  <a:pt x="55" y="17"/>
                </a:cubicBezTo>
                <a:cubicBezTo>
                  <a:pt x="57" y="20"/>
                  <a:pt x="57" y="20"/>
                  <a:pt x="57" y="20"/>
                </a:cubicBezTo>
                <a:cubicBezTo>
                  <a:pt x="39" y="34"/>
                  <a:pt x="39" y="34"/>
                  <a:pt x="39" y="34"/>
                </a:cubicBezTo>
                <a:cubicBezTo>
                  <a:pt x="36" y="31"/>
                  <a:pt x="36" y="31"/>
                  <a:pt x="36" y="31"/>
                </a:cubicBezTo>
                <a:cubicBezTo>
                  <a:pt x="34" y="28"/>
                  <a:pt x="35" y="24"/>
                  <a:pt x="38" y="22"/>
                </a:cubicBezTo>
                <a:close/>
                <a:moveTo>
                  <a:pt x="120" y="150"/>
                </a:moveTo>
                <a:cubicBezTo>
                  <a:pt x="120" y="152"/>
                  <a:pt x="118" y="153"/>
                  <a:pt x="116" y="153"/>
                </a:cubicBezTo>
                <a:cubicBezTo>
                  <a:pt x="37" y="153"/>
                  <a:pt x="37" y="153"/>
                  <a:pt x="37" y="153"/>
                </a:cubicBezTo>
                <a:cubicBezTo>
                  <a:pt x="35" y="153"/>
                  <a:pt x="34" y="152"/>
                  <a:pt x="34" y="150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6"/>
                  <a:pt x="35" y="135"/>
                  <a:pt x="37" y="135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3" y="135"/>
                  <a:pt x="44" y="133"/>
                  <a:pt x="43" y="132"/>
                </a:cubicBezTo>
                <a:cubicBezTo>
                  <a:pt x="31" y="113"/>
                  <a:pt x="41" y="80"/>
                  <a:pt x="61" y="73"/>
                </a:cubicBezTo>
                <a:cubicBezTo>
                  <a:pt x="63" y="72"/>
                  <a:pt x="64" y="70"/>
                  <a:pt x="63" y="68"/>
                </a:cubicBezTo>
                <a:cubicBezTo>
                  <a:pt x="57" y="59"/>
                  <a:pt x="51" y="50"/>
                  <a:pt x="45" y="41"/>
                </a:cubicBezTo>
                <a:cubicBezTo>
                  <a:pt x="63" y="27"/>
                  <a:pt x="63" y="27"/>
                  <a:pt x="63" y="27"/>
                </a:cubicBezTo>
                <a:cubicBezTo>
                  <a:pt x="77" y="47"/>
                  <a:pt x="102" y="78"/>
                  <a:pt x="104" y="82"/>
                </a:cubicBezTo>
                <a:cubicBezTo>
                  <a:pt x="98" y="86"/>
                  <a:pt x="98" y="86"/>
                  <a:pt x="98" y="86"/>
                </a:cubicBezTo>
                <a:cubicBezTo>
                  <a:pt x="103" y="92"/>
                  <a:pt x="103" y="92"/>
                  <a:pt x="103" y="92"/>
                </a:cubicBezTo>
                <a:cubicBezTo>
                  <a:pt x="104" y="93"/>
                  <a:pt x="104" y="94"/>
                  <a:pt x="104" y="95"/>
                </a:cubicBezTo>
                <a:cubicBezTo>
                  <a:pt x="104" y="96"/>
                  <a:pt x="103" y="97"/>
                  <a:pt x="102" y="98"/>
                </a:cubicBezTo>
                <a:cubicBezTo>
                  <a:pt x="101" y="99"/>
                  <a:pt x="101" y="99"/>
                  <a:pt x="101" y="99"/>
                </a:cubicBezTo>
                <a:cubicBezTo>
                  <a:pt x="99" y="101"/>
                  <a:pt x="96" y="100"/>
                  <a:pt x="95" y="99"/>
                </a:cubicBezTo>
                <a:cubicBezTo>
                  <a:pt x="90" y="92"/>
                  <a:pt x="90" y="92"/>
                  <a:pt x="90" y="92"/>
                </a:cubicBezTo>
                <a:cubicBezTo>
                  <a:pt x="83" y="97"/>
                  <a:pt x="83" y="97"/>
                  <a:pt x="83" y="97"/>
                </a:cubicBezTo>
                <a:cubicBezTo>
                  <a:pt x="81" y="94"/>
                  <a:pt x="77" y="89"/>
                  <a:pt x="74" y="84"/>
                </a:cubicBezTo>
                <a:cubicBezTo>
                  <a:pt x="72" y="83"/>
                  <a:pt x="70" y="82"/>
                  <a:pt x="68" y="83"/>
                </a:cubicBezTo>
                <a:cubicBezTo>
                  <a:pt x="56" y="88"/>
                  <a:pt x="48" y="100"/>
                  <a:pt x="48" y="111"/>
                </a:cubicBezTo>
                <a:cubicBezTo>
                  <a:pt x="49" y="139"/>
                  <a:pt x="83" y="135"/>
                  <a:pt x="116" y="134"/>
                </a:cubicBezTo>
                <a:cubicBezTo>
                  <a:pt x="118" y="134"/>
                  <a:pt x="120" y="136"/>
                  <a:pt x="120" y="138"/>
                </a:cubicBezTo>
                <a:lnTo>
                  <a:pt x="120" y="150"/>
                </a:lnTo>
                <a:close/>
                <a:moveTo>
                  <a:pt x="113" y="115"/>
                </a:moveTo>
                <a:cubicBezTo>
                  <a:pt x="102" y="122"/>
                  <a:pt x="92" y="125"/>
                  <a:pt x="90" y="122"/>
                </a:cubicBezTo>
                <a:cubicBezTo>
                  <a:pt x="88" y="120"/>
                  <a:pt x="95" y="111"/>
                  <a:pt x="105" y="104"/>
                </a:cubicBezTo>
                <a:cubicBezTo>
                  <a:pt x="116" y="97"/>
                  <a:pt x="126" y="93"/>
                  <a:pt x="128" y="96"/>
                </a:cubicBezTo>
                <a:cubicBezTo>
                  <a:pt x="130" y="99"/>
                  <a:pt x="123" y="107"/>
                  <a:pt x="113" y="115"/>
                </a:cubicBezTo>
                <a:close/>
                <a:moveTo>
                  <a:pt x="113" y="115"/>
                </a:moveTo>
                <a:cubicBezTo>
                  <a:pt x="113" y="115"/>
                  <a:pt x="113" y="115"/>
                  <a:pt x="113" y="115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6" name="Group 55">
            <a:extLst>
              <a:ext uri="{FF2B5EF4-FFF2-40B4-BE49-F238E27FC236}">
                <a16:creationId xmlns:a16="http://schemas.microsoft.com/office/drawing/2014/main" id="{12EF730A-2EB5-CF45-A96A-B6D9FC9BB37F}"/>
              </a:ext>
            </a:extLst>
          </p:cNvPr>
          <p:cNvGrpSpPr/>
          <p:nvPr/>
        </p:nvGrpSpPr>
        <p:grpSpPr>
          <a:xfrm>
            <a:off x="9021053" y="3817579"/>
            <a:ext cx="2201704" cy="1080197"/>
            <a:chOff x="965101" y="1969621"/>
            <a:chExt cx="1651278" cy="810147"/>
          </a:xfrm>
        </p:grpSpPr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49FF0C0A-84FC-554A-82CA-5F96C5389232}"/>
                </a:ext>
              </a:extLst>
            </p:cNvPr>
            <p:cNvSpPr txBox="1"/>
            <p:nvPr/>
          </p:nvSpPr>
          <p:spPr>
            <a:xfrm>
              <a:off x="965101" y="1969621"/>
              <a:ext cx="1651278" cy="2308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1375467"/>
              <a:r>
                <a:rPr lang="zh-CN" altLang="en-US" sz="2000" b="1" dirty="0">
                  <a:solidFill>
                    <a:srgbClr val="D2413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标题</a:t>
              </a:r>
              <a:endParaRPr 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TextBox 57">
              <a:extLst>
                <a:ext uri="{FF2B5EF4-FFF2-40B4-BE49-F238E27FC236}">
                  <a16:creationId xmlns:a16="http://schemas.microsoft.com/office/drawing/2014/main" id="{51414EFA-3C7C-4843-8AAB-8A687213CDEA}"/>
                </a:ext>
              </a:extLst>
            </p:cNvPr>
            <p:cNvSpPr txBox="1"/>
            <p:nvPr/>
          </p:nvSpPr>
          <p:spPr>
            <a:xfrm>
              <a:off x="965102" y="2225770"/>
              <a:ext cx="165127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just" defTabSz="1375467">
                <a:defRPr sz="1600">
                  <a:solidFill>
                    <a:srgbClr val="262626">
                      <a:lumMod val="50000"/>
                      <a:lumOff val="50000"/>
                    </a:srgb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</a:lstStyle>
            <a:p>
              <a:r>
                <a:rPr lang="zh-CN" altLang="en-US" dirty="0"/>
                <a:t>此处为具体描述文字</a:t>
              </a:r>
              <a:r>
                <a:rPr lang="en-US" altLang="zh-CN" dirty="0"/>
                <a:t>——</a:t>
              </a:r>
              <a:r>
                <a:rPr lang="zh-CN" altLang="en-US" dirty="0"/>
                <a:t>山不在高，有仙则名。水不在深，有龙则灵。</a:t>
              </a:r>
              <a:endParaRPr lang="en-US" altLang="zh-CN" dirty="0"/>
            </a:p>
          </p:txBody>
        </p:sp>
      </p:grpSp>
      <p:sp>
        <p:nvSpPr>
          <p:cNvPr id="29" name="Oval 58">
            <a:extLst>
              <a:ext uri="{FF2B5EF4-FFF2-40B4-BE49-F238E27FC236}">
                <a16:creationId xmlns:a16="http://schemas.microsoft.com/office/drawing/2014/main" id="{112942F5-73B3-2E45-889B-AF1A227FEAB7}"/>
              </a:ext>
            </a:extLst>
          </p:cNvPr>
          <p:cNvSpPr/>
          <p:nvPr/>
        </p:nvSpPr>
        <p:spPr>
          <a:xfrm>
            <a:off x="9409123" y="2270512"/>
            <a:ext cx="1425565" cy="138474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ounded Rectangle 59">
            <a:extLst>
              <a:ext uri="{FF2B5EF4-FFF2-40B4-BE49-F238E27FC236}">
                <a16:creationId xmlns:a16="http://schemas.microsoft.com/office/drawing/2014/main" id="{93639E05-E3EF-CF42-8618-FAEE54D5FB3A}"/>
              </a:ext>
            </a:extLst>
          </p:cNvPr>
          <p:cNvSpPr/>
          <p:nvPr/>
        </p:nvSpPr>
        <p:spPr>
          <a:xfrm>
            <a:off x="8920394" y="5520968"/>
            <a:ext cx="2403025" cy="61447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 rtl="1"/>
            <a:r>
              <a:rPr lang="zh-CN" altLang="en-US" sz="2000" b="1" dirty="0">
                <a:solidFill>
                  <a:srgbClr val="FFFFFF">
                    <a:lumMod val="9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关键词</a:t>
            </a:r>
            <a:endParaRPr lang="en-US" sz="2000" b="1" dirty="0">
              <a:solidFill>
                <a:srgbClr val="FFFFFF">
                  <a:lumMod val="9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1" name="Group 67">
            <a:extLst>
              <a:ext uri="{FF2B5EF4-FFF2-40B4-BE49-F238E27FC236}">
                <a16:creationId xmlns:a16="http://schemas.microsoft.com/office/drawing/2014/main" id="{B132EA15-9208-B543-8EE9-F7C8ED22948B}"/>
              </a:ext>
            </a:extLst>
          </p:cNvPr>
          <p:cNvGrpSpPr/>
          <p:nvPr/>
        </p:nvGrpSpPr>
        <p:grpSpPr>
          <a:xfrm>
            <a:off x="9745134" y="2585093"/>
            <a:ext cx="768351" cy="772584"/>
            <a:chOff x="7299325" y="1482725"/>
            <a:chExt cx="576263" cy="579438"/>
          </a:xfrm>
          <a:solidFill>
            <a:schemeClr val="bg1"/>
          </a:solidFill>
        </p:grpSpPr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B57FCAE6-B10D-734F-81D2-673E0D118E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9325" y="1482725"/>
              <a:ext cx="576263" cy="357188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28" y="54"/>
                </a:cxn>
                <a:cxn ang="0">
                  <a:pos x="38" y="17"/>
                </a:cxn>
                <a:cxn ang="0">
                  <a:pos x="42" y="14"/>
                </a:cxn>
                <a:cxn ang="0">
                  <a:pos x="45" y="17"/>
                </a:cxn>
                <a:cxn ang="0">
                  <a:pos x="49" y="63"/>
                </a:cxn>
                <a:cxn ang="0">
                  <a:pos x="55" y="33"/>
                </a:cxn>
                <a:cxn ang="0">
                  <a:pos x="59" y="30"/>
                </a:cxn>
                <a:cxn ang="0">
                  <a:pos x="63" y="32"/>
                </a:cxn>
                <a:cxn ang="0">
                  <a:pos x="71" y="54"/>
                </a:cxn>
                <a:cxn ang="0">
                  <a:pos x="102" y="55"/>
                </a:cxn>
                <a:cxn ang="0">
                  <a:pos x="102" y="51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51" y="0"/>
                </a:cxn>
              </a:cxnLst>
              <a:rect l="0" t="0" r="r" b="b"/>
              <a:pathLst>
                <a:path w="102" h="63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52"/>
                    <a:pt x="0" y="53"/>
                    <a:pt x="0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5"/>
                    <a:pt x="40" y="14"/>
                    <a:pt x="42" y="14"/>
                  </a:cubicBezTo>
                  <a:cubicBezTo>
                    <a:pt x="43" y="14"/>
                    <a:pt x="45" y="15"/>
                    <a:pt x="45" y="17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1"/>
                    <a:pt x="57" y="30"/>
                    <a:pt x="59" y="30"/>
                  </a:cubicBezTo>
                  <a:cubicBezTo>
                    <a:pt x="61" y="30"/>
                    <a:pt x="62" y="31"/>
                    <a:pt x="63" y="32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53"/>
                    <a:pt x="102" y="52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D7ED45F7-4989-1442-9E19-F8F827EF82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4088" y="1709738"/>
              <a:ext cx="566738" cy="352425"/>
            </a:xfrm>
            <a:custGeom>
              <a:avLst/>
              <a:gdLst/>
              <a:ahLst/>
              <a:cxnLst>
                <a:cxn ang="0">
                  <a:pos x="63" y="19"/>
                </a:cxn>
                <a:cxn ang="0">
                  <a:pos x="59" y="7"/>
                </a:cxn>
                <a:cxn ang="0">
                  <a:pos x="50" y="50"/>
                </a:cxn>
                <a:cxn ang="0">
                  <a:pos x="46" y="53"/>
                </a:cxn>
                <a:cxn ang="0">
                  <a:pos x="46" y="53"/>
                </a:cxn>
                <a:cxn ang="0">
                  <a:pos x="43" y="50"/>
                </a:cxn>
                <a:cxn ang="0">
                  <a:pos x="38" y="0"/>
                </a:cxn>
                <a:cxn ang="0">
                  <a:pos x="34" y="19"/>
                </a:cxn>
                <a:cxn ang="0">
                  <a:pos x="30" y="22"/>
                </a:cxn>
                <a:cxn ang="0">
                  <a:pos x="0" y="22"/>
                </a:cxn>
                <a:cxn ang="0">
                  <a:pos x="50" y="62"/>
                </a:cxn>
                <a:cxn ang="0">
                  <a:pos x="100" y="22"/>
                </a:cxn>
                <a:cxn ang="0">
                  <a:pos x="67" y="22"/>
                </a:cxn>
                <a:cxn ang="0">
                  <a:pos x="63" y="19"/>
                </a:cxn>
                <a:cxn ang="0">
                  <a:pos x="63" y="19"/>
                </a:cxn>
                <a:cxn ang="0">
                  <a:pos x="63" y="19"/>
                </a:cxn>
              </a:cxnLst>
              <a:rect l="0" t="0" r="r" b="b"/>
              <a:pathLst>
                <a:path w="100" h="62">
                  <a:moveTo>
                    <a:pt x="63" y="19"/>
                  </a:moveTo>
                  <a:cubicBezTo>
                    <a:pt x="59" y="7"/>
                    <a:pt x="59" y="7"/>
                    <a:pt x="59" y="7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52"/>
                    <a:pt x="48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4" y="53"/>
                    <a:pt x="43" y="52"/>
                    <a:pt x="43" y="5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1"/>
                    <a:pt x="32" y="22"/>
                    <a:pt x="3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45"/>
                    <a:pt x="26" y="62"/>
                    <a:pt x="50" y="62"/>
                  </a:cubicBezTo>
                  <a:cubicBezTo>
                    <a:pt x="75" y="62"/>
                    <a:pt x="95" y="45"/>
                    <a:pt x="100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5" y="22"/>
                    <a:pt x="64" y="21"/>
                    <a:pt x="63" y="19"/>
                  </a:cubicBezTo>
                  <a:close/>
                  <a:moveTo>
                    <a:pt x="63" y="19"/>
                  </a:moveTo>
                  <a:cubicBezTo>
                    <a:pt x="63" y="19"/>
                    <a:pt x="63" y="19"/>
                    <a:pt x="6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622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FF97580C-59C8-EF46-AD5E-5E3B34025A60}"/>
              </a:ext>
            </a:extLst>
          </p:cNvPr>
          <p:cNvSpPr>
            <a:spLocks/>
          </p:cNvSpPr>
          <p:nvPr/>
        </p:nvSpPr>
        <p:spPr bwMode="auto">
          <a:xfrm>
            <a:off x="1272352" y="2846219"/>
            <a:ext cx="864883" cy="935595"/>
          </a:xfrm>
          <a:custGeom>
            <a:avLst/>
            <a:gdLst/>
            <a:ahLst/>
            <a:cxnLst>
              <a:cxn ang="0">
                <a:pos x="0" y="344"/>
              </a:cxn>
              <a:cxn ang="0">
                <a:pos x="0" y="0"/>
              </a:cxn>
              <a:cxn ang="0">
                <a:pos x="318" y="0"/>
              </a:cxn>
              <a:cxn ang="0">
                <a:pos x="318" y="344"/>
              </a:cxn>
            </a:cxnLst>
            <a:rect l="0" t="0" r="r" b="b"/>
            <a:pathLst>
              <a:path w="318" h="344">
                <a:moveTo>
                  <a:pt x="0" y="344"/>
                </a:moveTo>
                <a:lnTo>
                  <a:pt x="0" y="0"/>
                </a:lnTo>
                <a:lnTo>
                  <a:pt x="318" y="0"/>
                </a:lnTo>
                <a:lnTo>
                  <a:pt x="318" y="344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8C8AD914-2680-8E44-B0FC-440E657367C4}"/>
              </a:ext>
            </a:extLst>
          </p:cNvPr>
          <p:cNvSpPr>
            <a:spLocks/>
          </p:cNvSpPr>
          <p:nvPr/>
        </p:nvSpPr>
        <p:spPr bwMode="auto">
          <a:xfrm>
            <a:off x="1272353" y="5065537"/>
            <a:ext cx="870321" cy="1063424"/>
          </a:xfrm>
          <a:custGeom>
            <a:avLst/>
            <a:gdLst/>
            <a:ahLst/>
            <a:cxnLst>
              <a:cxn ang="0">
                <a:pos x="134" y="0"/>
              </a:cxn>
              <a:cxn ang="0">
                <a:pos x="134" y="109"/>
              </a:cxn>
              <a:cxn ang="0">
                <a:pos x="67" y="165"/>
              </a:cxn>
              <a:cxn ang="0">
                <a:pos x="0" y="109"/>
              </a:cxn>
              <a:cxn ang="0">
                <a:pos x="0" y="0"/>
              </a:cxn>
              <a:cxn ang="0">
                <a:pos x="134" y="0"/>
              </a:cxn>
            </a:cxnLst>
            <a:rect l="0" t="0" r="r" b="b"/>
            <a:pathLst>
              <a:path w="134" h="165">
                <a:moveTo>
                  <a:pt x="134" y="0"/>
                </a:moveTo>
                <a:cubicBezTo>
                  <a:pt x="134" y="109"/>
                  <a:pt x="134" y="109"/>
                  <a:pt x="134" y="109"/>
                </a:cubicBezTo>
                <a:cubicBezTo>
                  <a:pt x="134" y="140"/>
                  <a:pt x="104" y="165"/>
                  <a:pt x="67" y="165"/>
                </a:cubicBezTo>
                <a:cubicBezTo>
                  <a:pt x="30" y="165"/>
                  <a:pt x="0" y="140"/>
                  <a:pt x="0" y="109"/>
                </a:cubicBezTo>
                <a:cubicBezTo>
                  <a:pt x="0" y="0"/>
                  <a:pt x="0" y="0"/>
                  <a:pt x="0" y="0"/>
                </a:cubicBezTo>
                <a:lnTo>
                  <a:pt x="134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DF94C0B-C76F-F544-80D9-916B6610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353" y="4225134"/>
            <a:ext cx="870321" cy="87304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B888F4EB-911C-D04D-8AAB-03CB9F85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353" y="3787252"/>
            <a:ext cx="870321" cy="43788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9" name="Group 128">
            <a:extLst>
              <a:ext uri="{FF2B5EF4-FFF2-40B4-BE49-F238E27FC236}">
                <a16:creationId xmlns:a16="http://schemas.microsoft.com/office/drawing/2014/main" id="{7BD4F721-7E7A-9946-B22A-553147A69C54}"/>
              </a:ext>
            </a:extLst>
          </p:cNvPr>
          <p:cNvGrpSpPr/>
          <p:nvPr/>
        </p:nvGrpSpPr>
        <p:grpSpPr>
          <a:xfrm>
            <a:off x="1272350" y="2799983"/>
            <a:ext cx="870323" cy="987268"/>
            <a:chOff x="1173169" y="1789252"/>
            <a:chExt cx="652742" cy="740451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D88ADC3E-32EC-D545-8F6F-B58CE84C3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169" y="1823928"/>
              <a:ext cx="652741" cy="705775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B59FEC7A-DAA4-404B-BDA7-7BCF57D10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170" y="1789252"/>
              <a:ext cx="652741" cy="6323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E120C9BE-EF4D-A641-8A13-A3C3DC1C8AF1}"/>
              </a:ext>
            </a:extLst>
          </p:cNvPr>
          <p:cNvGrpSpPr/>
          <p:nvPr/>
        </p:nvGrpSpPr>
        <p:grpSpPr>
          <a:xfrm>
            <a:off x="811519" y="1970460"/>
            <a:ext cx="1721420" cy="4330753"/>
            <a:chOff x="5381376" y="1311276"/>
            <a:chExt cx="1004780" cy="2527830"/>
          </a:xfrm>
        </p:grpSpPr>
        <p:sp>
          <p:nvSpPr>
            <p:cNvPr id="13" name="Arc 14">
              <a:extLst>
                <a:ext uri="{FF2B5EF4-FFF2-40B4-BE49-F238E27FC236}">
                  <a16:creationId xmlns:a16="http://schemas.microsoft.com/office/drawing/2014/main" id="{865F449D-24EB-BC41-9CCF-DBAAD6AE9E89}"/>
                </a:ext>
              </a:extLst>
            </p:cNvPr>
            <p:cNvSpPr/>
            <p:nvPr/>
          </p:nvSpPr>
          <p:spPr>
            <a:xfrm rot="5400000">
              <a:off x="5562231" y="3168259"/>
              <a:ext cx="660399" cy="681296"/>
            </a:xfrm>
            <a:prstGeom prst="arc">
              <a:avLst>
                <a:gd name="adj1" fmla="val 16200000"/>
                <a:gd name="adj2" fmla="val 5582293"/>
              </a:avLst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14" name="Straight Connector 16">
              <a:extLst>
                <a:ext uri="{FF2B5EF4-FFF2-40B4-BE49-F238E27FC236}">
                  <a16:creationId xmlns:a16="http://schemas.microsoft.com/office/drawing/2014/main" id="{2E7DDB6C-254E-8843-855D-5642A9790885}"/>
                </a:ext>
              </a:extLst>
            </p:cNvPr>
            <p:cNvCxnSpPr/>
            <p:nvPr/>
          </p:nvCxnSpPr>
          <p:spPr>
            <a:xfrm flipH="1" flipV="1">
              <a:off x="5551319" y="1599574"/>
              <a:ext cx="464" cy="1898973"/>
            </a:xfrm>
            <a:prstGeom prst="line">
              <a:avLst/>
            </a:prstGeom>
            <a:ln w="28575" cap="sq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7">
              <a:extLst>
                <a:ext uri="{FF2B5EF4-FFF2-40B4-BE49-F238E27FC236}">
                  <a16:creationId xmlns:a16="http://schemas.microsoft.com/office/drawing/2014/main" id="{816ACDE1-86A9-D54D-86BD-C37947C03023}"/>
                </a:ext>
              </a:extLst>
            </p:cNvPr>
            <p:cNvCxnSpPr/>
            <p:nvPr/>
          </p:nvCxnSpPr>
          <p:spPr>
            <a:xfrm flipH="1" flipV="1">
              <a:off x="6232615" y="1601956"/>
              <a:ext cx="464" cy="1916474"/>
            </a:xfrm>
            <a:prstGeom prst="line">
              <a:avLst/>
            </a:prstGeom>
            <a:ln w="28575" cap="sq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21">
              <a:extLst>
                <a:ext uri="{FF2B5EF4-FFF2-40B4-BE49-F238E27FC236}">
                  <a16:creationId xmlns:a16="http://schemas.microsoft.com/office/drawing/2014/main" id="{981FC0E7-05AF-8C48-BD83-9AF045BE14BE}"/>
                </a:ext>
              </a:extLst>
            </p:cNvPr>
            <p:cNvSpPr/>
            <p:nvPr/>
          </p:nvSpPr>
          <p:spPr>
            <a:xfrm>
              <a:off x="6098121" y="1311276"/>
              <a:ext cx="288035" cy="288035"/>
            </a:xfrm>
            <a:prstGeom prst="arc">
              <a:avLst>
                <a:gd name="adj1" fmla="val 16200000"/>
                <a:gd name="adj2" fmla="val 5619728"/>
              </a:avLst>
            </a:prstGeom>
            <a:ln w="28575" cap="sq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cxnSp>
          <p:nvCxnSpPr>
            <p:cNvPr id="17" name="Straight Connector 23">
              <a:extLst>
                <a:ext uri="{FF2B5EF4-FFF2-40B4-BE49-F238E27FC236}">
                  <a16:creationId xmlns:a16="http://schemas.microsoft.com/office/drawing/2014/main" id="{D82F5099-8206-C441-B420-8DBD880BC69B}"/>
                </a:ext>
              </a:extLst>
            </p:cNvPr>
            <p:cNvCxnSpPr>
              <a:stCxn id="16" idx="0"/>
            </p:cNvCxnSpPr>
            <p:nvPr/>
          </p:nvCxnSpPr>
          <p:spPr>
            <a:xfrm flipH="1">
              <a:off x="5525394" y="1311276"/>
              <a:ext cx="716745" cy="0"/>
            </a:xfrm>
            <a:prstGeom prst="line">
              <a:avLst/>
            </a:prstGeom>
            <a:ln w="28575" cap="sq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25">
              <a:extLst>
                <a:ext uri="{FF2B5EF4-FFF2-40B4-BE49-F238E27FC236}">
                  <a16:creationId xmlns:a16="http://schemas.microsoft.com/office/drawing/2014/main" id="{02036907-05B8-B34B-903B-1564421CD2C9}"/>
                </a:ext>
              </a:extLst>
            </p:cNvPr>
            <p:cNvSpPr/>
            <p:nvPr/>
          </p:nvSpPr>
          <p:spPr>
            <a:xfrm flipH="1">
              <a:off x="5381376" y="1311276"/>
              <a:ext cx="288035" cy="288035"/>
            </a:xfrm>
            <a:prstGeom prst="arc">
              <a:avLst>
                <a:gd name="adj1" fmla="val 16200000"/>
                <a:gd name="adj2" fmla="val 5619728"/>
              </a:avLst>
            </a:prstGeom>
            <a:ln w="28575" cap="sq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9" name="Group 91">
            <a:extLst>
              <a:ext uri="{FF2B5EF4-FFF2-40B4-BE49-F238E27FC236}">
                <a16:creationId xmlns:a16="http://schemas.microsoft.com/office/drawing/2014/main" id="{C220827D-A7FC-344F-8A6A-9DFA1E2EC606}"/>
              </a:ext>
            </a:extLst>
          </p:cNvPr>
          <p:cNvGrpSpPr/>
          <p:nvPr/>
        </p:nvGrpSpPr>
        <p:grpSpPr>
          <a:xfrm>
            <a:off x="1434221" y="1769210"/>
            <a:ext cx="605248" cy="809388"/>
            <a:chOff x="802535" y="1904963"/>
            <a:chExt cx="370651" cy="495666"/>
          </a:xfrm>
          <a:solidFill>
            <a:schemeClr val="accent4"/>
          </a:solidFill>
        </p:grpSpPr>
        <p:sp>
          <p:nvSpPr>
            <p:cNvPr id="20" name="Oval 92">
              <a:extLst>
                <a:ext uri="{FF2B5EF4-FFF2-40B4-BE49-F238E27FC236}">
                  <a16:creationId xmlns:a16="http://schemas.microsoft.com/office/drawing/2014/main" id="{67E8576C-4758-784B-BA8A-CB1FAE060D50}"/>
                </a:ext>
              </a:extLst>
            </p:cNvPr>
            <p:cNvSpPr/>
            <p:nvPr/>
          </p:nvSpPr>
          <p:spPr>
            <a:xfrm>
              <a:off x="935957" y="2063300"/>
              <a:ext cx="237229" cy="23722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Oval 93">
              <a:extLst>
                <a:ext uri="{FF2B5EF4-FFF2-40B4-BE49-F238E27FC236}">
                  <a16:creationId xmlns:a16="http://schemas.microsoft.com/office/drawing/2014/main" id="{1D512097-FB2B-6046-99D3-BDAE08364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535" y="2282014"/>
              <a:ext cx="118615" cy="1186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Oval 94">
              <a:extLst>
                <a:ext uri="{FF2B5EF4-FFF2-40B4-BE49-F238E27FC236}">
                  <a16:creationId xmlns:a16="http://schemas.microsoft.com/office/drawing/2014/main" id="{C7A59018-B70B-1F46-8E35-D6943A605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72" y="1904963"/>
              <a:ext cx="106754" cy="10675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3" name="Elbow Connector 101">
            <a:extLst>
              <a:ext uri="{FF2B5EF4-FFF2-40B4-BE49-F238E27FC236}">
                <a16:creationId xmlns:a16="http://schemas.microsoft.com/office/drawing/2014/main" id="{95D912B1-3F1F-A94C-B362-97E20841CC38}"/>
              </a:ext>
            </a:extLst>
          </p:cNvPr>
          <p:cNvCxnSpPr/>
          <p:nvPr/>
        </p:nvCxnSpPr>
        <p:spPr>
          <a:xfrm flipV="1">
            <a:off x="1713635" y="2460746"/>
            <a:ext cx="2400685" cy="930557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108">
            <a:extLst>
              <a:ext uri="{FF2B5EF4-FFF2-40B4-BE49-F238E27FC236}">
                <a16:creationId xmlns:a16="http://schemas.microsoft.com/office/drawing/2014/main" id="{CB2E73A0-F41B-7B4D-A697-EC3BA804C979}"/>
              </a:ext>
            </a:extLst>
          </p:cNvPr>
          <p:cNvCxnSpPr/>
          <p:nvPr/>
        </p:nvCxnSpPr>
        <p:spPr>
          <a:xfrm flipV="1">
            <a:off x="1713635" y="3612886"/>
            <a:ext cx="2400685" cy="380548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112">
            <a:extLst>
              <a:ext uri="{FF2B5EF4-FFF2-40B4-BE49-F238E27FC236}">
                <a16:creationId xmlns:a16="http://schemas.microsoft.com/office/drawing/2014/main" id="{6C7AF65D-AC22-C547-9843-C5F14193332E}"/>
              </a:ext>
            </a:extLst>
          </p:cNvPr>
          <p:cNvCxnSpPr/>
          <p:nvPr/>
        </p:nvCxnSpPr>
        <p:spPr>
          <a:xfrm>
            <a:off x="1713635" y="5568322"/>
            <a:ext cx="2400685" cy="195225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6082CE09-8950-614A-BBEE-32A4AC45BE0F}"/>
              </a:ext>
            </a:extLst>
          </p:cNvPr>
          <p:cNvSpPr txBox="1">
            <a:spLocks/>
          </p:cNvSpPr>
          <p:nvPr/>
        </p:nvSpPr>
        <p:spPr>
          <a:xfrm>
            <a:off x="4733103" y="2104096"/>
            <a:ext cx="2299972" cy="80021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67"/>
            <a:r>
              <a:rPr lang="zh-CN" altLang="en-US" sz="2000" b="1" dirty="0">
                <a:solidFill>
                  <a:srgbClr val="D2413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</a:t>
            </a:r>
            <a:endParaRPr lang="en-US" sz="2000" b="1" dirty="0">
              <a:solidFill>
                <a:srgbClr val="D2413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375467"/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</a:rPr>
              <a:t>此处为具体描述文字</a:t>
            </a:r>
            <a:r>
              <a:rPr lang="en-US" altLang="zh-CN" dirty="0">
                <a:solidFill>
                  <a:srgbClr val="262626">
                    <a:lumMod val="50000"/>
                    <a:lumOff val="50000"/>
                  </a:srgbClr>
                </a:solidFill>
              </a:rPr>
              <a:t>——</a:t>
            </a:r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</a:rPr>
              <a:t>山不在高，有仙则名。</a:t>
            </a:r>
            <a:endParaRPr lang="en-US" altLang="zh-CN" dirty="0">
              <a:solidFill>
                <a:srgbClr val="262626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33341DB-4D69-A847-8C70-5EE07D32F349}"/>
              </a:ext>
            </a:extLst>
          </p:cNvPr>
          <p:cNvSpPr txBox="1">
            <a:spLocks/>
          </p:cNvSpPr>
          <p:nvPr/>
        </p:nvSpPr>
        <p:spPr>
          <a:xfrm>
            <a:off x="4733103" y="3180643"/>
            <a:ext cx="2299972" cy="80021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67"/>
            <a:r>
              <a:rPr lang="zh-CN" altLang="en-US" sz="2000" b="1" dirty="0">
                <a:solidFill>
                  <a:srgbClr val="F09C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</a:t>
            </a:r>
            <a:endParaRPr lang="en-US" sz="2000" b="1" dirty="0">
              <a:solidFill>
                <a:srgbClr val="F09C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375467"/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</a:t>
            </a:r>
            <a:endParaRPr lang="en-US" altLang="zh-CN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6357C0E8-F378-0B44-8D2B-1EB90920FB11}"/>
              </a:ext>
            </a:extLst>
          </p:cNvPr>
          <p:cNvSpPr txBox="1">
            <a:spLocks/>
          </p:cNvSpPr>
          <p:nvPr/>
        </p:nvSpPr>
        <p:spPr>
          <a:xfrm>
            <a:off x="4733103" y="4257190"/>
            <a:ext cx="2299972" cy="80021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67"/>
            <a:r>
              <a:rPr lang="zh-CN" altLang="en-US" sz="2000" b="1" dirty="0">
                <a:solidFill>
                  <a:srgbClr val="189A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</a:t>
            </a:r>
            <a:endParaRPr lang="en-US" sz="2000" b="1" dirty="0">
              <a:solidFill>
                <a:srgbClr val="189A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375467"/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</a:t>
            </a:r>
            <a:endParaRPr lang="en-US" altLang="zh-CN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3841A47-FC25-9049-A5C7-6275AFE53EAA}"/>
              </a:ext>
            </a:extLst>
          </p:cNvPr>
          <p:cNvSpPr txBox="1">
            <a:spLocks/>
          </p:cNvSpPr>
          <p:nvPr/>
        </p:nvSpPr>
        <p:spPr>
          <a:xfrm>
            <a:off x="4733103" y="5333735"/>
            <a:ext cx="2299972" cy="80021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375467"/>
            <a:r>
              <a:rPr lang="zh-CN" altLang="en-US" sz="2000" b="1" dirty="0">
                <a:solidFill>
                  <a:srgbClr val="3777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</a:t>
            </a:r>
            <a:endParaRPr lang="en-US" sz="2000" b="1" dirty="0">
              <a:solidFill>
                <a:srgbClr val="3777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1375467"/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此处为具体描述文字</a:t>
            </a:r>
            <a:r>
              <a:rPr lang="en-US" altLang="zh-CN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山不在高，有仙则名。</a:t>
            </a:r>
            <a:endParaRPr lang="en-US" altLang="zh-CN" dirty="0">
              <a:solidFill>
                <a:srgbClr val="262626">
                  <a:lumMod val="65000"/>
                  <a:lumOff val="3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Straight Connector 51">
            <a:extLst>
              <a:ext uri="{FF2B5EF4-FFF2-40B4-BE49-F238E27FC236}">
                <a16:creationId xmlns:a16="http://schemas.microsoft.com/office/drawing/2014/main" id="{AF35707E-233B-3445-B470-A2EF6D3D6060}"/>
              </a:ext>
            </a:extLst>
          </p:cNvPr>
          <p:cNvCxnSpPr/>
          <p:nvPr/>
        </p:nvCxnSpPr>
        <p:spPr>
          <a:xfrm>
            <a:off x="1675914" y="4681513"/>
            <a:ext cx="2438407" cy="0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hart 56">
            <a:extLst>
              <a:ext uri="{FF2B5EF4-FFF2-40B4-BE49-F238E27FC236}">
                <a16:creationId xmlns:a16="http://schemas.microsoft.com/office/drawing/2014/main" id="{3BFCB771-B245-344A-8CD8-CD2412696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157213"/>
              </p:ext>
            </p:extLst>
          </p:nvPr>
        </p:nvGraphicFramePr>
        <p:xfrm>
          <a:off x="7167465" y="1856370"/>
          <a:ext cx="4443963" cy="4660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Freeform 45">
            <a:extLst>
              <a:ext uri="{FF2B5EF4-FFF2-40B4-BE49-F238E27FC236}">
                <a16:creationId xmlns:a16="http://schemas.microsoft.com/office/drawing/2014/main" id="{BB5478CE-436B-3648-88D2-EABA1734A549}"/>
              </a:ext>
            </a:extLst>
          </p:cNvPr>
          <p:cNvSpPr>
            <a:spLocks noEditPoints="1"/>
          </p:cNvSpPr>
          <p:nvPr/>
        </p:nvSpPr>
        <p:spPr bwMode="auto">
          <a:xfrm>
            <a:off x="4241616" y="2281165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3" name="Freeform 45">
            <a:extLst>
              <a:ext uri="{FF2B5EF4-FFF2-40B4-BE49-F238E27FC236}">
                <a16:creationId xmlns:a16="http://schemas.microsoft.com/office/drawing/2014/main" id="{0A7A5C82-2A0D-7A47-A7DF-3B31D99820E6}"/>
              </a:ext>
            </a:extLst>
          </p:cNvPr>
          <p:cNvSpPr>
            <a:spLocks noEditPoints="1"/>
          </p:cNvSpPr>
          <p:nvPr/>
        </p:nvSpPr>
        <p:spPr bwMode="auto">
          <a:xfrm>
            <a:off x="4241616" y="340370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4" name="Freeform 45">
            <a:extLst>
              <a:ext uri="{FF2B5EF4-FFF2-40B4-BE49-F238E27FC236}">
                <a16:creationId xmlns:a16="http://schemas.microsoft.com/office/drawing/2014/main" id="{9A3D3FEB-BA17-DC41-B634-947F6AC2A3A6}"/>
              </a:ext>
            </a:extLst>
          </p:cNvPr>
          <p:cNvSpPr>
            <a:spLocks noEditPoints="1"/>
          </p:cNvSpPr>
          <p:nvPr/>
        </p:nvSpPr>
        <p:spPr bwMode="auto">
          <a:xfrm>
            <a:off x="4241616" y="4488832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098B26BE-B88B-A144-93F7-2B381B556713}"/>
              </a:ext>
            </a:extLst>
          </p:cNvPr>
          <p:cNvSpPr>
            <a:spLocks noEditPoints="1"/>
          </p:cNvSpPr>
          <p:nvPr/>
        </p:nvSpPr>
        <p:spPr bwMode="auto">
          <a:xfrm>
            <a:off x="4241616" y="5563449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796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3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3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500"/>
                            </p:stCondLst>
                            <p:childTnLst>
                              <p:par>
                                <p:cTn id="10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3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0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31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6" grpId="0"/>
      <p:bldP spid="27" grpId="0"/>
      <p:bldP spid="28" grpId="0"/>
      <p:bldP spid="29" grpId="0"/>
      <p:bldGraphic spid="31" grpId="0">
        <p:bldSub>
          <a:bldChart bld="series"/>
        </p:bldSub>
      </p:bldGraphic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E0E4275-D87C-A741-AF0D-C5BE131D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E09BA96-B900-114A-8716-4C1BC1E0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75B8247-4A19-BD43-8C92-3EBDC8F84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AFC94257-E345-6042-9D66-78BD1B1E289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13024" y="406400"/>
            <a:ext cx="4005490" cy="493486"/>
          </a:xfr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195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9E7AD405-D0C9-E44F-B5C1-A6B044B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E91F434B-3FCB-9F4F-AC4F-545DCAF7094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7FDEF46-9995-4142-B01E-187160D30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611E39FD-266E-034B-8D1C-36CCF07E359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13024" y="406400"/>
            <a:ext cx="4005490" cy="493486"/>
          </a:xfr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7932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D2FED0D-A080-1B4F-B9ED-C25F86A35976}"/>
              </a:ext>
            </a:extLst>
          </p:cNvPr>
          <p:cNvGrpSpPr/>
          <p:nvPr/>
        </p:nvGrpSpPr>
        <p:grpSpPr>
          <a:xfrm>
            <a:off x="1759138" y="4351902"/>
            <a:ext cx="4249324" cy="1554845"/>
            <a:chOff x="2855913" y="-477838"/>
            <a:chExt cx="5757862" cy="2501900"/>
          </a:xfrm>
          <a:solidFill>
            <a:srgbClr val="004242"/>
          </a:solidFill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1DD9ED-6F2A-3249-85D2-F4A835BBD57C}"/>
                </a:ext>
              </a:extLst>
            </p:cNvPr>
            <p:cNvSpPr/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4242"/>
                </a:solidFill>
                <a:latin typeface="+mn-lt"/>
                <a:ea typeface="+mn-ea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2AD875F-5A17-D541-B646-02DA8A978623}"/>
                </a:ext>
              </a:extLst>
            </p:cNvPr>
            <p:cNvSpPr/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4242"/>
                </a:solidFill>
                <a:latin typeface="+mn-lt"/>
                <a:ea typeface="+mn-ea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2C2B104-0E7D-4446-B1D7-015EFD2B9186}"/>
                </a:ext>
              </a:extLst>
            </p:cNvPr>
            <p:cNvSpPr/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4242"/>
                </a:solidFill>
                <a:latin typeface="+mn-lt"/>
                <a:ea typeface="+mn-ea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C4230D9-38E7-6C4F-B0A2-DF80AE38C8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4242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59F9A5-296A-1445-8B38-6EBB166D9C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4242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4" name="标题 13">
            <a:extLst>
              <a:ext uri="{FF2B5EF4-FFF2-40B4-BE49-F238E27FC236}">
                <a16:creationId xmlns:a16="http://schemas.microsoft.com/office/drawing/2014/main" id="{AFD95553-22CF-8E41-9AB3-ADA4180A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6360DAC7-71AD-164C-84BB-7E57A0B695A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888ABFD3-FFF0-3A46-85E5-6DC1A4FD0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2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E178CED-DFC1-AF45-857E-7BE3E8A0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547614" y="1046491"/>
            <a:ext cx="2641600" cy="584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DEDF33-A743-0F48-A573-BF908645C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35044" y="1042879"/>
            <a:ext cx="2641600" cy="584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696F9F-8AC9-2B4A-A809-A779AED9F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41329" y="1042879"/>
            <a:ext cx="2641600" cy="584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E50B556-F8E8-B840-A9F0-2CE90B242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253900" y="1028700"/>
            <a:ext cx="2641600" cy="584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95A3A54-C597-A747-90DE-9D3181F47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800" y="5825362"/>
            <a:ext cx="2641600" cy="5842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12239EF-9AE9-CF4A-9EF9-C0E1378F41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1800" y="5094481"/>
            <a:ext cx="2641600" cy="5842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C9791DF-A27A-9B45-96EC-3D7FA3282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1800" y="3520072"/>
            <a:ext cx="2641600" cy="5842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C9030B4-996A-3446-8457-7B39986CC8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1800" y="4302192"/>
            <a:ext cx="2641600" cy="5842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6A12665-4611-1A44-BD38-7BC9CEA157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6000" y="4295346"/>
            <a:ext cx="2641600" cy="5842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B1464DF-3EC9-B548-838D-751B2C9558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6000" y="3574892"/>
            <a:ext cx="2641600" cy="5842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FC25C56-91DF-3940-902E-FD4D9F4D39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6000" y="5063777"/>
            <a:ext cx="2641600" cy="5842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05810C8-282D-3041-B98C-6885D17DD8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6000" y="5832208"/>
            <a:ext cx="2641600" cy="5842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FC86B6E-2198-214C-A40C-1AEDDF476B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2722474" y="1042879"/>
            <a:ext cx="2641600" cy="5842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366277B9-CE78-6540-AB13-82528AC2BF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3428759" y="1042879"/>
            <a:ext cx="2641600" cy="5842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A5E055B4-5F2F-B14D-A169-11B1B366329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2016189" y="1028700"/>
            <a:ext cx="2641600" cy="5842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AC378E1-E71D-624E-8279-DDBE144333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309904" y="1028700"/>
            <a:ext cx="2641600" cy="5842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D18D7AA-6DBE-9348-864F-CB3DA4451D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9400" y="5063777"/>
            <a:ext cx="2641600" cy="5842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48716F4-6F04-EE43-A9FF-95E1C0CEF7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29400" y="5832208"/>
            <a:ext cx="2641600" cy="5842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FDC61F2-A0CE-6E4B-BC15-B44648CE24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29400" y="4295346"/>
            <a:ext cx="2641600" cy="5842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EF477D8-B626-944C-B941-709906D1C3F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29400" y="3575824"/>
            <a:ext cx="2641600" cy="5842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AB3825CF-5F8C-2140-ADCD-2B35A079C8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3600" y="5015996"/>
            <a:ext cx="2641600" cy="5842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9096D6C1-D253-0941-8C61-79263F59C76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3600" y="5797449"/>
            <a:ext cx="2641600" cy="5842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ED7414EF-280B-9943-ABE9-B9518B4E189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3600" y="4311146"/>
            <a:ext cx="2641600" cy="58420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A95A52AD-7445-3440-98A1-A6F93A86155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3600" y="3574892"/>
            <a:ext cx="2641600" cy="5842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95730CC-8B8A-A343-BFA2-6E58AE54592C}"/>
              </a:ext>
            </a:extLst>
          </p:cNvPr>
          <p:cNvSpPr txBox="1"/>
          <p:nvPr/>
        </p:nvSpPr>
        <p:spPr>
          <a:xfrm>
            <a:off x="198625" y="94717"/>
            <a:ext cx="198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素材库页面</a:t>
            </a:r>
          </a:p>
        </p:txBody>
      </p:sp>
      <p:sp>
        <p:nvSpPr>
          <p:cNvPr id="2" name="图片占位符 1">
            <a:extLst>
              <a:ext uri="{FF2B5EF4-FFF2-40B4-BE49-F238E27FC236}">
                <a16:creationId xmlns:a16="http://schemas.microsoft.com/office/drawing/2014/main" id="{8A56AFA0-0235-FB42-BBA1-A9870B3A08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91932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5C7968F-4262-8B4A-B324-591660AB68F7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-143792" y="1397129"/>
            <a:ext cx="1119435" cy="1143702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6" name="Group 266">
            <a:extLst>
              <a:ext uri="{FF2B5EF4-FFF2-40B4-BE49-F238E27FC236}">
                <a16:creationId xmlns:a16="http://schemas.microsoft.com/office/drawing/2014/main" id="{419BDAC4-7FC1-EE43-8361-D447C2F71A24}"/>
              </a:ext>
            </a:extLst>
          </p:cNvPr>
          <p:cNvGrpSpPr/>
          <p:nvPr/>
        </p:nvGrpSpPr>
        <p:grpSpPr>
          <a:xfrm>
            <a:off x="3322024" y="1643617"/>
            <a:ext cx="964862" cy="509083"/>
            <a:chOff x="671967" y="3285717"/>
            <a:chExt cx="1175890" cy="620426"/>
          </a:xfrm>
        </p:grpSpPr>
        <p:sp>
          <p:nvSpPr>
            <p:cNvPr id="7" name="Left-Right Arrow Callout 218">
              <a:extLst>
                <a:ext uri="{FF2B5EF4-FFF2-40B4-BE49-F238E27FC236}">
                  <a16:creationId xmlns:a16="http://schemas.microsoft.com/office/drawing/2014/main" id="{6BAD4686-E110-7942-B654-566D0A8B2CBE}"/>
                </a:ext>
              </a:extLst>
            </p:cNvPr>
            <p:cNvSpPr/>
            <p:nvPr/>
          </p:nvSpPr>
          <p:spPr>
            <a:xfrm>
              <a:off x="671967" y="3285717"/>
              <a:ext cx="1175890" cy="620426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8680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TextBox 219">
              <a:extLst>
                <a:ext uri="{FF2B5EF4-FFF2-40B4-BE49-F238E27FC236}">
                  <a16:creationId xmlns:a16="http://schemas.microsoft.com/office/drawing/2014/main" id="{3B830449-CCBE-E44D-95C3-500CA8F83884}"/>
                </a:ext>
              </a:extLst>
            </p:cNvPr>
            <p:cNvSpPr txBox="1"/>
            <p:nvPr/>
          </p:nvSpPr>
          <p:spPr>
            <a:xfrm>
              <a:off x="803366" y="3411264"/>
              <a:ext cx="722241" cy="300073"/>
            </a:xfrm>
            <a:prstGeom prst="rightArrowCallout">
              <a:avLst>
                <a:gd name="adj1" fmla="val 25000"/>
                <a:gd name="adj2" fmla="val 25000"/>
                <a:gd name="adj3" fmla="val 25000"/>
                <a:gd name="adj4" fmla="val 90208"/>
              </a:avLst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375467"/>
              <a:r>
                <a:rPr lang="en-US" sz="1600" b="1" dirty="0">
                  <a:solidFill>
                    <a:srgbClr val="FFFFFF"/>
                  </a:solidFill>
                  <a:latin typeface="Arial"/>
                </a:rPr>
                <a:t>X%</a:t>
              </a:r>
            </a:p>
          </p:txBody>
        </p:sp>
      </p:grpSp>
      <p:grpSp>
        <p:nvGrpSpPr>
          <p:cNvPr id="11" name="Group 179">
            <a:extLst>
              <a:ext uri="{FF2B5EF4-FFF2-40B4-BE49-F238E27FC236}">
                <a16:creationId xmlns:a16="http://schemas.microsoft.com/office/drawing/2014/main" id="{7ABF5B9A-91B0-564A-A847-FF764FB78193}"/>
              </a:ext>
            </a:extLst>
          </p:cNvPr>
          <p:cNvGrpSpPr/>
          <p:nvPr/>
        </p:nvGrpSpPr>
        <p:grpSpPr>
          <a:xfrm>
            <a:off x="1317774" y="1432771"/>
            <a:ext cx="281298" cy="719929"/>
            <a:chOff x="5054600" y="1652588"/>
            <a:chExt cx="187325" cy="479424"/>
          </a:xfrm>
          <a:solidFill>
            <a:schemeClr val="accent1"/>
          </a:solidFill>
        </p:grpSpPr>
        <p:sp>
          <p:nvSpPr>
            <p:cNvPr id="12" name="Freeform 96">
              <a:extLst>
                <a:ext uri="{FF2B5EF4-FFF2-40B4-BE49-F238E27FC236}">
                  <a16:creationId xmlns:a16="http://schemas.microsoft.com/office/drawing/2014/main" id="{5D473EFB-C7C7-FD4A-BCBD-30C6101BC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733550"/>
              <a:ext cx="187325" cy="398462"/>
            </a:xfrm>
            <a:custGeom>
              <a:avLst/>
              <a:gdLst/>
              <a:ahLst/>
              <a:cxnLst>
                <a:cxn ang="0">
                  <a:pos x="55" y="1"/>
                </a:cxn>
                <a:cxn ang="0">
                  <a:pos x="19" y="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69"/>
                </a:cxn>
                <a:cxn ang="0">
                  <a:pos x="6" y="75"/>
                </a:cxn>
                <a:cxn ang="0">
                  <a:pos x="12" y="69"/>
                </a:cxn>
                <a:cxn ang="0">
                  <a:pos x="12" y="25"/>
                </a:cxn>
                <a:cxn ang="0">
                  <a:pos x="18" y="25"/>
                </a:cxn>
                <a:cxn ang="0">
                  <a:pos x="18" y="68"/>
                </a:cxn>
                <a:cxn ang="0">
                  <a:pos x="18" y="69"/>
                </a:cxn>
                <a:cxn ang="0">
                  <a:pos x="18" y="145"/>
                </a:cxn>
                <a:cxn ang="0">
                  <a:pos x="26" y="153"/>
                </a:cxn>
                <a:cxn ang="0">
                  <a:pos x="34" y="145"/>
                </a:cxn>
                <a:cxn ang="0">
                  <a:pos x="34" y="78"/>
                </a:cxn>
                <a:cxn ang="0">
                  <a:pos x="39" y="78"/>
                </a:cxn>
                <a:cxn ang="0">
                  <a:pos x="39" y="145"/>
                </a:cxn>
                <a:cxn ang="0">
                  <a:pos x="47" y="153"/>
                </a:cxn>
                <a:cxn ang="0">
                  <a:pos x="55" y="145"/>
                </a:cxn>
                <a:cxn ang="0">
                  <a:pos x="55" y="68"/>
                </a:cxn>
                <a:cxn ang="0">
                  <a:pos x="55" y="67"/>
                </a:cxn>
                <a:cxn ang="0">
                  <a:pos x="55" y="25"/>
                </a:cxn>
                <a:cxn ang="0">
                  <a:pos x="60" y="25"/>
                </a:cxn>
                <a:cxn ang="0">
                  <a:pos x="60" y="69"/>
                </a:cxn>
                <a:cxn ang="0">
                  <a:pos x="66" y="75"/>
                </a:cxn>
                <a:cxn ang="0">
                  <a:pos x="73" y="69"/>
                </a:cxn>
                <a:cxn ang="0">
                  <a:pos x="73" y="18"/>
                </a:cxn>
                <a:cxn ang="0">
                  <a:pos x="73" y="16"/>
                </a:cxn>
                <a:cxn ang="0">
                  <a:pos x="73" y="15"/>
                </a:cxn>
                <a:cxn ang="0">
                  <a:pos x="55" y="1"/>
                </a:cxn>
              </a:cxnLst>
              <a:rect l="0" t="0" r="r" b="b"/>
              <a:pathLst>
                <a:path w="73" h="153">
                  <a:moveTo>
                    <a:pt x="55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5" y="1"/>
                    <a:pt x="0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5"/>
                    <a:pt x="6" y="75"/>
                  </a:cubicBezTo>
                  <a:cubicBezTo>
                    <a:pt x="10" y="75"/>
                    <a:pt x="12" y="73"/>
                    <a:pt x="12" y="6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8" y="150"/>
                    <a:pt x="21" y="153"/>
                    <a:pt x="26" y="153"/>
                  </a:cubicBezTo>
                  <a:cubicBezTo>
                    <a:pt x="31" y="153"/>
                    <a:pt x="34" y="150"/>
                    <a:pt x="34" y="14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50"/>
                    <a:pt x="42" y="153"/>
                    <a:pt x="47" y="153"/>
                  </a:cubicBezTo>
                  <a:cubicBezTo>
                    <a:pt x="52" y="153"/>
                    <a:pt x="55" y="150"/>
                    <a:pt x="55" y="145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5" y="67"/>
                    <a:pt x="55" y="67"/>
                    <a:pt x="55" y="67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73"/>
                    <a:pt x="63" y="75"/>
                    <a:pt x="66" y="75"/>
                  </a:cubicBezTo>
                  <a:cubicBezTo>
                    <a:pt x="70" y="75"/>
                    <a:pt x="73" y="73"/>
                    <a:pt x="73" y="69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3" y="10"/>
                    <a:pt x="67" y="1"/>
                    <a:pt x="55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" name="Oval 97">
              <a:extLst>
                <a:ext uri="{FF2B5EF4-FFF2-40B4-BE49-F238E27FC236}">
                  <a16:creationId xmlns:a16="http://schemas.microsoft.com/office/drawing/2014/main" id="{BCFCB296-9435-E242-AB6B-83A571A80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1652588"/>
              <a:ext cx="74613" cy="7620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8" name="Group 259">
            <a:extLst>
              <a:ext uri="{FF2B5EF4-FFF2-40B4-BE49-F238E27FC236}">
                <a16:creationId xmlns:a16="http://schemas.microsoft.com/office/drawing/2014/main" id="{9A4F74AC-9E68-8C45-A6EF-80C6B204188C}"/>
              </a:ext>
            </a:extLst>
          </p:cNvPr>
          <p:cNvGrpSpPr/>
          <p:nvPr/>
        </p:nvGrpSpPr>
        <p:grpSpPr>
          <a:xfrm>
            <a:off x="1774917" y="1437541"/>
            <a:ext cx="310228" cy="717825"/>
            <a:chOff x="6913466" y="1930294"/>
            <a:chExt cx="328336" cy="704884"/>
          </a:xfrm>
          <a:solidFill>
            <a:srgbClr val="42929D"/>
          </a:solidFill>
        </p:grpSpPr>
        <p:sp>
          <p:nvSpPr>
            <p:cNvPr id="19" name="Oval 98">
              <a:extLst>
                <a:ext uri="{FF2B5EF4-FFF2-40B4-BE49-F238E27FC236}">
                  <a16:creationId xmlns:a16="http://schemas.microsoft.com/office/drawing/2014/main" id="{B276C5EF-C142-C14E-BBBF-F40BA1936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973" y="1930294"/>
              <a:ext cx="105618" cy="10561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" name="Freeform 99">
              <a:extLst>
                <a:ext uri="{FF2B5EF4-FFF2-40B4-BE49-F238E27FC236}">
                  <a16:creationId xmlns:a16="http://schemas.microsoft.com/office/drawing/2014/main" id="{90EFAE33-78EA-814D-8A51-394B55D14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3466" y="2058872"/>
              <a:ext cx="328336" cy="576306"/>
            </a:xfrm>
            <a:custGeom>
              <a:avLst/>
              <a:gdLst/>
              <a:ahLst/>
              <a:cxnLst>
                <a:cxn ang="0">
                  <a:pos x="87" y="56"/>
                </a:cxn>
                <a:cxn ang="0">
                  <a:pos x="71" y="9"/>
                </a:cxn>
                <a:cxn ang="0">
                  <a:pos x="61" y="0"/>
                </a:cxn>
                <a:cxn ang="0">
                  <a:pos x="26" y="0"/>
                </a:cxn>
                <a:cxn ang="0">
                  <a:pos x="18" y="4"/>
                </a:cxn>
                <a:cxn ang="0">
                  <a:pos x="17" y="6"/>
                </a:cxn>
                <a:cxn ang="0">
                  <a:pos x="17" y="6"/>
                </a:cxn>
                <a:cxn ang="0">
                  <a:pos x="16" y="7"/>
                </a:cxn>
                <a:cxn ang="0">
                  <a:pos x="1" y="56"/>
                </a:cxn>
                <a:cxn ang="0">
                  <a:pos x="5" y="64"/>
                </a:cxn>
                <a:cxn ang="0">
                  <a:pos x="13" y="60"/>
                </a:cxn>
                <a:cxn ang="0">
                  <a:pos x="25" y="21"/>
                </a:cxn>
                <a:cxn ang="0">
                  <a:pos x="26" y="21"/>
                </a:cxn>
                <a:cxn ang="0">
                  <a:pos x="27" y="21"/>
                </a:cxn>
                <a:cxn ang="0">
                  <a:pos x="9" y="91"/>
                </a:cxn>
                <a:cxn ang="0">
                  <a:pos x="28" y="91"/>
                </a:cxn>
                <a:cxn ang="0">
                  <a:pos x="28" y="146"/>
                </a:cxn>
                <a:cxn ang="0">
                  <a:pos x="35" y="153"/>
                </a:cxn>
                <a:cxn ang="0">
                  <a:pos x="42" y="146"/>
                </a:cxn>
                <a:cxn ang="0">
                  <a:pos x="42" y="91"/>
                </a:cxn>
                <a:cxn ang="0">
                  <a:pos x="46" y="91"/>
                </a:cxn>
                <a:cxn ang="0">
                  <a:pos x="46" y="146"/>
                </a:cxn>
                <a:cxn ang="0">
                  <a:pos x="54" y="153"/>
                </a:cxn>
                <a:cxn ang="0">
                  <a:pos x="61" y="146"/>
                </a:cxn>
                <a:cxn ang="0">
                  <a:pos x="61" y="91"/>
                </a:cxn>
                <a:cxn ang="0">
                  <a:pos x="80" y="91"/>
                </a:cxn>
                <a:cxn ang="0">
                  <a:pos x="60" y="21"/>
                </a:cxn>
                <a:cxn ang="0">
                  <a:pos x="61" y="21"/>
                </a:cxn>
                <a:cxn ang="0">
                  <a:pos x="62" y="21"/>
                </a:cxn>
                <a:cxn ang="0">
                  <a:pos x="75" y="60"/>
                </a:cxn>
                <a:cxn ang="0">
                  <a:pos x="83" y="64"/>
                </a:cxn>
                <a:cxn ang="0">
                  <a:pos x="87" y="56"/>
                </a:cxn>
              </a:cxnLst>
              <a:rect l="0" t="0" r="r" b="b"/>
              <a:pathLst>
                <a:path w="88" h="153">
                  <a:moveTo>
                    <a:pt x="87" y="56"/>
                  </a:moveTo>
                  <a:cubicBezTo>
                    <a:pt x="71" y="9"/>
                    <a:pt x="71" y="9"/>
                    <a:pt x="71" y="9"/>
                  </a:cubicBezTo>
                  <a:cubicBezTo>
                    <a:pt x="71" y="4"/>
                    <a:pt x="67" y="0"/>
                    <a:pt x="6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19" y="1"/>
                    <a:pt x="18" y="4"/>
                  </a:cubicBezTo>
                  <a:cubicBezTo>
                    <a:pt x="17" y="5"/>
                    <a:pt x="17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5" y="64"/>
                  </a:cubicBezTo>
                  <a:cubicBezTo>
                    <a:pt x="8" y="65"/>
                    <a:pt x="12" y="63"/>
                    <a:pt x="13" y="60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28" y="91"/>
                    <a:pt x="28" y="91"/>
                    <a:pt x="28" y="9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0"/>
                    <a:pt x="31" y="153"/>
                    <a:pt x="35" y="153"/>
                  </a:cubicBezTo>
                  <a:cubicBezTo>
                    <a:pt x="39" y="153"/>
                    <a:pt x="42" y="150"/>
                    <a:pt x="42" y="146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50"/>
                    <a:pt x="50" y="153"/>
                    <a:pt x="54" y="153"/>
                  </a:cubicBezTo>
                  <a:cubicBezTo>
                    <a:pt x="58" y="153"/>
                    <a:pt x="61" y="150"/>
                    <a:pt x="61" y="146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77" y="63"/>
                    <a:pt x="80" y="65"/>
                    <a:pt x="83" y="64"/>
                  </a:cubicBezTo>
                  <a:cubicBezTo>
                    <a:pt x="87" y="63"/>
                    <a:pt x="88" y="59"/>
                    <a:pt x="87" y="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3" name="Group 137">
            <a:extLst>
              <a:ext uri="{FF2B5EF4-FFF2-40B4-BE49-F238E27FC236}">
                <a16:creationId xmlns:a16="http://schemas.microsoft.com/office/drawing/2014/main" id="{8F76AD22-B8AC-5C48-AFAD-3C7BC4C0500E}"/>
              </a:ext>
            </a:extLst>
          </p:cNvPr>
          <p:cNvGrpSpPr/>
          <p:nvPr/>
        </p:nvGrpSpPr>
        <p:grpSpPr>
          <a:xfrm>
            <a:off x="166803" y="2626026"/>
            <a:ext cx="551123" cy="1979228"/>
            <a:chOff x="3380232" y="2397753"/>
            <a:chExt cx="561758" cy="2017421"/>
          </a:xfrm>
        </p:grpSpPr>
        <p:sp>
          <p:nvSpPr>
            <p:cNvPr id="24" name="Rounded Rectangle 138">
              <a:extLst>
                <a:ext uri="{FF2B5EF4-FFF2-40B4-BE49-F238E27FC236}">
                  <a16:creationId xmlns:a16="http://schemas.microsoft.com/office/drawing/2014/main" id="{A1AB7A60-6FDB-C646-81D8-3C0B81363218}"/>
                </a:ext>
              </a:extLst>
            </p:cNvPr>
            <p:cNvSpPr/>
            <p:nvPr/>
          </p:nvSpPr>
          <p:spPr>
            <a:xfrm>
              <a:off x="3380232" y="4208259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Rounded Rectangle 139">
              <a:extLst>
                <a:ext uri="{FF2B5EF4-FFF2-40B4-BE49-F238E27FC236}">
                  <a16:creationId xmlns:a16="http://schemas.microsoft.com/office/drawing/2014/main" id="{7B2AA316-DD39-8348-8151-EBAA58FC08B8}"/>
                </a:ext>
              </a:extLst>
            </p:cNvPr>
            <p:cNvSpPr/>
            <p:nvPr/>
          </p:nvSpPr>
          <p:spPr>
            <a:xfrm>
              <a:off x="3380232" y="3949615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Rounded Rectangle 140">
              <a:extLst>
                <a:ext uri="{FF2B5EF4-FFF2-40B4-BE49-F238E27FC236}">
                  <a16:creationId xmlns:a16="http://schemas.microsoft.com/office/drawing/2014/main" id="{366DD65D-8A9C-5E4F-A2A8-45A2CD1F9107}"/>
                </a:ext>
              </a:extLst>
            </p:cNvPr>
            <p:cNvSpPr/>
            <p:nvPr/>
          </p:nvSpPr>
          <p:spPr>
            <a:xfrm>
              <a:off x="3380232" y="3690972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Rounded Rectangle 141">
              <a:extLst>
                <a:ext uri="{FF2B5EF4-FFF2-40B4-BE49-F238E27FC236}">
                  <a16:creationId xmlns:a16="http://schemas.microsoft.com/office/drawing/2014/main" id="{8B6945F0-F047-3545-B945-E30C6A3A87AE}"/>
                </a:ext>
              </a:extLst>
            </p:cNvPr>
            <p:cNvSpPr/>
            <p:nvPr/>
          </p:nvSpPr>
          <p:spPr>
            <a:xfrm>
              <a:off x="3380232" y="3432328"/>
              <a:ext cx="561758" cy="20691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Rounded Rectangle 142">
              <a:extLst>
                <a:ext uri="{FF2B5EF4-FFF2-40B4-BE49-F238E27FC236}">
                  <a16:creationId xmlns:a16="http://schemas.microsoft.com/office/drawing/2014/main" id="{413F0947-A813-0C4B-894B-B4C1C0A32283}"/>
                </a:ext>
              </a:extLst>
            </p:cNvPr>
            <p:cNvSpPr/>
            <p:nvPr/>
          </p:nvSpPr>
          <p:spPr>
            <a:xfrm>
              <a:off x="3380232" y="3173684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Rounded Rectangle 143">
              <a:extLst>
                <a:ext uri="{FF2B5EF4-FFF2-40B4-BE49-F238E27FC236}">
                  <a16:creationId xmlns:a16="http://schemas.microsoft.com/office/drawing/2014/main" id="{900960E7-C037-0A4D-8886-7DEAC16411F0}"/>
                </a:ext>
              </a:extLst>
            </p:cNvPr>
            <p:cNvSpPr/>
            <p:nvPr/>
          </p:nvSpPr>
          <p:spPr>
            <a:xfrm>
              <a:off x="3380232" y="2915041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Rounded Rectangle 144">
              <a:extLst>
                <a:ext uri="{FF2B5EF4-FFF2-40B4-BE49-F238E27FC236}">
                  <a16:creationId xmlns:a16="http://schemas.microsoft.com/office/drawing/2014/main" id="{6952C02C-2DF7-7649-A528-9D631E092C33}"/>
                </a:ext>
              </a:extLst>
            </p:cNvPr>
            <p:cNvSpPr/>
            <p:nvPr/>
          </p:nvSpPr>
          <p:spPr>
            <a:xfrm>
              <a:off x="3380232" y="2656397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Rounded Rectangle 145">
              <a:extLst>
                <a:ext uri="{FF2B5EF4-FFF2-40B4-BE49-F238E27FC236}">
                  <a16:creationId xmlns:a16="http://schemas.microsoft.com/office/drawing/2014/main" id="{827FE3E0-6E68-2142-B9B4-D34A48CAD1FB}"/>
                </a:ext>
              </a:extLst>
            </p:cNvPr>
            <p:cNvSpPr/>
            <p:nvPr/>
          </p:nvSpPr>
          <p:spPr>
            <a:xfrm>
              <a:off x="3380232" y="2397753"/>
              <a:ext cx="561758" cy="20691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7" name="Group 57">
            <a:extLst>
              <a:ext uri="{FF2B5EF4-FFF2-40B4-BE49-F238E27FC236}">
                <a16:creationId xmlns:a16="http://schemas.microsoft.com/office/drawing/2014/main" id="{43833E9E-2BE1-3541-AA09-3C23A027094F}"/>
              </a:ext>
            </a:extLst>
          </p:cNvPr>
          <p:cNvGrpSpPr/>
          <p:nvPr/>
        </p:nvGrpSpPr>
        <p:grpSpPr>
          <a:xfrm>
            <a:off x="3823409" y="2300615"/>
            <a:ext cx="592527" cy="572927"/>
            <a:chOff x="5659438" y="2249488"/>
            <a:chExt cx="623887" cy="603250"/>
          </a:xfrm>
          <a:solidFill>
            <a:srgbClr val="42929D"/>
          </a:solidFill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487438A-BD6E-BD46-85A3-EA73EC7A3E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8050" y="2249488"/>
              <a:ext cx="295275" cy="585788"/>
            </a:xfrm>
            <a:custGeom>
              <a:avLst/>
              <a:gdLst/>
              <a:ahLst/>
              <a:cxnLst>
                <a:cxn ang="0">
                  <a:pos x="0" y="148"/>
                </a:cxn>
                <a:cxn ang="0">
                  <a:pos x="0" y="50"/>
                </a:cxn>
                <a:cxn ang="0">
                  <a:pos x="51" y="0"/>
                </a:cxn>
                <a:cxn ang="0">
                  <a:pos x="101" y="50"/>
                </a:cxn>
                <a:cxn ang="0">
                  <a:pos x="101" y="148"/>
                </a:cxn>
                <a:cxn ang="0">
                  <a:pos x="51" y="199"/>
                </a:cxn>
                <a:cxn ang="0">
                  <a:pos x="0" y="148"/>
                </a:cxn>
                <a:cxn ang="0">
                  <a:pos x="9" y="50"/>
                </a:cxn>
                <a:cxn ang="0">
                  <a:pos x="9" y="148"/>
                </a:cxn>
                <a:cxn ang="0">
                  <a:pos x="51" y="190"/>
                </a:cxn>
                <a:cxn ang="0">
                  <a:pos x="92" y="148"/>
                </a:cxn>
                <a:cxn ang="0">
                  <a:pos x="92" y="50"/>
                </a:cxn>
                <a:cxn ang="0">
                  <a:pos x="51" y="9"/>
                </a:cxn>
                <a:cxn ang="0">
                  <a:pos x="9" y="50"/>
                </a:cxn>
              </a:cxnLst>
              <a:rect l="0" t="0" r="r" b="b"/>
              <a:pathLst>
                <a:path w="101" h="199">
                  <a:moveTo>
                    <a:pt x="0" y="148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23"/>
                    <a:pt x="23" y="0"/>
                    <a:pt x="51" y="0"/>
                  </a:cubicBezTo>
                  <a:cubicBezTo>
                    <a:pt x="78" y="0"/>
                    <a:pt x="101" y="23"/>
                    <a:pt x="101" y="50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76"/>
                    <a:pt x="78" y="199"/>
                    <a:pt x="51" y="199"/>
                  </a:cubicBezTo>
                  <a:cubicBezTo>
                    <a:pt x="23" y="199"/>
                    <a:pt x="0" y="176"/>
                    <a:pt x="0" y="148"/>
                  </a:cubicBezTo>
                  <a:moveTo>
                    <a:pt x="9" y="50"/>
                  </a:moveTo>
                  <a:cubicBezTo>
                    <a:pt x="9" y="148"/>
                    <a:pt x="9" y="148"/>
                    <a:pt x="9" y="148"/>
                  </a:cubicBezTo>
                  <a:cubicBezTo>
                    <a:pt x="9" y="171"/>
                    <a:pt x="28" y="190"/>
                    <a:pt x="51" y="190"/>
                  </a:cubicBezTo>
                  <a:cubicBezTo>
                    <a:pt x="74" y="190"/>
                    <a:pt x="92" y="171"/>
                    <a:pt x="92" y="148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27"/>
                    <a:pt x="74" y="9"/>
                    <a:pt x="51" y="9"/>
                  </a:cubicBezTo>
                  <a:cubicBezTo>
                    <a:pt x="28" y="9"/>
                    <a:pt x="9" y="27"/>
                    <a:pt x="9" y="5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ECD01A5D-F798-0A42-B742-B4AE1B3DE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7738" y="2559050"/>
              <a:ext cx="214313" cy="222250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73" y="39"/>
                </a:cxn>
                <a:cxn ang="0">
                  <a:pos x="37" y="76"/>
                </a:cxn>
                <a:cxn ang="0">
                  <a:pos x="0" y="39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6">
                  <a:moveTo>
                    <a:pt x="73" y="0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59"/>
                    <a:pt x="57" y="76"/>
                    <a:pt x="37" y="76"/>
                  </a:cubicBezTo>
                  <a:cubicBezTo>
                    <a:pt x="16" y="76"/>
                    <a:pt x="0" y="5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9967761-CF3C-F740-B480-7E878AF1F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8650" y="2543175"/>
              <a:ext cx="252413" cy="258763"/>
            </a:xfrm>
            <a:custGeom>
              <a:avLst/>
              <a:gdLst/>
              <a:ahLst/>
              <a:cxnLst>
                <a:cxn ang="0">
                  <a:pos x="86" y="34"/>
                </a:cxn>
                <a:cxn ang="0">
                  <a:pos x="68" y="66"/>
                </a:cxn>
                <a:cxn ang="0">
                  <a:pos x="22" y="78"/>
                </a:cxn>
                <a:cxn ang="0">
                  <a:pos x="9" y="32"/>
                </a:cxn>
                <a:cxn ang="0">
                  <a:pos x="27" y="0"/>
                </a:cxn>
                <a:cxn ang="0">
                  <a:pos x="86" y="34"/>
                </a:cxn>
              </a:cxnLst>
              <a:rect l="0" t="0" r="r" b="b"/>
              <a:pathLst>
                <a:path w="86" h="88">
                  <a:moveTo>
                    <a:pt x="86" y="34"/>
                  </a:moveTo>
                  <a:cubicBezTo>
                    <a:pt x="68" y="66"/>
                    <a:pt x="68" y="66"/>
                    <a:pt x="68" y="66"/>
                  </a:cubicBezTo>
                  <a:cubicBezTo>
                    <a:pt x="59" y="82"/>
                    <a:pt x="38" y="88"/>
                    <a:pt x="22" y="78"/>
                  </a:cubicBezTo>
                  <a:cubicBezTo>
                    <a:pt x="5" y="69"/>
                    <a:pt x="0" y="48"/>
                    <a:pt x="9" y="32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86" y="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8D55BE9-2A2E-9349-9A84-338345816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2320925"/>
              <a:ext cx="312738" cy="531813"/>
            </a:xfrm>
            <a:custGeom>
              <a:avLst/>
              <a:gdLst/>
              <a:ahLst/>
              <a:cxnLst>
                <a:cxn ang="0">
                  <a:pos x="13" y="104"/>
                </a:cxn>
                <a:cxn ang="0">
                  <a:pos x="59" y="26"/>
                </a:cxn>
                <a:cxn ang="0">
                  <a:pos x="107" y="3"/>
                </a:cxn>
                <a:cxn ang="0">
                  <a:pos x="107" y="12"/>
                </a:cxn>
                <a:cxn ang="0">
                  <a:pos x="66" y="30"/>
                </a:cxn>
                <a:cxn ang="0">
                  <a:pos x="20" y="109"/>
                </a:cxn>
                <a:cxn ang="0">
                  <a:pos x="35" y="161"/>
                </a:cxn>
                <a:cxn ang="0">
                  <a:pos x="87" y="147"/>
                </a:cxn>
                <a:cxn ang="0">
                  <a:pos x="107" y="114"/>
                </a:cxn>
                <a:cxn ang="0">
                  <a:pos x="107" y="130"/>
                </a:cxn>
                <a:cxn ang="0">
                  <a:pos x="95" y="151"/>
                </a:cxn>
                <a:cxn ang="0">
                  <a:pos x="30" y="169"/>
                </a:cxn>
                <a:cxn ang="0">
                  <a:pos x="13" y="104"/>
                </a:cxn>
              </a:cxnLst>
              <a:rect l="0" t="0" r="r" b="b"/>
              <a:pathLst>
                <a:path w="107" h="181">
                  <a:moveTo>
                    <a:pt x="13" y="104"/>
                  </a:moveTo>
                  <a:cubicBezTo>
                    <a:pt x="59" y="26"/>
                    <a:pt x="59" y="26"/>
                    <a:pt x="59" y="26"/>
                  </a:cubicBezTo>
                  <a:cubicBezTo>
                    <a:pt x="69" y="9"/>
                    <a:pt x="88" y="0"/>
                    <a:pt x="107" y="3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91" y="8"/>
                    <a:pt x="74" y="15"/>
                    <a:pt x="66" y="30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0" y="127"/>
                    <a:pt x="16" y="151"/>
                    <a:pt x="35" y="161"/>
                  </a:cubicBezTo>
                  <a:cubicBezTo>
                    <a:pt x="53" y="172"/>
                    <a:pt x="77" y="166"/>
                    <a:pt x="87" y="147"/>
                  </a:cubicBezTo>
                  <a:cubicBezTo>
                    <a:pt x="107" y="114"/>
                    <a:pt x="107" y="114"/>
                    <a:pt x="107" y="114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95" y="151"/>
                    <a:pt x="95" y="151"/>
                    <a:pt x="95" y="151"/>
                  </a:cubicBezTo>
                  <a:cubicBezTo>
                    <a:pt x="82" y="174"/>
                    <a:pt x="53" y="181"/>
                    <a:pt x="30" y="169"/>
                  </a:cubicBezTo>
                  <a:cubicBezTo>
                    <a:pt x="8" y="156"/>
                    <a:pt x="0" y="127"/>
                    <a:pt x="13" y="10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72" name="Freeform 74">
            <a:extLst>
              <a:ext uri="{FF2B5EF4-FFF2-40B4-BE49-F238E27FC236}">
                <a16:creationId xmlns:a16="http://schemas.microsoft.com/office/drawing/2014/main" id="{A76474FC-CD02-5E42-AEC2-38470C195780}"/>
              </a:ext>
            </a:extLst>
          </p:cNvPr>
          <p:cNvSpPr>
            <a:spLocks noEditPoints="1"/>
          </p:cNvSpPr>
          <p:nvPr/>
        </p:nvSpPr>
        <p:spPr bwMode="auto">
          <a:xfrm>
            <a:off x="1235455" y="2407513"/>
            <a:ext cx="521894" cy="466029"/>
          </a:xfrm>
          <a:custGeom>
            <a:avLst/>
            <a:gdLst/>
            <a:ahLst/>
            <a:cxnLst>
              <a:cxn ang="0">
                <a:pos x="176" y="29"/>
              </a:cxn>
              <a:cxn ang="0">
                <a:pos x="120" y="29"/>
              </a:cxn>
              <a:cxn ang="0">
                <a:pos x="120" y="0"/>
              </a:cxn>
              <a:cxn ang="0">
                <a:pos x="114" y="0"/>
              </a:cxn>
              <a:cxn ang="0">
                <a:pos x="110" y="0"/>
              </a:cxn>
              <a:cxn ang="0">
                <a:pos x="81" y="0"/>
              </a:cxn>
              <a:cxn ang="0">
                <a:pos x="71" y="0"/>
              </a:cxn>
              <a:cxn ang="0">
                <a:pos x="71" y="10"/>
              </a:cxn>
              <a:cxn ang="0">
                <a:pos x="71" y="29"/>
              </a:cxn>
              <a:cxn ang="0">
                <a:pos x="15" y="29"/>
              </a:cxn>
              <a:cxn ang="0">
                <a:pos x="0" y="44"/>
              </a:cxn>
              <a:cxn ang="0">
                <a:pos x="0" y="156"/>
              </a:cxn>
              <a:cxn ang="0">
                <a:pos x="15" y="171"/>
              </a:cxn>
              <a:cxn ang="0">
                <a:pos x="176" y="171"/>
              </a:cxn>
              <a:cxn ang="0">
                <a:pos x="192" y="156"/>
              </a:cxn>
              <a:cxn ang="0">
                <a:pos x="192" y="44"/>
              </a:cxn>
              <a:cxn ang="0">
                <a:pos x="176" y="29"/>
              </a:cxn>
              <a:cxn ang="0">
                <a:pos x="81" y="10"/>
              </a:cxn>
              <a:cxn ang="0">
                <a:pos x="110" y="10"/>
              </a:cxn>
              <a:cxn ang="0">
                <a:pos x="110" y="29"/>
              </a:cxn>
              <a:cxn ang="0">
                <a:pos x="81" y="29"/>
              </a:cxn>
              <a:cxn ang="0">
                <a:pos x="81" y="10"/>
              </a:cxn>
              <a:cxn ang="0">
                <a:pos x="134" y="107"/>
              </a:cxn>
              <a:cxn ang="0">
                <a:pos x="127" y="115"/>
              </a:cxn>
              <a:cxn ang="0">
                <a:pos x="111" y="115"/>
              </a:cxn>
              <a:cxn ang="0">
                <a:pos x="111" y="130"/>
              </a:cxn>
              <a:cxn ang="0">
                <a:pos x="103" y="138"/>
              </a:cxn>
              <a:cxn ang="0">
                <a:pos x="88" y="138"/>
              </a:cxn>
              <a:cxn ang="0">
                <a:pos x="80" y="130"/>
              </a:cxn>
              <a:cxn ang="0">
                <a:pos x="80" y="115"/>
              </a:cxn>
              <a:cxn ang="0">
                <a:pos x="65" y="115"/>
              </a:cxn>
              <a:cxn ang="0">
                <a:pos x="57" y="107"/>
              </a:cxn>
              <a:cxn ang="0">
                <a:pos x="57" y="92"/>
              </a:cxn>
              <a:cxn ang="0">
                <a:pos x="65" y="84"/>
              </a:cxn>
              <a:cxn ang="0">
                <a:pos x="80" y="84"/>
              </a:cxn>
              <a:cxn ang="0">
                <a:pos x="80" y="68"/>
              </a:cxn>
              <a:cxn ang="0">
                <a:pos x="88" y="61"/>
              </a:cxn>
              <a:cxn ang="0">
                <a:pos x="103" y="61"/>
              </a:cxn>
              <a:cxn ang="0">
                <a:pos x="111" y="68"/>
              </a:cxn>
              <a:cxn ang="0">
                <a:pos x="111" y="84"/>
              </a:cxn>
              <a:cxn ang="0">
                <a:pos x="127" y="84"/>
              </a:cxn>
              <a:cxn ang="0">
                <a:pos x="134" y="92"/>
              </a:cxn>
              <a:cxn ang="0">
                <a:pos x="134" y="107"/>
              </a:cxn>
            </a:cxnLst>
            <a:rect l="0" t="0" r="r" b="b"/>
            <a:pathLst>
              <a:path w="192" h="171">
                <a:moveTo>
                  <a:pt x="176" y="29"/>
                </a:moveTo>
                <a:cubicBezTo>
                  <a:pt x="120" y="29"/>
                  <a:pt x="120" y="29"/>
                  <a:pt x="120" y="29"/>
                </a:cubicBezTo>
                <a:cubicBezTo>
                  <a:pt x="120" y="0"/>
                  <a:pt x="120" y="0"/>
                  <a:pt x="120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0" y="0"/>
                  <a:pt x="110" y="0"/>
                  <a:pt x="110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29"/>
                  <a:pt x="71" y="29"/>
                  <a:pt x="71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7" y="29"/>
                  <a:pt x="0" y="36"/>
                  <a:pt x="0" y="44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64"/>
                  <a:pt x="7" y="171"/>
                  <a:pt x="15" y="171"/>
                </a:cubicBezTo>
                <a:cubicBezTo>
                  <a:pt x="176" y="171"/>
                  <a:pt x="176" y="171"/>
                  <a:pt x="176" y="171"/>
                </a:cubicBezTo>
                <a:cubicBezTo>
                  <a:pt x="185" y="171"/>
                  <a:pt x="192" y="164"/>
                  <a:pt x="192" y="156"/>
                </a:cubicBezTo>
                <a:cubicBezTo>
                  <a:pt x="192" y="44"/>
                  <a:pt x="192" y="44"/>
                  <a:pt x="192" y="44"/>
                </a:cubicBezTo>
                <a:cubicBezTo>
                  <a:pt x="192" y="36"/>
                  <a:pt x="185" y="29"/>
                  <a:pt x="176" y="29"/>
                </a:cubicBezTo>
                <a:moveTo>
                  <a:pt x="81" y="10"/>
                </a:moveTo>
                <a:cubicBezTo>
                  <a:pt x="110" y="10"/>
                  <a:pt x="110" y="10"/>
                  <a:pt x="110" y="10"/>
                </a:cubicBezTo>
                <a:cubicBezTo>
                  <a:pt x="110" y="29"/>
                  <a:pt x="110" y="29"/>
                  <a:pt x="110" y="29"/>
                </a:cubicBezTo>
                <a:cubicBezTo>
                  <a:pt x="81" y="29"/>
                  <a:pt x="81" y="29"/>
                  <a:pt x="81" y="29"/>
                </a:cubicBezTo>
                <a:lnTo>
                  <a:pt x="81" y="10"/>
                </a:lnTo>
                <a:close/>
                <a:moveTo>
                  <a:pt x="134" y="107"/>
                </a:moveTo>
                <a:cubicBezTo>
                  <a:pt x="134" y="111"/>
                  <a:pt x="131" y="115"/>
                  <a:pt x="127" y="115"/>
                </a:cubicBezTo>
                <a:cubicBezTo>
                  <a:pt x="111" y="115"/>
                  <a:pt x="111" y="115"/>
                  <a:pt x="111" y="115"/>
                </a:cubicBezTo>
                <a:cubicBezTo>
                  <a:pt x="111" y="130"/>
                  <a:pt x="111" y="130"/>
                  <a:pt x="111" y="130"/>
                </a:cubicBezTo>
                <a:cubicBezTo>
                  <a:pt x="111" y="135"/>
                  <a:pt x="108" y="138"/>
                  <a:pt x="103" y="138"/>
                </a:cubicBezTo>
                <a:cubicBezTo>
                  <a:pt x="88" y="138"/>
                  <a:pt x="88" y="138"/>
                  <a:pt x="88" y="138"/>
                </a:cubicBezTo>
                <a:cubicBezTo>
                  <a:pt x="84" y="138"/>
                  <a:pt x="80" y="135"/>
                  <a:pt x="80" y="130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0" y="115"/>
                  <a:pt x="57" y="111"/>
                  <a:pt x="57" y="107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88"/>
                  <a:pt x="60" y="84"/>
                  <a:pt x="65" y="84"/>
                </a:cubicBezTo>
                <a:cubicBezTo>
                  <a:pt x="80" y="84"/>
                  <a:pt x="80" y="84"/>
                  <a:pt x="80" y="84"/>
                </a:cubicBezTo>
                <a:cubicBezTo>
                  <a:pt x="80" y="68"/>
                  <a:pt x="80" y="68"/>
                  <a:pt x="80" y="68"/>
                </a:cubicBezTo>
                <a:cubicBezTo>
                  <a:pt x="80" y="64"/>
                  <a:pt x="84" y="61"/>
                  <a:pt x="88" y="61"/>
                </a:cubicBezTo>
                <a:cubicBezTo>
                  <a:pt x="103" y="61"/>
                  <a:pt x="103" y="61"/>
                  <a:pt x="103" y="61"/>
                </a:cubicBezTo>
                <a:cubicBezTo>
                  <a:pt x="108" y="61"/>
                  <a:pt x="111" y="64"/>
                  <a:pt x="111" y="68"/>
                </a:cubicBezTo>
                <a:cubicBezTo>
                  <a:pt x="111" y="84"/>
                  <a:pt x="111" y="84"/>
                  <a:pt x="111" y="84"/>
                </a:cubicBezTo>
                <a:cubicBezTo>
                  <a:pt x="127" y="84"/>
                  <a:pt x="127" y="84"/>
                  <a:pt x="127" y="84"/>
                </a:cubicBezTo>
                <a:cubicBezTo>
                  <a:pt x="131" y="84"/>
                  <a:pt x="134" y="88"/>
                  <a:pt x="134" y="92"/>
                </a:cubicBezTo>
                <a:lnTo>
                  <a:pt x="134" y="107"/>
                </a:lnTo>
                <a:close/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73" name="Freeform 121">
            <a:extLst>
              <a:ext uri="{FF2B5EF4-FFF2-40B4-BE49-F238E27FC236}">
                <a16:creationId xmlns:a16="http://schemas.microsoft.com/office/drawing/2014/main" id="{AF9592F6-CD2D-8548-BB19-3AEA83756647}"/>
              </a:ext>
            </a:extLst>
          </p:cNvPr>
          <p:cNvSpPr>
            <a:spLocks noEditPoints="1"/>
          </p:cNvSpPr>
          <p:nvPr/>
        </p:nvSpPr>
        <p:spPr bwMode="auto">
          <a:xfrm>
            <a:off x="2052704" y="2256008"/>
            <a:ext cx="537036" cy="617534"/>
          </a:xfrm>
          <a:custGeom>
            <a:avLst/>
            <a:gdLst/>
            <a:ahLst/>
            <a:cxnLst>
              <a:cxn ang="0">
                <a:pos x="227" y="284"/>
              </a:cxn>
              <a:cxn ang="0">
                <a:pos x="214" y="284"/>
              </a:cxn>
              <a:cxn ang="0">
                <a:pos x="264" y="189"/>
              </a:cxn>
              <a:cxn ang="0">
                <a:pos x="179" y="80"/>
              </a:cxn>
              <a:cxn ang="0">
                <a:pos x="200" y="39"/>
              </a:cxn>
              <a:cxn ang="0">
                <a:pos x="196" y="26"/>
              </a:cxn>
              <a:cxn ang="0">
                <a:pos x="145" y="2"/>
              </a:cxn>
              <a:cxn ang="0">
                <a:pos x="138" y="1"/>
              </a:cxn>
              <a:cxn ang="0">
                <a:pos x="132" y="7"/>
              </a:cxn>
              <a:cxn ang="0">
                <a:pos x="72" y="121"/>
              </a:cxn>
              <a:cxn ang="0">
                <a:pos x="80" y="147"/>
              </a:cxn>
              <a:cxn ang="0">
                <a:pos x="72" y="164"/>
              </a:cxn>
              <a:cxn ang="0">
                <a:pos x="106" y="180"/>
              </a:cxn>
              <a:cxn ang="0">
                <a:pos x="114" y="164"/>
              </a:cxn>
              <a:cxn ang="0">
                <a:pos x="114" y="164"/>
              </a:cxn>
              <a:cxn ang="0">
                <a:pos x="140" y="154"/>
              </a:cxn>
              <a:cxn ang="0">
                <a:pos x="161" y="115"/>
              </a:cxn>
              <a:cxn ang="0">
                <a:pos x="227" y="189"/>
              </a:cxn>
              <a:cxn ang="0">
                <a:pos x="151" y="265"/>
              </a:cxn>
              <a:cxn ang="0">
                <a:pos x="95" y="246"/>
              </a:cxn>
              <a:cxn ang="0">
                <a:pos x="95" y="237"/>
              </a:cxn>
              <a:cxn ang="0">
                <a:pos x="104" y="227"/>
              </a:cxn>
              <a:cxn ang="0">
                <a:pos x="151" y="227"/>
              </a:cxn>
              <a:cxn ang="0">
                <a:pos x="151" y="208"/>
              </a:cxn>
              <a:cxn ang="0">
                <a:pos x="79" y="208"/>
              </a:cxn>
              <a:cxn ang="0">
                <a:pos x="40" y="208"/>
              </a:cxn>
              <a:cxn ang="0">
                <a:pos x="0" y="208"/>
              </a:cxn>
              <a:cxn ang="0">
                <a:pos x="0" y="227"/>
              </a:cxn>
              <a:cxn ang="0">
                <a:pos x="45" y="227"/>
              </a:cxn>
              <a:cxn ang="0">
                <a:pos x="48" y="227"/>
              </a:cxn>
              <a:cxn ang="0">
                <a:pos x="57" y="237"/>
              </a:cxn>
              <a:cxn ang="0">
                <a:pos x="57" y="246"/>
              </a:cxn>
              <a:cxn ang="0">
                <a:pos x="57" y="284"/>
              </a:cxn>
              <a:cxn ang="0">
                <a:pos x="19" y="303"/>
              </a:cxn>
              <a:cxn ang="0">
                <a:pos x="264" y="303"/>
              </a:cxn>
              <a:cxn ang="0">
                <a:pos x="227" y="284"/>
              </a:cxn>
              <a:cxn ang="0">
                <a:pos x="161" y="26"/>
              </a:cxn>
              <a:cxn ang="0">
                <a:pos x="155" y="32"/>
              </a:cxn>
              <a:cxn ang="0">
                <a:pos x="111" y="114"/>
              </a:cxn>
              <a:cxn ang="0">
                <a:pos x="95" y="106"/>
              </a:cxn>
              <a:cxn ang="0">
                <a:pos x="96" y="102"/>
              </a:cxn>
              <a:cxn ang="0">
                <a:pos x="137" y="25"/>
              </a:cxn>
              <a:cxn ang="0">
                <a:pos x="143" y="20"/>
              </a:cxn>
              <a:cxn ang="0">
                <a:pos x="150" y="21"/>
              </a:cxn>
              <a:cxn ang="0">
                <a:pos x="161" y="26"/>
              </a:cxn>
              <a:cxn ang="0">
                <a:pos x="161" y="26"/>
              </a:cxn>
            </a:cxnLst>
            <a:rect l="0" t="0" r="r" b="b"/>
            <a:pathLst>
              <a:path w="264" h="303">
                <a:moveTo>
                  <a:pt x="227" y="284"/>
                </a:moveTo>
                <a:cubicBezTo>
                  <a:pt x="214" y="284"/>
                  <a:pt x="214" y="284"/>
                  <a:pt x="214" y="284"/>
                </a:cubicBezTo>
                <a:cubicBezTo>
                  <a:pt x="244" y="263"/>
                  <a:pt x="264" y="229"/>
                  <a:pt x="264" y="189"/>
                </a:cubicBezTo>
                <a:cubicBezTo>
                  <a:pt x="264" y="136"/>
                  <a:pt x="228" y="92"/>
                  <a:pt x="179" y="80"/>
                </a:cubicBezTo>
                <a:cubicBezTo>
                  <a:pt x="200" y="39"/>
                  <a:pt x="200" y="39"/>
                  <a:pt x="200" y="39"/>
                </a:cubicBezTo>
                <a:cubicBezTo>
                  <a:pt x="203" y="34"/>
                  <a:pt x="201" y="29"/>
                  <a:pt x="196" y="26"/>
                </a:cubicBezTo>
                <a:cubicBezTo>
                  <a:pt x="145" y="2"/>
                  <a:pt x="145" y="2"/>
                  <a:pt x="145" y="2"/>
                </a:cubicBezTo>
                <a:cubicBezTo>
                  <a:pt x="143" y="1"/>
                  <a:pt x="140" y="0"/>
                  <a:pt x="138" y="1"/>
                </a:cubicBezTo>
                <a:cubicBezTo>
                  <a:pt x="136" y="2"/>
                  <a:pt x="134" y="4"/>
                  <a:pt x="132" y="7"/>
                </a:cubicBezTo>
                <a:cubicBezTo>
                  <a:pt x="72" y="121"/>
                  <a:pt x="72" y="121"/>
                  <a:pt x="72" y="121"/>
                </a:cubicBezTo>
                <a:cubicBezTo>
                  <a:pt x="67" y="131"/>
                  <a:pt x="71" y="143"/>
                  <a:pt x="80" y="147"/>
                </a:cubicBezTo>
                <a:cubicBezTo>
                  <a:pt x="72" y="164"/>
                  <a:pt x="72" y="164"/>
                  <a:pt x="72" y="164"/>
                </a:cubicBezTo>
                <a:cubicBezTo>
                  <a:pt x="106" y="180"/>
                  <a:pt x="106" y="180"/>
                  <a:pt x="106" y="180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24" y="168"/>
                  <a:pt x="135" y="164"/>
                  <a:pt x="140" y="154"/>
                </a:cubicBezTo>
                <a:cubicBezTo>
                  <a:pt x="161" y="115"/>
                  <a:pt x="161" y="115"/>
                  <a:pt x="161" y="115"/>
                </a:cubicBezTo>
                <a:cubicBezTo>
                  <a:pt x="198" y="119"/>
                  <a:pt x="227" y="151"/>
                  <a:pt x="227" y="189"/>
                </a:cubicBezTo>
                <a:cubicBezTo>
                  <a:pt x="227" y="231"/>
                  <a:pt x="193" y="265"/>
                  <a:pt x="151" y="265"/>
                </a:cubicBezTo>
                <a:cubicBezTo>
                  <a:pt x="132" y="265"/>
                  <a:pt x="108" y="258"/>
                  <a:pt x="95" y="246"/>
                </a:cubicBezTo>
                <a:cubicBezTo>
                  <a:pt x="95" y="237"/>
                  <a:pt x="95" y="237"/>
                  <a:pt x="95" y="237"/>
                </a:cubicBezTo>
                <a:cubicBezTo>
                  <a:pt x="95" y="231"/>
                  <a:pt x="99" y="227"/>
                  <a:pt x="104" y="227"/>
                </a:cubicBezTo>
                <a:cubicBezTo>
                  <a:pt x="151" y="227"/>
                  <a:pt x="151" y="227"/>
                  <a:pt x="151" y="227"/>
                </a:cubicBezTo>
                <a:cubicBezTo>
                  <a:pt x="151" y="208"/>
                  <a:pt x="151" y="208"/>
                  <a:pt x="151" y="208"/>
                </a:cubicBezTo>
                <a:cubicBezTo>
                  <a:pt x="79" y="208"/>
                  <a:pt x="79" y="208"/>
                  <a:pt x="79" y="208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227"/>
                  <a:pt x="0" y="227"/>
                  <a:pt x="0" y="227"/>
                </a:cubicBezTo>
                <a:cubicBezTo>
                  <a:pt x="45" y="227"/>
                  <a:pt x="45" y="227"/>
                  <a:pt x="45" y="227"/>
                </a:cubicBezTo>
                <a:cubicBezTo>
                  <a:pt x="48" y="227"/>
                  <a:pt x="48" y="227"/>
                  <a:pt x="48" y="227"/>
                </a:cubicBezTo>
                <a:cubicBezTo>
                  <a:pt x="53" y="227"/>
                  <a:pt x="57" y="231"/>
                  <a:pt x="57" y="237"/>
                </a:cubicBezTo>
                <a:cubicBezTo>
                  <a:pt x="57" y="246"/>
                  <a:pt x="57" y="246"/>
                  <a:pt x="57" y="246"/>
                </a:cubicBezTo>
                <a:cubicBezTo>
                  <a:pt x="57" y="284"/>
                  <a:pt x="57" y="284"/>
                  <a:pt x="57" y="284"/>
                </a:cubicBezTo>
                <a:cubicBezTo>
                  <a:pt x="36" y="284"/>
                  <a:pt x="19" y="282"/>
                  <a:pt x="19" y="303"/>
                </a:cubicBezTo>
                <a:cubicBezTo>
                  <a:pt x="264" y="303"/>
                  <a:pt x="264" y="303"/>
                  <a:pt x="264" y="303"/>
                </a:cubicBezTo>
                <a:cubicBezTo>
                  <a:pt x="264" y="282"/>
                  <a:pt x="248" y="284"/>
                  <a:pt x="227" y="284"/>
                </a:cubicBezTo>
                <a:close/>
                <a:moveTo>
                  <a:pt x="161" y="26"/>
                </a:moveTo>
                <a:cubicBezTo>
                  <a:pt x="158" y="27"/>
                  <a:pt x="156" y="29"/>
                  <a:pt x="155" y="32"/>
                </a:cubicBezTo>
                <a:cubicBezTo>
                  <a:pt x="111" y="114"/>
                  <a:pt x="111" y="114"/>
                  <a:pt x="111" y="114"/>
                </a:cubicBezTo>
                <a:cubicBezTo>
                  <a:pt x="95" y="106"/>
                  <a:pt x="95" y="106"/>
                  <a:pt x="95" y="106"/>
                </a:cubicBezTo>
                <a:cubicBezTo>
                  <a:pt x="95" y="105"/>
                  <a:pt x="95" y="103"/>
                  <a:pt x="96" y="102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38" y="23"/>
                  <a:pt x="140" y="21"/>
                  <a:pt x="143" y="20"/>
                </a:cubicBezTo>
                <a:cubicBezTo>
                  <a:pt x="145" y="19"/>
                  <a:pt x="148" y="19"/>
                  <a:pt x="150" y="21"/>
                </a:cubicBezTo>
                <a:cubicBezTo>
                  <a:pt x="161" y="26"/>
                  <a:pt x="161" y="26"/>
                  <a:pt x="161" y="26"/>
                </a:cubicBezTo>
                <a:cubicBezTo>
                  <a:pt x="161" y="26"/>
                  <a:pt x="161" y="26"/>
                  <a:pt x="161" y="26"/>
                </a:cubicBezTo>
                <a:close/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74" name="Group 70">
            <a:extLst>
              <a:ext uri="{FF2B5EF4-FFF2-40B4-BE49-F238E27FC236}">
                <a16:creationId xmlns:a16="http://schemas.microsoft.com/office/drawing/2014/main" id="{B87BD84B-6EBC-434A-987E-591FE564E1AF}"/>
              </a:ext>
            </a:extLst>
          </p:cNvPr>
          <p:cNvGrpSpPr/>
          <p:nvPr/>
        </p:nvGrpSpPr>
        <p:grpSpPr>
          <a:xfrm>
            <a:off x="2885095" y="2468900"/>
            <a:ext cx="642959" cy="404642"/>
            <a:chOff x="3871913" y="3771900"/>
            <a:chExt cx="411163" cy="258763"/>
          </a:xfrm>
          <a:solidFill>
            <a:srgbClr val="42929D"/>
          </a:solidFill>
        </p:grpSpPr>
        <p:sp>
          <p:nvSpPr>
            <p:cNvPr id="75" name="Freeform 92">
              <a:extLst>
                <a:ext uri="{FF2B5EF4-FFF2-40B4-BE49-F238E27FC236}">
                  <a16:creationId xmlns:a16="http://schemas.microsoft.com/office/drawing/2014/main" id="{8CF244CE-BFF2-3642-B443-3126A5E8B4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1913" y="3771900"/>
              <a:ext cx="411163" cy="231775"/>
            </a:xfrm>
            <a:custGeom>
              <a:avLst/>
              <a:gdLst/>
              <a:ahLst/>
              <a:cxnLst>
                <a:cxn ang="0">
                  <a:pos x="128" y="7"/>
                </a:cxn>
                <a:cxn ang="0">
                  <a:pos x="53" y="7"/>
                </a:cxn>
                <a:cxn ang="0">
                  <a:pos x="53" y="7"/>
                </a:cxn>
                <a:cxn ang="0">
                  <a:pos x="46" y="0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4" y="7"/>
                </a:cxn>
                <a:cxn ang="0">
                  <a:pos x="7" y="29"/>
                </a:cxn>
                <a:cxn ang="0">
                  <a:pos x="0" y="59"/>
                </a:cxn>
                <a:cxn ang="0">
                  <a:pos x="15" y="79"/>
                </a:cxn>
                <a:cxn ang="0">
                  <a:pos x="15" y="77"/>
                </a:cxn>
                <a:cxn ang="0">
                  <a:pos x="30" y="61"/>
                </a:cxn>
                <a:cxn ang="0">
                  <a:pos x="46" y="77"/>
                </a:cxn>
                <a:cxn ang="0">
                  <a:pos x="45" y="80"/>
                </a:cxn>
                <a:cxn ang="0">
                  <a:pos x="93" y="80"/>
                </a:cxn>
                <a:cxn ang="0">
                  <a:pos x="92" y="77"/>
                </a:cxn>
                <a:cxn ang="0">
                  <a:pos x="108" y="61"/>
                </a:cxn>
                <a:cxn ang="0">
                  <a:pos x="123" y="77"/>
                </a:cxn>
                <a:cxn ang="0">
                  <a:pos x="123" y="80"/>
                </a:cxn>
                <a:cxn ang="0">
                  <a:pos x="142" y="59"/>
                </a:cxn>
                <a:cxn ang="0">
                  <a:pos x="142" y="29"/>
                </a:cxn>
                <a:cxn ang="0">
                  <a:pos x="128" y="7"/>
                </a:cxn>
                <a:cxn ang="0">
                  <a:pos x="45" y="40"/>
                </a:cxn>
                <a:cxn ang="0">
                  <a:pos x="16" y="40"/>
                </a:cxn>
                <a:cxn ang="0">
                  <a:pos x="19" y="25"/>
                </a:cxn>
                <a:cxn ang="0">
                  <a:pos x="20" y="22"/>
                </a:cxn>
                <a:cxn ang="0">
                  <a:pos x="30" y="16"/>
                </a:cxn>
                <a:cxn ang="0">
                  <a:pos x="45" y="16"/>
                </a:cxn>
                <a:cxn ang="0">
                  <a:pos x="45" y="40"/>
                </a:cxn>
                <a:cxn ang="0">
                  <a:pos x="104" y="46"/>
                </a:cxn>
                <a:cxn ang="0">
                  <a:pos x="91" y="46"/>
                </a:cxn>
                <a:cxn ang="0">
                  <a:pos x="91" y="60"/>
                </a:cxn>
                <a:cxn ang="0">
                  <a:pos x="78" y="60"/>
                </a:cxn>
                <a:cxn ang="0">
                  <a:pos x="78" y="46"/>
                </a:cxn>
                <a:cxn ang="0">
                  <a:pos x="65" y="46"/>
                </a:cxn>
                <a:cxn ang="0">
                  <a:pos x="65" y="33"/>
                </a:cxn>
                <a:cxn ang="0">
                  <a:pos x="78" y="33"/>
                </a:cxn>
                <a:cxn ang="0">
                  <a:pos x="78" y="20"/>
                </a:cxn>
                <a:cxn ang="0">
                  <a:pos x="91" y="20"/>
                </a:cxn>
                <a:cxn ang="0">
                  <a:pos x="91" y="33"/>
                </a:cxn>
                <a:cxn ang="0">
                  <a:pos x="104" y="33"/>
                </a:cxn>
                <a:cxn ang="0">
                  <a:pos x="104" y="46"/>
                </a:cxn>
                <a:cxn ang="0">
                  <a:pos x="104" y="46"/>
                </a:cxn>
                <a:cxn ang="0">
                  <a:pos x="104" y="46"/>
                </a:cxn>
              </a:cxnLst>
              <a:rect l="0" t="0" r="r" b="b"/>
              <a:pathLst>
                <a:path w="142" h="80">
                  <a:moveTo>
                    <a:pt x="128" y="7"/>
                  </a:moveTo>
                  <a:cubicBezTo>
                    <a:pt x="53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50" y="0"/>
                    <a:pt x="46" y="0"/>
                  </a:cubicBezTo>
                  <a:cubicBezTo>
                    <a:pt x="42" y="0"/>
                    <a:pt x="39" y="3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2" y="7"/>
                    <a:pt x="12" y="13"/>
                    <a:pt x="7" y="2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8"/>
                    <a:pt x="6" y="76"/>
                    <a:pt x="15" y="79"/>
                  </a:cubicBezTo>
                  <a:cubicBezTo>
                    <a:pt x="15" y="78"/>
                    <a:pt x="15" y="77"/>
                    <a:pt x="15" y="77"/>
                  </a:cubicBezTo>
                  <a:cubicBezTo>
                    <a:pt x="15" y="68"/>
                    <a:pt x="22" y="61"/>
                    <a:pt x="30" y="61"/>
                  </a:cubicBezTo>
                  <a:cubicBezTo>
                    <a:pt x="39" y="61"/>
                    <a:pt x="46" y="68"/>
                    <a:pt x="46" y="77"/>
                  </a:cubicBezTo>
                  <a:cubicBezTo>
                    <a:pt x="46" y="78"/>
                    <a:pt x="46" y="79"/>
                    <a:pt x="45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2" y="79"/>
                    <a:pt x="92" y="78"/>
                    <a:pt x="92" y="77"/>
                  </a:cubicBezTo>
                  <a:cubicBezTo>
                    <a:pt x="92" y="68"/>
                    <a:pt x="99" y="61"/>
                    <a:pt x="108" y="61"/>
                  </a:cubicBezTo>
                  <a:cubicBezTo>
                    <a:pt x="116" y="61"/>
                    <a:pt x="123" y="68"/>
                    <a:pt x="123" y="77"/>
                  </a:cubicBezTo>
                  <a:cubicBezTo>
                    <a:pt x="123" y="78"/>
                    <a:pt x="123" y="79"/>
                    <a:pt x="123" y="80"/>
                  </a:cubicBezTo>
                  <a:cubicBezTo>
                    <a:pt x="134" y="79"/>
                    <a:pt x="142" y="70"/>
                    <a:pt x="142" y="59"/>
                  </a:cubicBezTo>
                  <a:cubicBezTo>
                    <a:pt x="142" y="29"/>
                    <a:pt x="142" y="29"/>
                    <a:pt x="142" y="29"/>
                  </a:cubicBezTo>
                  <a:cubicBezTo>
                    <a:pt x="142" y="17"/>
                    <a:pt x="140" y="7"/>
                    <a:pt x="128" y="7"/>
                  </a:cubicBezTo>
                  <a:close/>
                  <a:moveTo>
                    <a:pt x="45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4"/>
                    <a:pt x="20" y="22"/>
                  </a:cubicBezTo>
                  <a:cubicBezTo>
                    <a:pt x="22" y="15"/>
                    <a:pt x="30" y="16"/>
                    <a:pt x="30" y="16"/>
                  </a:cubicBezTo>
                  <a:cubicBezTo>
                    <a:pt x="45" y="16"/>
                    <a:pt x="45" y="16"/>
                    <a:pt x="45" y="16"/>
                  </a:cubicBezTo>
                  <a:lnTo>
                    <a:pt x="45" y="40"/>
                  </a:lnTo>
                  <a:close/>
                  <a:moveTo>
                    <a:pt x="104" y="46"/>
                  </a:moveTo>
                  <a:cubicBezTo>
                    <a:pt x="91" y="46"/>
                    <a:pt x="91" y="46"/>
                    <a:pt x="91" y="46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104" y="33"/>
                    <a:pt x="104" y="33"/>
                    <a:pt x="104" y="33"/>
                  </a:cubicBezTo>
                  <a:lnTo>
                    <a:pt x="104" y="46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6" name="Freeform 93">
              <a:extLst>
                <a:ext uri="{FF2B5EF4-FFF2-40B4-BE49-F238E27FC236}">
                  <a16:creationId xmlns:a16="http://schemas.microsoft.com/office/drawing/2014/main" id="{958E1B58-BDF5-4442-96A9-7A9FDAB1CA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4300" y="3960813"/>
              <a:ext cx="69850" cy="69850"/>
            </a:xfrm>
            <a:custGeom>
              <a:avLst/>
              <a:gdLst/>
              <a:ahLst/>
              <a:cxnLst>
                <a:cxn ang="0">
                  <a:pos x="24" y="12"/>
                </a:cxn>
                <a:cxn ang="0">
                  <a:pos x="12" y="24"/>
                </a:cxn>
                <a:cxn ang="0">
                  <a:pos x="0" y="12"/>
                </a:cxn>
                <a:cxn ang="0">
                  <a:pos x="12" y="0"/>
                </a:cxn>
                <a:cxn ang="0">
                  <a:pos x="24" y="12"/>
                </a:cxn>
                <a:cxn ang="0">
                  <a:pos x="24" y="12"/>
                </a:cxn>
                <a:cxn ang="0">
                  <a:pos x="24" y="12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cubicBezTo>
                    <a:pt x="24" y="19"/>
                    <a:pt x="19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7" name="Freeform 94">
              <a:extLst>
                <a:ext uri="{FF2B5EF4-FFF2-40B4-BE49-F238E27FC236}">
                  <a16:creationId xmlns:a16="http://schemas.microsoft.com/office/drawing/2014/main" id="{6A53CD24-ACC3-3343-8733-6498A5CCE5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9725" y="3960813"/>
              <a:ext cx="73025" cy="69850"/>
            </a:xfrm>
            <a:custGeom>
              <a:avLst/>
              <a:gdLst/>
              <a:ahLst/>
              <a:cxnLst>
                <a:cxn ang="0">
                  <a:pos x="25" y="12"/>
                </a:cxn>
                <a:cxn ang="0">
                  <a:pos x="12" y="24"/>
                </a:cxn>
                <a:cxn ang="0">
                  <a:pos x="0" y="12"/>
                </a:cxn>
                <a:cxn ang="0">
                  <a:pos x="12" y="0"/>
                </a:cxn>
                <a:cxn ang="0">
                  <a:pos x="25" y="12"/>
                </a:cxn>
                <a:cxn ang="0">
                  <a:pos x="25" y="12"/>
                </a:cxn>
                <a:cxn ang="0">
                  <a:pos x="25" y="12"/>
                </a:cxn>
              </a:cxnLst>
              <a:rect l="0" t="0" r="r" b="b"/>
              <a:pathLst>
                <a:path w="25" h="24">
                  <a:moveTo>
                    <a:pt x="25" y="12"/>
                  </a:moveTo>
                  <a:cubicBezTo>
                    <a:pt x="25" y="19"/>
                    <a:pt x="19" y="24"/>
                    <a:pt x="12" y="24"/>
                  </a:cubicBezTo>
                  <a:cubicBezTo>
                    <a:pt x="6" y="24"/>
                    <a:pt x="0" y="19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5" y="5"/>
                    <a:pt x="25" y="12"/>
                  </a:cubicBezTo>
                  <a:close/>
                  <a:moveTo>
                    <a:pt x="25" y="12"/>
                  </a:moveTo>
                  <a:cubicBezTo>
                    <a:pt x="25" y="12"/>
                    <a:pt x="25" y="12"/>
                    <a:pt x="25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F1E15442-6954-D34C-904C-A8423393D8FE}"/>
              </a:ext>
            </a:extLst>
          </p:cNvPr>
          <p:cNvGrpSpPr/>
          <p:nvPr/>
        </p:nvGrpSpPr>
        <p:grpSpPr>
          <a:xfrm>
            <a:off x="4711291" y="2352380"/>
            <a:ext cx="372128" cy="521162"/>
            <a:chOff x="4938713" y="2352675"/>
            <a:chExt cx="646113" cy="904875"/>
          </a:xfrm>
          <a:solidFill>
            <a:srgbClr val="42929D"/>
          </a:solidFill>
        </p:grpSpPr>
        <p:sp>
          <p:nvSpPr>
            <p:cNvPr id="79" name="Freeform 111">
              <a:extLst>
                <a:ext uri="{FF2B5EF4-FFF2-40B4-BE49-F238E27FC236}">
                  <a16:creationId xmlns:a16="http://schemas.microsoft.com/office/drawing/2014/main" id="{65405D43-D703-A245-9E30-7548D2EE7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8713" y="2352675"/>
              <a:ext cx="646113" cy="904875"/>
            </a:xfrm>
            <a:custGeom>
              <a:avLst/>
              <a:gdLst/>
              <a:ahLst/>
              <a:cxnLst>
                <a:cxn ang="0">
                  <a:pos x="209" y="53"/>
                </a:cxn>
                <a:cxn ang="0">
                  <a:pos x="188" y="53"/>
                </a:cxn>
                <a:cxn ang="0">
                  <a:pos x="188" y="24"/>
                </a:cxn>
                <a:cxn ang="0">
                  <a:pos x="174" y="10"/>
                </a:cxn>
                <a:cxn ang="0">
                  <a:pos x="130" y="10"/>
                </a:cxn>
                <a:cxn ang="0">
                  <a:pos x="130" y="6"/>
                </a:cxn>
                <a:cxn ang="0">
                  <a:pos x="123" y="0"/>
                </a:cxn>
                <a:cxn ang="0">
                  <a:pos x="65" y="0"/>
                </a:cxn>
                <a:cxn ang="0">
                  <a:pos x="59" y="6"/>
                </a:cxn>
                <a:cxn ang="0">
                  <a:pos x="59" y="10"/>
                </a:cxn>
                <a:cxn ang="0">
                  <a:pos x="14" y="10"/>
                </a:cxn>
                <a:cxn ang="0">
                  <a:pos x="0" y="24"/>
                </a:cxn>
                <a:cxn ang="0">
                  <a:pos x="0" y="254"/>
                </a:cxn>
                <a:cxn ang="0">
                  <a:pos x="14" y="268"/>
                </a:cxn>
                <a:cxn ang="0">
                  <a:pos x="35" y="268"/>
                </a:cxn>
                <a:cxn ang="0">
                  <a:pos x="35" y="298"/>
                </a:cxn>
                <a:cxn ang="0">
                  <a:pos x="49" y="312"/>
                </a:cxn>
                <a:cxn ang="0">
                  <a:pos x="209" y="312"/>
                </a:cxn>
                <a:cxn ang="0">
                  <a:pos x="223" y="298"/>
                </a:cxn>
                <a:cxn ang="0">
                  <a:pos x="223" y="67"/>
                </a:cxn>
                <a:cxn ang="0">
                  <a:pos x="209" y="53"/>
                </a:cxn>
                <a:cxn ang="0">
                  <a:pos x="35" y="67"/>
                </a:cxn>
                <a:cxn ang="0">
                  <a:pos x="35" y="253"/>
                </a:cxn>
                <a:cxn ang="0">
                  <a:pos x="15" y="253"/>
                </a:cxn>
                <a:cxn ang="0">
                  <a:pos x="15" y="25"/>
                </a:cxn>
                <a:cxn ang="0">
                  <a:pos x="59" y="25"/>
                </a:cxn>
                <a:cxn ang="0">
                  <a:pos x="59" y="27"/>
                </a:cxn>
                <a:cxn ang="0">
                  <a:pos x="65" y="33"/>
                </a:cxn>
                <a:cxn ang="0">
                  <a:pos x="123" y="33"/>
                </a:cxn>
                <a:cxn ang="0">
                  <a:pos x="130" y="27"/>
                </a:cxn>
                <a:cxn ang="0">
                  <a:pos x="130" y="25"/>
                </a:cxn>
                <a:cxn ang="0">
                  <a:pos x="173" y="25"/>
                </a:cxn>
                <a:cxn ang="0">
                  <a:pos x="173" y="53"/>
                </a:cxn>
                <a:cxn ang="0">
                  <a:pos x="164" y="53"/>
                </a:cxn>
                <a:cxn ang="0">
                  <a:pos x="164" y="50"/>
                </a:cxn>
                <a:cxn ang="0">
                  <a:pos x="158" y="44"/>
                </a:cxn>
                <a:cxn ang="0">
                  <a:pos x="100" y="44"/>
                </a:cxn>
                <a:cxn ang="0">
                  <a:pos x="93" y="50"/>
                </a:cxn>
                <a:cxn ang="0">
                  <a:pos x="93" y="53"/>
                </a:cxn>
                <a:cxn ang="0">
                  <a:pos x="49" y="53"/>
                </a:cxn>
                <a:cxn ang="0">
                  <a:pos x="35" y="67"/>
                </a:cxn>
                <a:cxn ang="0">
                  <a:pos x="208" y="296"/>
                </a:cxn>
                <a:cxn ang="0">
                  <a:pos x="50" y="296"/>
                </a:cxn>
                <a:cxn ang="0">
                  <a:pos x="50" y="69"/>
                </a:cxn>
                <a:cxn ang="0">
                  <a:pos x="93" y="69"/>
                </a:cxn>
                <a:cxn ang="0">
                  <a:pos x="93" y="70"/>
                </a:cxn>
                <a:cxn ang="0">
                  <a:pos x="100" y="77"/>
                </a:cxn>
                <a:cxn ang="0">
                  <a:pos x="158" y="77"/>
                </a:cxn>
                <a:cxn ang="0">
                  <a:pos x="164" y="70"/>
                </a:cxn>
                <a:cxn ang="0">
                  <a:pos x="164" y="69"/>
                </a:cxn>
                <a:cxn ang="0">
                  <a:pos x="208" y="69"/>
                </a:cxn>
                <a:cxn ang="0">
                  <a:pos x="208" y="296"/>
                </a:cxn>
                <a:cxn ang="0">
                  <a:pos x="208" y="296"/>
                </a:cxn>
                <a:cxn ang="0">
                  <a:pos x="208" y="296"/>
                </a:cxn>
              </a:cxnLst>
              <a:rect l="0" t="0" r="r" b="b"/>
              <a:pathLst>
                <a:path w="223" h="312">
                  <a:moveTo>
                    <a:pt x="209" y="53"/>
                  </a:moveTo>
                  <a:cubicBezTo>
                    <a:pt x="188" y="53"/>
                    <a:pt x="188" y="53"/>
                    <a:pt x="188" y="53"/>
                  </a:cubicBezTo>
                  <a:cubicBezTo>
                    <a:pt x="188" y="24"/>
                    <a:pt x="188" y="24"/>
                    <a:pt x="188" y="24"/>
                  </a:cubicBezTo>
                  <a:cubicBezTo>
                    <a:pt x="188" y="16"/>
                    <a:pt x="182" y="10"/>
                    <a:pt x="174" y="10"/>
                  </a:cubicBezTo>
                  <a:cubicBezTo>
                    <a:pt x="130" y="10"/>
                    <a:pt x="130" y="10"/>
                    <a:pt x="130" y="10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0" y="3"/>
                    <a:pt x="127" y="0"/>
                    <a:pt x="123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1" y="0"/>
                    <a:pt x="59" y="3"/>
                    <a:pt x="59" y="6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6" y="10"/>
                    <a:pt x="0" y="16"/>
                    <a:pt x="0" y="24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262"/>
                    <a:pt x="6" y="268"/>
                    <a:pt x="14" y="268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35" y="298"/>
                    <a:pt x="35" y="298"/>
                    <a:pt x="35" y="298"/>
                  </a:cubicBezTo>
                  <a:cubicBezTo>
                    <a:pt x="35" y="306"/>
                    <a:pt x="41" y="312"/>
                    <a:pt x="4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17" y="312"/>
                    <a:pt x="223" y="306"/>
                    <a:pt x="223" y="298"/>
                  </a:cubicBezTo>
                  <a:cubicBezTo>
                    <a:pt x="223" y="67"/>
                    <a:pt x="223" y="67"/>
                    <a:pt x="223" y="67"/>
                  </a:cubicBezTo>
                  <a:cubicBezTo>
                    <a:pt x="223" y="59"/>
                    <a:pt x="217" y="53"/>
                    <a:pt x="209" y="53"/>
                  </a:cubicBezTo>
                  <a:close/>
                  <a:moveTo>
                    <a:pt x="35" y="67"/>
                  </a:moveTo>
                  <a:cubicBezTo>
                    <a:pt x="35" y="253"/>
                    <a:pt x="35" y="253"/>
                    <a:pt x="35" y="253"/>
                  </a:cubicBezTo>
                  <a:cubicBezTo>
                    <a:pt x="15" y="253"/>
                    <a:pt x="15" y="253"/>
                    <a:pt x="15" y="253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30"/>
                    <a:pt x="61" y="33"/>
                    <a:pt x="65" y="33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7" y="33"/>
                    <a:pt x="130" y="30"/>
                    <a:pt x="130" y="27"/>
                  </a:cubicBezTo>
                  <a:cubicBezTo>
                    <a:pt x="130" y="25"/>
                    <a:pt x="130" y="25"/>
                    <a:pt x="130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4" y="50"/>
                    <a:pt x="164" y="50"/>
                    <a:pt x="164" y="50"/>
                  </a:cubicBezTo>
                  <a:cubicBezTo>
                    <a:pt x="164" y="46"/>
                    <a:pt x="162" y="44"/>
                    <a:pt x="158" y="44"/>
                  </a:cubicBezTo>
                  <a:cubicBezTo>
                    <a:pt x="100" y="44"/>
                    <a:pt x="100" y="44"/>
                    <a:pt x="100" y="44"/>
                  </a:cubicBezTo>
                  <a:cubicBezTo>
                    <a:pt x="96" y="44"/>
                    <a:pt x="93" y="46"/>
                    <a:pt x="93" y="50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41" y="53"/>
                    <a:pt x="35" y="59"/>
                    <a:pt x="35" y="67"/>
                  </a:cubicBezTo>
                  <a:close/>
                  <a:moveTo>
                    <a:pt x="208" y="296"/>
                  </a:moveTo>
                  <a:cubicBezTo>
                    <a:pt x="50" y="296"/>
                    <a:pt x="50" y="296"/>
                    <a:pt x="50" y="296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4"/>
                    <a:pt x="96" y="77"/>
                    <a:pt x="100" y="77"/>
                  </a:cubicBezTo>
                  <a:cubicBezTo>
                    <a:pt x="158" y="77"/>
                    <a:pt x="158" y="77"/>
                    <a:pt x="158" y="77"/>
                  </a:cubicBezTo>
                  <a:cubicBezTo>
                    <a:pt x="162" y="77"/>
                    <a:pt x="164" y="74"/>
                    <a:pt x="164" y="70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208" y="69"/>
                    <a:pt x="208" y="69"/>
                    <a:pt x="208" y="69"/>
                  </a:cubicBezTo>
                  <a:cubicBezTo>
                    <a:pt x="208" y="296"/>
                    <a:pt x="208" y="296"/>
                    <a:pt x="208" y="296"/>
                  </a:cubicBezTo>
                  <a:close/>
                  <a:moveTo>
                    <a:pt x="208" y="296"/>
                  </a:moveTo>
                  <a:cubicBezTo>
                    <a:pt x="208" y="296"/>
                    <a:pt x="208" y="296"/>
                    <a:pt x="208" y="2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0" name="Rectangle 112">
              <a:extLst>
                <a:ext uri="{FF2B5EF4-FFF2-40B4-BE49-F238E27FC236}">
                  <a16:creationId xmlns:a16="http://schemas.microsoft.com/office/drawing/2014/main" id="{DFE80799-5C02-174F-A96F-E58EBBC4B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200" y="2906713"/>
              <a:ext cx="312738" cy="635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1" name="Rectangle 113">
              <a:extLst>
                <a:ext uri="{FF2B5EF4-FFF2-40B4-BE49-F238E27FC236}">
                  <a16:creationId xmlns:a16="http://schemas.microsoft.com/office/drawing/2014/main" id="{59D04F8B-0125-0549-B6F4-F70F30B8B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200" y="3036888"/>
              <a:ext cx="312738" cy="635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2" name="Freeform 114">
              <a:extLst>
                <a:ext uri="{FF2B5EF4-FFF2-40B4-BE49-F238E27FC236}">
                  <a16:creationId xmlns:a16="http://schemas.microsoft.com/office/drawing/2014/main" id="{B4161235-E163-AA42-919A-AF2C543D3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643188"/>
              <a:ext cx="196850" cy="196850"/>
            </a:xfrm>
            <a:custGeom>
              <a:avLst/>
              <a:gdLst/>
              <a:ahLst/>
              <a:cxnLst>
                <a:cxn ang="0">
                  <a:pos x="44" y="124"/>
                </a:cxn>
                <a:cxn ang="0">
                  <a:pos x="81" y="124"/>
                </a:cxn>
                <a:cxn ang="0">
                  <a:pos x="81" y="78"/>
                </a:cxn>
                <a:cxn ang="0">
                  <a:pos x="124" y="78"/>
                </a:cxn>
                <a:cxn ang="0">
                  <a:pos x="124" y="44"/>
                </a:cxn>
                <a:cxn ang="0">
                  <a:pos x="81" y="44"/>
                </a:cxn>
                <a:cxn ang="0">
                  <a:pos x="81" y="0"/>
                </a:cxn>
                <a:cxn ang="0">
                  <a:pos x="44" y="0"/>
                </a:cxn>
                <a:cxn ang="0">
                  <a:pos x="44" y="44"/>
                </a:cxn>
                <a:cxn ang="0">
                  <a:pos x="0" y="44"/>
                </a:cxn>
                <a:cxn ang="0">
                  <a:pos x="0" y="78"/>
                </a:cxn>
                <a:cxn ang="0">
                  <a:pos x="44" y="78"/>
                </a:cxn>
                <a:cxn ang="0">
                  <a:pos x="44" y="124"/>
                </a:cxn>
                <a:cxn ang="0">
                  <a:pos x="44" y="124"/>
                </a:cxn>
                <a:cxn ang="0">
                  <a:pos x="44" y="124"/>
                </a:cxn>
              </a:cxnLst>
              <a:rect l="0" t="0" r="r" b="b"/>
              <a:pathLst>
                <a:path w="124" h="124">
                  <a:moveTo>
                    <a:pt x="44" y="124"/>
                  </a:moveTo>
                  <a:lnTo>
                    <a:pt x="81" y="124"/>
                  </a:lnTo>
                  <a:lnTo>
                    <a:pt x="81" y="78"/>
                  </a:lnTo>
                  <a:lnTo>
                    <a:pt x="124" y="78"/>
                  </a:lnTo>
                  <a:lnTo>
                    <a:pt x="124" y="44"/>
                  </a:lnTo>
                  <a:lnTo>
                    <a:pt x="81" y="44"/>
                  </a:lnTo>
                  <a:lnTo>
                    <a:pt x="81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44" y="78"/>
                  </a:lnTo>
                  <a:lnTo>
                    <a:pt x="44" y="124"/>
                  </a:lnTo>
                  <a:close/>
                  <a:moveTo>
                    <a:pt x="44" y="124"/>
                  </a:moveTo>
                  <a:lnTo>
                    <a:pt x="44" y="1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3" name="Freeform 115">
              <a:extLst>
                <a:ext uri="{FF2B5EF4-FFF2-40B4-BE49-F238E27FC236}">
                  <a16:creationId xmlns:a16="http://schemas.microsoft.com/office/drawing/2014/main" id="{B986B42D-6FDC-6643-9ACB-5B475761C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643188"/>
              <a:ext cx="196850" cy="196850"/>
            </a:xfrm>
            <a:custGeom>
              <a:avLst/>
              <a:gdLst/>
              <a:ahLst/>
              <a:cxnLst>
                <a:cxn ang="0">
                  <a:pos x="44" y="124"/>
                </a:cxn>
                <a:cxn ang="0">
                  <a:pos x="81" y="124"/>
                </a:cxn>
                <a:cxn ang="0">
                  <a:pos x="81" y="78"/>
                </a:cxn>
                <a:cxn ang="0">
                  <a:pos x="124" y="78"/>
                </a:cxn>
                <a:cxn ang="0">
                  <a:pos x="124" y="44"/>
                </a:cxn>
                <a:cxn ang="0">
                  <a:pos x="81" y="44"/>
                </a:cxn>
                <a:cxn ang="0">
                  <a:pos x="81" y="0"/>
                </a:cxn>
                <a:cxn ang="0">
                  <a:pos x="44" y="0"/>
                </a:cxn>
                <a:cxn ang="0">
                  <a:pos x="44" y="44"/>
                </a:cxn>
                <a:cxn ang="0">
                  <a:pos x="0" y="44"/>
                </a:cxn>
                <a:cxn ang="0">
                  <a:pos x="0" y="78"/>
                </a:cxn>
                <a:cxn ang="0">
                  <a:pos x="44" y="78"/>
                </a:cxn>
                <a:cxn ang="0">
                  <a:pos x="44" y="124"/>
                </a:cxn>
                <a:cxn ang="0">
                  <a:pos x="44" y="124"/>
                </a:cxn>
                <a:cxn ang="0">
                  <a:pos x="44" y="124"/>
                </a:cxn>
              </a:cxnLst>
              <a:rect l="0" t="0" r="r" b="b"/>
              <a:pathLst>
                <a:path w="124" h="124">
                  <a:moveTo>
                    <a:pt x="44" y="124"/>
                  </a:moveTo>
                  <a:lnTo>
                    <a:pt x="81" y="124"/>
                  </a:lnTo>
                  <a:lnTo>
                    <a:pt x="81" y="78"/>
                  </a:lnTo>
                  <a:lnTo>
                    <a:pt x="124" y="78"/>
                  </a:lnTo>
                  <a:lnTo>
                    <a:pt x="124" y="44"/>
                  </a:lnTo>
                  <a:lnTo>
                    <a:pt x="81" y="44"/>
                  </a:lnTo>
                  <a:lnTo>
                    <a:pt x="81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44" y="78"/>
                  </a:lnTo>
                  <a:lnTo>
                    <a:pt x="44" y="124"/>
                  </a:lnTo>
                  <a:moveTo>
                    <a:pt x="44" y="124"/>
                  </a:moveTo>
                  <a:lnTo>
                    <a:pt x="44" y="124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84" name="Group 90">
            <a:extLst>
              <a:ext uri="{FF2B5EF4-FFF2-40B4-BE49-F238E27FC236}">
                <a16:creationId xmlns:a16="http://schemas.microsoft.com/office/drawing/2014/main" id="{7A03B887-F41C-5746-BC3D-E6CB5D46EB7B}"/>
              </a:ext>
            </a:extLst>
          </p:cNvPr>
          <p:cNvGrpSpPr/>
          <p:nvPr/>
        </p:nvGrpSpPr>
        <p:grpSpPr>
          <a:xfrm>
            <a:off x="5378774" y="2367191"/>
            <a:ext cx="523934" cy="506351"/>
            <a:chOff x="8048625" y="3005138"/>
            <a:chExt cx="473076" cy="457200"/>
          </a:xfrm>
          <a:solidFill>
            <a:srgbClr val="42929D"/>
          </a:solidFill>
        </p:grpSpPr>
        <p:sp>
          <p:nvSpPr>
            <p:cNvPr id="85" name="Freeform 81">
              <a:extLst>
                <a:ext uri="{FF2B5EF4-FFF2-40B4-BE49-F238E27FC236}">
                  <a16:creationId xmlns:a16="http://schemas.microsoft.com/office/drawing/2014/main" id="{D7B2102E-5FAC-B14B-BED7-A782746119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48638" y="3338513"/>
              <a:ext cx="373063" cy="123825"/>
            </a:xfrm>
            <a:custGeom>
              <a:avLst/>
              <a:gdLst/>
              <a:ahLst/>
              <a:cxnLst>
                <a:cxn ang="0">
                  <a:pos x="128" y="2"/>
                </a:cxn>
                <a:cxn ang="0">
                  <a:pos x="65" y="24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16"/>
                </a:cxn>
                <a:cxn ang="0">
                  <a:pos x="65" y="43"/>
                </a:cxn>
                <a:cxn ang="0">
                  <a:pos x="129" y="16"/>
                </a:cxn>
                <a:cxn ang="0">
                  <a:pos x="129" y="2"/>
                </a:cxn>
                <a:cxn ang="0">
                  <a:pos x="128" y="2"/>
                </a:cxn>
                <a:cxn ang="0">
                  <a:pos x="128" y="2"/>
                </a:cxn>
                <a:cxn ang="0">
                  <a:pos x="128" y="2"/>
                </a:cxn>
              </a:cxnLst>
              <a:rect l="0" t="0" r="r" b="b"/>
              <a:pathLst>
                <a:path w="129" h="43">
                  <a:moveTo>
                    <a:pt x="128" y="2"/>
                  </a:moveTo>
                  <a:cubicBezTo>
                    <a:pt x="124" y="15"/>
                    <a:pt x="96" y="24"/>
                    <a:pt x="65" y="24"/>
                  </a:cubicBezTo>
                  <a:cubicBezTo>
                    <a:pt x="34" y="24"/>
                    <a:pt x="6" y="15"/>
                    <a:pt x="1" y="2"/>
                  </a:cubicBezTo>
                  <a:cubicBezTo>
                    <a:pt x="0" y="0"/>
                    <a:pt x="0" y="0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31"/>
                    <a:pt x="31" y="43"/>
                    <a:pt x="65" y="43"/>
                  </a:cubicBezTo>
                  <a:cubicBezTo>
                    <a:pt x="99" y="43"/>
                    <a:pt x="129" y="31"/>
                    <a:pt x="129" y="16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0"/>
                    <a:pt x="129" y="0"/>
                    <a:pt x="128" y="2"/>
                  </a:cubicBezTo>
                  <a:close/>
                  <a:moveTo>
                    <a:pt x="128" y="2"/>
                  </a:moveTo>
                  <a:cubicBezTo>
                    <a:pt x="128" y="2"/>
                    <a:pt x="128" y="2"/>
                    <a:pt x="128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6" name="Freeform 82">
              <a:extLst>
                <a:ext uri="{FF2B5EF4-FFF2-40B4-BE49-F238E27FC236}">
                  <a16:creationId xmlns:a16="http://schemas.microsoft.com/office/drawing/2014/main" id="{B6965D7E-1D6D-6B46-83EA-9B969F0DCC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3268663"/>
              <a:ext cx="290513" cy="127000"/>
            </a:xfrm>
            <a:custGeom>
              <a:avLst/>
              <a:gdLst/>
              <a:ahLst/>
              <a:cxnLst>
                <a:cxn ang="0">
                  <a:pos x="2" y="40"/>
                </a:cxn>
                <a:cxn ang="0">
                  <a:pos x="37" y="44"/>
                </a:cxn>
                <a:cxn ang="0">
                  <a:pos x="100" y="18"/>
                </a:cxn>
                <a:cxn ang="0">
                  <a:pos x="86" y="1"/>
                </a:cxn>
                <a:cxn ang="0">
                  <a:pos x="79" y="1"/>
                </a:cxn>
                <a:cxn ang="0">
                  <a:pos x="2" y="37"/>
                </a:cxn>
                <a:cxn ang="0">
                  <a:pos x="2" y="40"/>
                </a:cxn>
                <a:cxn ang="0">
                  <a:pos x="2" y="40"/>
                </a:cxn>
                <a:cxn ang="0">
                  <a:pos x="2" y="40"/>
                </a:cxn>
              </a:cxnLst>
              <a:rect l="0" t="0" r="r" b="b"/>
              <a:pathLst>
                <a:path w="100" h="44">
                  <a:moveTo>
                    <a:pt x="2" y="40"/>
                  </a:moveTo>
                  <a:cubicBezTo>
                    <a:pt x="12" y="43"/>
                    <a:pt x="24" y="44"/>
                    <a:pt x="37" y="44"/>
                  </a:cubicBezTo>
                  <a:cubicBezTo>
                    <a:pt x="72" y="44"/>
                    <a:pt x="100" y="32"/>
                    <a:pt x="100" y="18"/>
                  </a:cubicBezTo>
                  <a:cubicBezTo>
                    <a:pt x="100" y="11"/>
                    <a:pt x="95" y="6"/>
                    <a:pt x="86" y="1"/>
                  </a:cubicBezTo>
                  <a:cubicBezTo>
                    <a:pt x="84" y="0"/>
                    <a:pt x="81" y="0"/>
                    <a:pt x="79" y="1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38"/>
                    <a:pt x="0" y="39"/>
                    <a:pt x="2" y="40"/>
                  </a:cubicBezTo>
                  <a:close/>
                  <a:moveTo>
                    <a:pt x="2" y="40"/>
                  </a:moveTo>
                  <a:cubicBezTo>
                    <a:pt x="2" y="40"/>
                    <a:pt x="2" y="40"/>
                    <a:pt x="2" y="4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7" name="Freeform 83">
              <a:extLst>
                <a:ext uri="{FF2B5EF4-FFF2-40B4-BE49-F238E27FC236}">
                  <a16:creationId xmlns:a16="http://schemas.microsoft.com/office/drawing/2014/main" id="{C1E38D24-0A56-ED47-A96F-37F79DC26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51813" y="3241675"/>
              <a:ext cx="284163" cy="125413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12" y="42"/>
                </a:cxn>
                <a:cxn ang="0">
                  <a:pos x="19" y="42"/>
                </a:cxn>
                <a:cxn ang="0">
                  <a:pos x="96" y="7"/>
                </a:cxn>
                <a:cxn ang="0">
                  <a:pos x="96" y="4"/>
                </a:cxn>
                <a:cxn ang="0">
                  <a:pos x="64" y="0"/>
                </a:cxn>
                <a:cxn ang="0">
                  <a:pos x="0" y="27"/>
                </a:cxn>
                <a:cxn ang="0">
                  <a:pos x="0" y="27"/>
                </a:cxn>
                <a:cxn ang="0">
                  <a:pos x="0" y="27"/>
                </a:cxn>
              </a:cxnLst>
              <a:rect l="0" t="0" r="r" b="b"/>
              <a:pathLst>
                <a:path w="98" h="43">
                  <a:moveTo>
                    <a:pt x="0" y="27"/>
                  </a:moveTo>
                  <a:cubicBezTo>
                    <a:pt x="0" y="32"/>
                    <a:pt x="5" y="38"/>
                    <a:pt x="12" y="42"/>
                  </a:cubicBezTo>
                  <a:cubicBezTo>
                    <a:pt x="14" y="43"/>
                    <a:pt x="17" y="43"/>
                    <a:pt x="19" y="42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8" y="6"/>
                    <a:pt x="98" y="4"/>
                    <a:pt x="96" y="4"/>
                  </a:cubicBezTo>
                  <a:cubicBezTo>
                    <a:pt x="86" y="2"/>
                    <a:pt x="75" y="0"/>
                    <a:pt x="64" y="0"/>
                  </a:cubicBezTo>
                  <a:cubicBezTo>
                    <a:pt x="29" y="0"/>
                    <a:pt x="0" y="12"/>
                    <a:pt x="0" y="27"/>
                  </a:cubicBezTo>
                  <a:close/>
                  <a:moveTo>
                    <a:pt x="0" y="27"/>
                  </a:moveTo>
                  <a:cubicBezTo>
                    <a:pt x="0" y="27"/>
                    <a:pt x="0" y="27"/>
                    <a:pt x="0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8" name="Freeform 84">
              <a:extLst>
                <a:ext uri="{FF2B5EF4-FFF2-40B4-BE49-F238E27FC236}">
                  <a16:creationId xmlns:a16="http://schemas.microsoft.com/office/drawing/2014/main" id="{C76BEA59-2032-C54D-9746-571805B8A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8013" y="3005138"/>
              <a:ext cx="155575" cy="236538"/>
            </a:xfrm>
            <a:custGeom>
              <a:avLst/>
              <a:gdLst/>
              <a:ahLst/>
              <a:cxnLst>
                <a:cxn ang="0">
                  <a:pos x="3" y="81"/>
                </a:cxn>
                <a:cxn ang="0">
                  <a:pos x="41" y="77"/>
                </a:cxn>
                <a:cxn ang="0">
                  <a:pos x="48" y="77"/>
                </a:cxn>
                <a:cxn ang="0">
                  <a:pos x="52" y="74"/>
                </a:cxn>
                <a:cxn ang="0">
                  <a:pos x="54" y="58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9"/>
                </a:cxn>
                <a:cxn ang="0">
                  <a:pos x="3" y="81"/>
                </a:cxn>
                <a:cxn ang="0">
                  <a:pos x="3" y="81"/>
                </a:cxn>
                <a:cxn ang="0">
                  <a:pos x="3" y="81"/>
                </a:cxn>
              </a:cxnLst>
              <a:rect l="0" t="0" r="r" b="b"/>
              <a:pathLst>
                <a:path w="54" h="82">
                  <a:moveTo>
                    <a:pt x="3" y="81"/>
                  </a:moveTo>
                  <a:cubicBezTo>
                    <a:pt x="14" y="79"/>
                    <a:pt x="27" y="77"/>
                    <a:pt x="41" y="77"/>
                  </a:cubicBezTo>
                  <a:cubicBezTo>
                    <a:pt x="43" y="77"/>
                    <a:pt x="46" y="77"/>
                    <a:pt x="48" y="77"/>
                  </a:cubicBezTo>
                  <a:cubicBezTo>
                    <a:pt x="50" y="77"/>
                    <a:pt x="51" y="76"/>
                    <a:pt x="52" y="74"/>
                  </a:cubicBezTo>
                  <a:cubicBezTo>
                    <a:pt x="54" y="69"/>
                    <a:pt x="54" y="64"/>
                    <a:pt x="54" y="58"/>
                  </a:cubicBezTo>
                  <a:cubicBezTo>
                    <a:pt x="54" y="28"/>
                    <a:pt x="32" y="4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1"/>
                    <a:pt x="1" y="82"/>
                    <a:pt x="3" y="81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89" name="Freeform 85">
              <a:extLst>
                <a:ext uri="{FF2B5EF4-FFF2-40B4-BE49-F238E27FC236}">
                  <a16:creationId xmlns:a16="http://schemas.microsoft.com/office/drawing/2014/main" id="{6333C200-C8F8-5742-B8D1-C0CE327F2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5" y="3005138"/>
              <a:ext cx="155575" cy="312738"/>
            </a:xfrm>
            <a:custGeom>
              <a:avLst/>
              <a:gdLst/>
              <a:ahLst/>
              <a:cxnLst>
                <a:cxn ang="0">
                  <a:pos x="51" y="86"/>
                </a:cxn>
                <a:cxn ang="0">
                  <a:pos x="54" y="81"/>
                </a:cxn>
                <a:cxn ang="0">
                  <a:pos x="54" y="4"/>
                </a:cxn>
                <a:cxn ang="0">
                  <a:pos x="51" y="0"/>
                </a:cxn>
                <a:cxn ang="0">
                  <a:pos x="0" y="58"/>
                </a:cxn>
                <a:cxn ang="0">
                  <a:pos x="27" y="107"/>
                </a:cxn>
                <a:cxn ang="0">
                  <a:pos x="29" y="108"/>
                </a:cxn>
                <a:cxn ang="0">
                  <a:pos x="29" y="108"/>
                </a:cxn>
                <a:cxn ang="0">
                  <a:pos x="51" y="86"/>
                </a:cxn>
                <a:cxn ang="0">
                  <a:pos x="51" y="86"/>
                </a:cxn>
                <a:cxn ang="0">
                  <a:pos x="51" y="86"/>
                </a:cxn>
              </a:cxnLst>
              <a:rect l="0" t="0" r="r" b="b"/>
              <a:pathLst>
                <a:path w="54" h="108">
                  <a:moveTo>
                    <a:pt x="51" y="86"/>
                  </a:moveTo>
                  <a:cubicBezTo>
                    <a:pt x="53" y="85"/>
                    <a:pt x="54" y="83"/>
                    <a:pt x="54" y="81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2"/>
                    <a:pt x="53" y="0"/>
                    <a:pt x="51" y="0"/>
                  </a:cubicBezTo>
                  <a:cubicBezTo>
                    <a:pt x="22" y="4"/>
                    <a:pt x="0" y="28"/>
                    <a:pt x="0" y="58"/>
                  </a:cubicBezTo>
                  <a:cubicBezTo>
                    <a:pt x="0" y="78"/>
                    <a:pt x="11" y="96"/>
                    <a:pt x="27" y="107"/>
                  </a:cubicBezTo>
                  <a:cubicBezTo>
                    <a:pt x="28" y="108"/>
                    <a:pt x="29" y="108"/>
                    <a:pt x="29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99"/>
                    <a:pt x="38" y="91"/>
                    <a:pt x="51" y="86"/>
                  </a:cubicBezTo>
                  <a:close/>
                  <a:moveTo>
                    <a:pt x="51" y="86"/>
                  </a:moveTo>
                  <a:cubicBezTo>
                    <a:pt x="51" y="86"/>
                    <a:pt x="51" y="86"/>
                    <a:pt x="51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99" name="Group 28">
            <a:extLst>
              <a:ext uri="{FF2B5EF4-FFF2-40B4-BE49-F238E27FC236}">
                <a16:creationId xmlns:a16="http://schemas.microsoft.com/office/drawing/2014/main" id="{45B81222-A1DA-E145-A06C-80660924B4D5}"/>
              </a:ext>
            </a:extLst>
          </p:cNvPr>
          <p:cNvGrpSpPr/>
          <p:nvPr/>
        </p:nvGrpSpPr>
        <p:grpSpPr>
          <a:xfrm>
            <a:off x="1187432" y="3198504"/>
            <a:ext cx="505482" cy="618004"/>
            <a:chOff x="4106863" y="2003425"/>
            <a:chExt cx="927100" cy="1133476"/>
          </a:xfrm>
          <a:solidFill>
            <a:srgbClr val="42929D"/>
          </a:solidFill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5FB42585-7C4B-A549-809D-86CDEF6EC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2484438"/>
              <a:ext cx="927100" cy="652463"/>
            </a:xfrm>
            <a:custGeom>
              <a:avLst/>
              <a:gdLst/>
              <a:ahLst/>
              <a:cxnLst>
                <a:cxn ang="0">
                  <a:pos x="20" y="172"/>
                </a:cxn>
                <a:cxn ang="0">
                  <a:pos x="224" y="172"/>
                </a:cxn>
                <a:cxn ang="0">
                  <a:pos x="244" y="153"/>
                </a:cxn>
                <a:cxn ang="0">
                  <a:pos x="244" y="20"/>
                </a:cxn>
                <a:cxn ang="0">
                  <a:pos x="224" y="0"/>
                </a:cxn>
                <a:cxn ang="0">
                  <a:pos x="195" y="0"/>
                </a:cxn>
                <a:cxn ang="0">
                  <a:pos x="195" y="40"/>
                </a:cxn>
                <a:cxn ang="0">
                  <a:pos x="215" y="66"/>
                </a:cxn>
                <a:cxn ang="0">
                  <a:pos x="215" y="88"/>
                </a:cxn>
                <a:cxn ang="0">
                  <a:pos x="199" y="88"/>
                </a:cxn>
                <a:cxn ang="0">
                  <a:pos x="199" y="66"/>
                </a:cxn>
                <a:cxn ang="0">
                  <a:pos x="187" y="54"/>
                </a:cxn>
                <a:cxn ang="0">
                  <a:pos x="175" y="66"/>
                </a:cxn>
                <a:cxn ang="0">
                  <a:pos x="175" y="88"/>
                </a:cxn>
                <a:cxn ang="0">
                  <a:pos x="159" y="88"/>
                </a:cxn>
                <a:cxn ang="0">
                  <a:pos x="159" y="66"/>
                </a:cxn>
                <a:cxn ang="0">
                  <a:pos x="179" y="40"/>
                </a:cxn>
                <a:cxn ang="0">
                  <a:pos x="179" y="1"/>
                </a:cxn>
                <a:cxn ang="0">
                  <a:pos x="122" y="25"/>
                </a:cxn>
                <a:cxn ang="0">
                  <a:pos x="67" y="3"/>
                </a:cxn>
                <a:cxn ang="0">
                  <a:pos x="67" y="46"/>
                </a:cxn>
                <a:cxn ang="0">
                  <a:pos x="85" y="70"/>
                </a:cxn>
                <a:cxn ang="0">
                  <a:pos x="59" y="96"/>
                </a:cxn>
                <a:cxn ang="0">
                  <a:pos x="33" y="70"/>
                </a:cxn>
                <a:cxn ang="0">
                  <a:pos x="51" y="46"/>
                </a:cxn>
                <a:cxn ang="0">
                  <a:pos x="51" y="0"/>
                </a:cxn>
                <a:cxn ang="0">
                  <a:pos x="20" y="0"/>
                </a:cxn>
                <a:cxn ang="0">
                  <a:pos x="0" y="20"/>
                </a:cxn>
                <a:cxn ang="0">
                  <a:pos x="0" y="153"/>
                </a:cxn>
                <a:cxn ang="0">
                  <a:pos x="20" y="172"/>
                </a:cxn>
                <a:cxn ang="0">
                  <a:pos x="20" y="172"/>
                </a:cxn>
                <a:cxn ang="0">
                  <a:pos x="20" y="172"/>
                </a:cxn>
              </a:cxnLst>
              <a:rect l="0" t="0" r="r" b="b"/>
              <a:pathLst>
                <a:path w="244" h="172">
                  <a:moveTo>
                    <a:pt x="20" y="172"/>
                  </a:moveTo>
                  <a:cubicBezTo>
                    <a:pt x="224" y="172"/>
                    <a:pt x="224" y="172"/>
                    <a:pt x="224" y="172"/>
                  </a:cubicBezTo>
                  <a:cubicBezTo>
                    <a:pt x="235" y="172"/>
                    <a:pt x="244" y="163"/>
                    <a:pt x="244" y="153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9"/>
                    <a:pt x="235" y="0"/>
                    <a:pt x="22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206" y="43"/>
                    <a:pt x="215" y="54"/>
                    <a:pt x="215" y="66"/>
                  </a:cubicBezTo>
                  <a:cubicBezTo>
                    <a:pt x="215" y="88"/>
                    <a:pt x="215" y="88"/>
                    <a:pt x="215" y="88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0"/>
                    <a:pt x="193" y="54"/>
                    <a:pt x="187" y="54"/>
                  </a:cubicBezTo>
                  <a:cubicBezTo>
                    <a:pt x="180" y="54"/>
                    <a:pt x="175" y="60"/>
                    <a:pt x="175" y="66"/>
                  </a:cubicBezTo>
                  <a:cubicBezTo>
                    <a:pt x="175" y="88"/>
                    <a:pt x="175" y="88"/>
                    <a:pt x="175" y="88"/>
                  </a:cubicBezTo>
                  <a:cubicBezTo>
                    <a:pt x="159" y="88"/>
                    <a:pt x="159" y="88"/>
                    <a:pt x="159" y="88"/>
                  </a:cubicBezTo>
                  <a:cubicBezTo>
                    <a:pt x="159" y="66"/>
                    <a:pt x="159" y="66"/>
                    <a:pt x="159" y="66"/>
                  </a:cubicBezTo>
                  <a:cubicBezTo>
                    <a:pt x="159" y="54"/>
                    <a:pt x="167" y="43"/>
                    <a:pt x="179" y="4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64" y="16"/>
                    <a:pt x="144" y="25"/>
                    <a:pt x="122" y="25"/>
                  </a:cubicBezTo>
                  <a:cubicBezTo>
                    <a:pt x="100" y="25"/>
                    <a:pt x="81" y="17"/>
                    <a:pt x="67" y="3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77" y="49"/>
                    <a:pt x="85" y="59"/>
                    <a:pt x="85" y="70"/>
                  </a:cubicBezTo>
                  <a:cubicBezTo>
                    <a:pt x="85" y="85"/>
                    <a:pt x="73" y="96"/>
                    <a:pt x="59" y="96"/>
                  </a:cubicBezTo>
                  <a:cubicBezTo>
                    <a:pt x="44" y="96"/>
                    <a:pt x="33" y="85"/>
                    <a:pt x="33" y="70"/>
                  </a:cubicBezTo>
                  <a:cubicBezTo>
                    <a:pt x="33" y="59"/>
                    <a:pt x="40" y="49"/>
                    <a:pt x="51" y="4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3"/>
                    <a:pt x="9" y="172"/>
                    <a:pt x="20" y="172"/>
                  </a:cubicBezTo>
                  <a:close/>
                  <a:moveTo>
                    <a:pt x="20" y="172"/>
                  </a:moveTo>
                  <a:cubicBezTo>
                    <a:pt x="20" y="172"/>
                    <a:pt x="20" y="172"/>
                    <a:pt x="20" y="1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E8E87468-A020-2D4E-BFF9-40C7915240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0538" y="2003425"/>
              <a:ext cx="539750" cy="538163"/>
            </a:xfrm>
            <a:custGeom>
              <a:avLst/>
              <a:gdLst/>
              <a:ahLst/>
              <a:cxnLst>
                <a:cxn ang="0">
                  <a:pos x="22" y="123"/>
                </a:cxn>
                <a:cxn ang="0">
                  <a:pos x="27" y="127"/>
                </a:cxn>
                <a:cxn ang="0">
                  <a:pos x="71" y="142"/>
                </a:cxn>
                <a:cxn ang="0">
                  <a:pos x="114" y="127"/>
                </a:cxn>
                <a:cxn ang="0">
                  <a:pos x="120" y="123"/>
                </a:cxn>
                <a:cxn ang="0">
                  <a:pos x="124" y="118"/>
                </a:cxn>
                <a:cxn ang="0">
                  <a:pos x="142" y="71"/>
                </a:cxn>
                <a:cxn ang="0">
                  <a:pos x="71" y="0"/>
                </a:cxn>
                <a:cxn ang="0">
                  <a:pos x="0" y="71"/>
                </a:cxn>
                <a:cxn ang="0">
                  <a:pos x="17" y="118"/>
                </a:cxn>
                <a:cxn ang="0">
                  <a:pos x="22" y="123"/>
                </a:cxn>
                <a:cxn ang="0">
                  <a:pos x="22" y="123"/>
                </a:cxn>
                <a:cxn ang="0">
                  <a:pos x="22" y="123"/>
                </a:cxn>
              </a:cxnLst>
              <a:rect l="0" t="0" r="r" b="b"/>
              <a:pathLst>
                <a:path w="142" h="142">
                  <a:moveTo>
                    <a:pt x="22" y="123"/>
                  </a:moveTo>
                  <a:cubicBezTo>
                    <a:pt x="24" y="124"/>
                    <a:pt x="25" y="126"/>
                    <a:pt x="27" y="127"/>
                  </a:cubicBezTo>
                  <a:cubicBezTo>
                    <a:pt x="39" y="137"/>
                    <a:pt x="54" y="142"/>
                    <a:pt x="71" y="142"/>
                  </a:cubicBezTo>
                  <a:cubicBezTo>
                    <a:pt x="87" y="142"/>
                    <a:pt x="102" y="137"/>
                    <a:pt x="114" y="127"/>
                  </a:cubicBezTo>
                  <a:cubicBezTo>
                    <a:pt x="116" y="126"/>
                    <a:pt x="118" y="124"/>
                    <a:pt x="120" y="123"/>
                  </a:cubicBezTo>
                  <a:cubicBezTo>
                    <a:pt x="121" y="121"/>
                    <a:pt x="123" y="120"/>
                    <a:pt x="124" y="118"/>
                  </a:cubicBezTo>
                  <a:cubicBezTo>
                    <a:pt x="135" y="105"/>
                    <a:pt x="142" y="89"/>
                    <a:pt x="142" y="71"/>
                  </a:cubicBezTo>
                  <a:cubicBezTo>
                    <a:pt x="142" y="32"/>
                    <a:pt x="110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89"/>
                    <a:pt x="6" y="105"/>
                    <a:pt x="17" y="118"/>
                  </a:cubicBezTo>
                  <a:cubicBezTo>
                    <a:pt x="19" y="120"/>
                    <a:pt x="20" y="121"/>
                    <a:pt x="22" y="123"/>
                  </a:cubicBezTo>
                  <a:close/>
                  <a:moveTo>
                    <a:pt x="22" y="123"/>
                  </a:moveTo>
                  <a:cubicBezTo>
                    <a:pt x="22" y="123"/>
                    <a:pt x="22" y="123"/>
                    <a:pt x="22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12F2229E-D47B-CD42-88AB-3F61B667AB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2601" y="2711450"/>
              <a:ext cx="76200" cy="7620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16" y="3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cubicBezTo>
                    <a:pt x="0" y="16"/>
                    <a:pt x="4" y="20"/>
                    <a:pt x="10" y="20"/>
                  </a:cubicBezTo>
                  <a:cubicBezTo>
                    <a:pt x="15" y="20"/>
                    <a:pt x="20" y="16"/>
                    <a:pt x="20" y="10"/>
                  </a:cubicBezTo>
                  <a:cubicBezTo>
                    <a:pt x="20" y="7"/>
                    <a:pt x="18" y="5"/>
                    <a:pt x="16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7" y="0"/>
                    <a:pt x="5" y="1"/>
                    <a:pt x="3" y="3"/>
                  </a:cubicBezTo>
                  <a:cubicBezTo>
                    <a:pt x="1" y="5"/>
                    <a:pt x="0" y="7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03" name="Freeform 11">
            <a:extLst>
              <a:ext uri="{FF2B5EF4-FFF2-40B4-BE49-F238E27FC236}">
                <a16:creationId xmlns:a16="http://schemas.microsoft.com/office/drawing/2014/main" id="{DC0FF34B-579E-C348-B058-90D2973F6045}"/>
              </a:ext>
            </a:extLst>
          </p:cNvPr>
          <p:cNvSpPr>
            <a:spLocks noEditPoints="1"/>
          </p:cNvSpPr>
          <p:nvPr/>
        </p:nvSpPr>
        <p:spPr bwMode="auto">
          <a:xfrm>
            <a:off x="2046848" y="3269821"/>
            <a:ext cx="533407" cy="546687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0" y="16"/>
              </a:cxn>
              <a:cxn ang="0">
                <a:pos x="0" y="86"/>
              </a:cxn>
              <a:cxn ang="0">
                <a:pos x="16" y="102"/>
              </a:cxn>
              <a:cxn ang="0">
                <a:pos x="83" y="102"/>
              </a:cxn>
              <a:cxn ang="0">
                <a:pos x="99" y="86"/>
              </a:cxn>
              <a:cxn ang="0">
                <a:pos x="99" y="16"/>
              </a:cxn>
              <a:cxn ang="0">
                <a:pos x="83" y="0"/>
              </a:cxn>
              <a:cxn ang="0">
                <a:pos x="16" y="0"/>
              </a:cxn>
              <a:cxn ang="0">
                <a:pos x="72" y="75"/>
              </a:cxn>
              <a:cxn ang="0">
                <a:pos x="68" y="79"/>
              </a:cxn>
              <a:cxn ang="0">
                <a:pos x="64" y="79"/>
              </a:cxn>
              <a:cxn ang="0">
                <a:pos x="60" y="75"/>
              </a:cxn>
              <a:cxn ang="0">
                <a:pos x="60" y="56"/>
              </a:cxn>
              <a:cxn ang="0">
                <a:pos x="39" y="56"/>
              </a:cxn>
              <a:cxn ang="0">
                <a:pos x="39" y="75"/>
              </a:cxn>
              <a:cxn ang="0">
                <a:pos x="35" y="79"/>
              </a:cxn>
              <a:cxn ang="0">
                <a:pos x="31" y="79"/>
              </a:cxn>
              <a:cxn ang="0">
                <a:pos x="27" y="75"/>
              </a:cxn>
              <a:cxn ang="0">
                <a:pos x="27" y="27"/>
              </a:cxn>
              <a:cxn ang="0">
                <a:pos x="31" y="23"/>
              </a:cxn>
              <a:cxn ang="0">
                <a:pos x="35" y="23"/>
              </a:cxn>
              <a:cxn ang="0">
                <a:pos x="39" y="27"/>
              </a:cxn>
              <a:cxn ang="0">
                <a:pos x="39" y="45"/>
              </a:cxn>
              <a:cxn ang="0">
                <a:pos x="60" y="45"/>
              </a:cxn>
              <a:cxn ang="0">
                <a:pos x="60" y="27"/>
              </a:cxn>
              <a:cxn ang="0">
                <a:pos x="64" y="23"/>
              </a:cxn>
              <a:cxn ang="0">
                <a:pos x="68" y="23"/>
              </a:cxn>
              <a:cxn ang="0">
                <a:pos x="72" y="27"/>
              </a:cxn>
              <a:cxn ang="0">
                <a:pos x="72" y="75"/>
              </a:cxn>
              <a:cxn ang="0">
                <a:pos x="72" y="75"/>
              </a:cxn>
              <a:cxn ang="0">
                <a:pos x="72" y="75"/>
              </a:cxn>
            </a:cxnLst>
            <a:rect l="0" t="0" r="r" b="b"/>
            <a:pathLst>
              <a:path w="99" h="10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95"/>
                  <a:pt x="7" y="102"/>
                  <a:pt x="16" y="102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92" y="102"/>
                  <a:pt x="99" y="95"/>
                  <a:pt x="99" y="8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7"/>
                  <a:pt x="92" y="0"/>
                  <a:pt x="83" y="0"/>
                </a:cubicBezTo>
                <a:lnTo>
                  <a:pt x="16" y="0"/>
                </a:lnTo>
                <a:close/>
                <a:moveTo>
                  <a:pt x="72" y="75"/>
                </a:moveTo>
                <a:cubicBezTo>
                  <a:pt x="72" y="77"/>
                  <a:pt x="71" y="79"/>
                  <a:pt x="68" y="79"/>
                </a:cubicBezTo>
                <a:cubicBezTo>
                  <a:pt x="64" y="79"/>
                  <a:pt x="64" y="79"/>
                  <a:pt x="64" y="79"/>
                </a:cubicBezTo>
                <a:cubicBezTo>
                  <a:pt x="62" y="79"/>
                  <a:pt x="60" y="77"/>
                  <a:pt x="60" y="75"/>
                </a:cubicBezTo>
                <a:cubicBezTo>
                  <a:pt x="60" y="56"/>
                  <a:pt x="60" y="56"/>
                  <a:pt x="60" y="56"/>
                </a:cubicBezTo>
                <a:cubicBezTo>
                  <a:pt x="39" y="56"/>
                  <a:pt x="39" y="56"/>
                  <a:pt x="39" y="56"/>
                </a:cubicBezTo>
                <a:cubicBezTo>
                  <a:pt x="39" y="75"/>
                  <a:pt x="39" y="75"/>
                  <a:pt x="39" y="75"/>
                </a:cubicBezTo>
                <a:cubicBezTo>
                  <a:pt x="39" y="77"/>
                  <a:pt x="37" y="79"/>
                  <a:pt x="35" y="79"/>
                </a:cubicBezTo>
                <a:cubicBezTo>
                  <a:pt x="31" y="79"/>
                  <a:pt x="31" y="79"/>
                  <a:pt x="31" y="79"/>
                </a:cubicBezTo>
                <a:cubicBezTo>
                  <a:pt x="29" y="79"/>
                  <a:pt x="27" y="77"/>
                  <a:pt x="27" y="75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5"/>
                  <a:pt x="29" y="23"/>
                  <a:pt x="31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7" y="23"/>
                  <a:pt x="39" y="25"/>
                  <a:pt x="39" y="27"/>
                </a:cubicBezTo>
                <a:cubicBezTo>
                  <a:pt x="39" y="45"/>
                  <a:pt x="39" y="45"/>
                  <a:pt x="39" y="45"/>
                </a:cubicBezTo>
                <a:cubicBezTo>
                  <a:pt x="60" y="45"/>
                  <a:pt x="60" y="45"/>
                  <a:pt x="60" y="45"/>
                </a:cubicBezTo>
                <a:cubicBezTo>
                  <a:pt x="60" y="27"/>
                  <a:pt x="60" y="27"/>
                  <a:pt x="60" y="27"/>
                </a:cubicBezTo>
                <a:cubicBezTo>
                  <a:pt x="60" y="25"/>
                  <a:pt x="62" y="23"/>
                  <a:pt x="64" y="23"/>
                </a:cubicBezTo>
                <a:cubicBezTo>
                  <a:pt x="68" y="23"/>
                  <a:pt x="68" y="23"/>
                  <a:pt x="68" y="23"/>
                </a:cubicBezTo>
                <a:cubicBezTo>
                  <a:pt x="71" y="23"/>
                  <a:pt x="72" y="25"/>
                  <a:pt x="72" y="27"/>
                </a:cubicBezTo>
                <a:cubicBezTo>
                  <a:pt x="72" y="75"/>
                  <a:pt x="72" y="75"/>
                  <a:pt x="72" y="75"/>
                </a:cubicBezTo>
                <a:close/>
                <a:moveTo>
                  <a:pt x="72" y="75"/>
                </a:moveTo>
                <a:cubicBezTo>
                  <a:pt x="72" y="75"/>
                  <a:pt x="72" y="75"/>
                  <a:pt x="72" y="75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4" name="Freeform 15">
            <a:extLst>
              <a:ext uri="{FF2B5EF4-FFF2-40B4-BE49-F238E27FC236}">
                <a16:creationId xmlns:a16="http://schemas.microsoft.com/office/drawing/2014/main" id="{B8EEC0B0-3820-D546-A3E8-C4BC74A32574}"/>
              </a:ext>
            </a:extLst>
          </p:cNvPr>
          <p:cNvSpPr>
            <a:spLocks noEditPoints="1"/>
          </p:cNvSpPr>
          <p:nvPr/>
        </p:nvSpPr>
        <p:spPr bwMode="auto">
          <a:xfrm>
            <a:off x="2934189" y="3285573"/>
            <a:ext cx="533608" cy="530935"/>
          </a:xfrm>
          <a:custGeom>
            <a:avLst/>
            <a:gdLst/>
            <a:ahLst/>
            <a:cxnLst>
              <a:cxn ang="0">
                <a:pos x="165" y="147"/>
              </a:cxn>
              <a:cxn ang="0">
                <a:pos x="165" y="14"/>
              </a:cxn>
              <a:cxn ang="0">
                <a:pos x="148" y="0"/>
              </a:cxn>
              <a:cxn ang="0">
                <a:pos x="18" y="0"/>
              </a:cxn>
              <a:cxn ang="0">
                <a:pos x="0" y="15"/>
              </a:cxn>
              <a:cxn ang="0">
                <a:pos x="0" y="145"/>
              </a:cxn>
              <a:cxn ang="0">
                <a:pos x="16" y="165"/>
              </a:cxn>
              <a:cxn ang="0">
                <a:pos x="149" y="165"/>
              </a:cxn>
              <a:cxn ang="0">
                <a:pos x="165" y="147"/>
              </a:cxn>
              <a:cxn ang="0">
                <a:pos x="38" y="22"/>
              </a:cxn>
              <a:cxn ang="0">
                <a:pos x="46" y="16"/>
              </a:cxn>
              <a:cxn ang="0">
                <a:pos x="51" y="15"/>
              </a:cxn>
              <a:cxn ang="0">
                <a:pos x="55" y="17"/>
              </a:cxn>
              <a:cxn ang="0">
                <a:pos x="57" y="20"/>
              </a:cxn>
              <a:cxn ang="0">
                <a:pos x="39" y="34"/>
              </a:cxn>
              <a:cxn ang="0">
                <a:pos x="36" y="31"/>
              </a:cxn>
              <a:cxn ang="0">
                <a:pos x="38" y="22"/>
              </a:cxn>
              <a:cxn ang="0">
                <a:pos x="120" y="150"/>
              </a:cxn>
              <a:cxn ang="0">
                <a:pos x="116" y="153"/>
              </a:cxn>
              <a:cxn ang="0">
                <a:pos x="37" y="153"/>
              </a:cxn>
              <a:cxn ang="0">
                <a:pos x="34" y="150"/>
              </a:cxn>
              <a:cxn ang="0">
                <a:pos x="34" y="138"/>
              </a:cxn>
              <a:cxn ang="0">
                <a:pos x="37" y="135"/>
              </a:cxn>
              <a:cxn ang="0">
                <a:pos x="41" y="135"/>
              </a:cxn>
              <a:cxn ang="0">
                <a:pos x="43" y="132"/>
              </a:cxn>
              <a:cxn ang="0">
                <a:pos x="61" y="73"/>
              </a:cxn>
              <a:cxn ang="0">
                <a:pos x="63" y="68"/>
              </a:cxn>
              <a:cxn ang="0">
                <a:pos x="45" y="41"/>
              </a:cxn>
              <a:cxn ang="0">
                <a:pos x="63" y="27"/>
              </a:cxn>
              <a:cxn ang="0">
                <a:pos x="104" y="82"/>
              </a:cxn>
              <a:cxn ang="0">
                <a:pos x="98" y="86"/>
              </a:cxn>
              <a:cxn ang="0">
                <a:pos x="103" y="92"/>
              </a:cxn>
              <a:cxn ang="0">
                <a:pos x="104" y="95"/>
              </a:cxn>
              <a:cxn ang="0">
                <a:pos x="102" y="98"/>
              </a:cxn>
              <a:cxn ang="0">
                <a:pos x="101" y="99"/>
              </a:cxn>
              <a:cxn ang="0">
                <a:pos x="95" y="99"/>
              </a:cxn>
              <a:cxn ang="0">
                <a:pos x="90" y="92"/>
              </a:cxn>
              <a:cxn ang="0">
                <a:pos x="83" y="97"/>
              </a:cxn>
              <a:cxn ang="0">
                <a:pos x="74" y="84"/>
              </a:cxn>
              <a:cxn ang="0">
                <a:pos x="68" y="83"/>
              </a:cxn>
              <a:cxn ang="0">
                <a:pos x="48" y="111"/>
              </a:cxn>
              <a:cxn ang="0">
                <a:pos x="116" y="134"/>
              </a:cxn>
              <a:cxn ang="0">
                <a:pos x="120" y="138"/>
              </a:cxn>
              <a:cxn ang="0">
                <a:pos x="120" y="150"/>
              </a:cxn>
              <a:cxn ang="0">
                <a:pos x="113" y="115"/>
              </a:cxn>
              <a:cxn ang="0">
                <a:pos x="90" y="122"/>
              </a:cxn>
              <a:cxn ang="0">
                <a:pos x="105" y="104"/>
              </a:cxn>
              <a:cxn ang="0">
                <a:pos x="128" y="96"/>
              </a:cxn>
              <a:cxn ang="0">
                <a:pos x="113" y="115"/>
              </a:cxn>
              <a:cxn ang="0">
                <a:pos x="113" y="115"/>
              </a:cxn>
              <a:cxn ang="0">
                <a:pos x="113" y="115"/>
              </a:cxn>
            </a:cxnLst>
            <a:rect l="0" t="0" r="r" b="b"/>
            <a:pathLst>
              <a:path w="166" h="165">
                <a:moveTo>
                  <a:pt x="165" y="147"/>
                </a:moveTo>
                <a:cubicBezTo>
                  <a:pt x="165" y="14"/>
                  <a:pt x="165" y="14"/>
                  <a:pt x="165" y="14"/>
                </a:cubicBezTo>
                <a:cubicBezTo>
                  <a:pt x="165" y="7"/>
                  <a:pt x="165" y="0"/>
                  <a:pt x="14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7" y="0"/>
                  <a:pt x="0" y="0"/>
                  <a:pt x="0" y="15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64"/>
                  <a:pt x="1" y="165"/>
                  <a:pt x="16" y="165"/>
                </a:cubicBezTo>
                <a:cubicBezTo>
                  <a:pt x="149" y="165"/>
                  <a:pt x="149" y="165"/>
                  <a:pt x="149" y="165"/>
                </a:cubicBezTo>
                <a:cubicBezTo>
                  <a:pt x="166" y="165"/>
                  <a:pt x="165" y="163"/>
                  <a:pt x="165" y="147"/>
                </a:cubicBezTo>
                <a:close/>
                <a:moveTo>
                  <a:pt x="38" y="22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5"/>
                  <a:pt x="49" y="14"/>
                  <a:pt x="51" y="15"/>
                </a:cubicBezTo>
                <a:cubicBezTo>
                  <a:pt x="52" y="15"/>
                  <a:pt x="54" y="16"/>
                  <a:pt x="55" y="17"/>
                </a:cubicBezTo>
                <a:cubicBezTo>
                  <a:pt x="57" y="20"/>
                  <a:pt x="57" y="20"/>
                  <a:pt x="57" y="20"/>
                </a:cubicBezTo>
                <a:cubicBezTo>
                  <a:pt x="39" y="34"/>
                  <a:pt x="39" y="34"/>
                  <a:pt x="39" y="34"/>
                </a:cubicBezTo>
                <a:cubicBezTo>
                  <a:pt x="36" y="31"/>
                  <a:pt x="36" y="31"/>
                  <a:pt x="36" y="31"/>
                </a:cubicBezTo>
                <a:cubicBezTo>
                  <a:pt x="34" y="28"/>
                  <a:pt x="35" y="24"/>
                  <a:pt x="38" y="22"/>
                </a:cubicBezTo>
                <a:close/>
                <a:moveTo>
                  <a:pt x="120" y="150"/>
                </a:moveTo>
                <a:cubicBezTo>
                  <a:pt x="120" y="152"/>
                  <a:pt x="118" y="153"/>
                  <a:pt x="116" y="153"/>
                </a:cubicBezTo>
                <a:cubicBezTo>
                  <a:pt x="37" y="153"/>
                  <a:pt x="37" y="153"/>
                  <a:pt x="37" y="153"/>
                </a:cubicBezTo>
                <a:cubicBezTo>
                  <a:pt x="35" y="153"/>
                  <a:pt x="34" y="152"/>
                  <a:pt x="34" y="150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6"/>
                  <a:pt x="35" y="135"/>
                  <a:pt x="37" y="135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3" y="135"/>
                  <a:pt x="44" y="133"/>
                  <a:pt x="43" y="132"/>
                </a:cubicBezTo>
                <a:cubicBezTo>
                  <a:pt x="31" y="113"/>
                  <a:pt x="41" y="80"/>
                  <a:pt x="61" y="73"/>
                </a:cubicBezTo>
                <a:cubicBezTo>
                  <a:pt x="63" y="72"/>
                  <a:pt x="64" y="70"/>
                  <a:pt x="63" y="68"/>
                </a:cubicBezTo>
                <a:cubicBezTo>
                  <a:pt x="57" y="59"/>
                  <a:pt x="51" y="50"/>
                  <a:pt x="45" y="41"/>
                </a:cubicBezTo>
                <a:cubicBezTo>
                  <a:pt x="63" y="27"/>
                  <a:pt x="63" y="27"/>
                  <a:pt x="63" y="27"/>
                </a:cubicBezTo>
                <a:cubicBezTo>
                  <a:pt x="77" y="47"/>
                  <a:pt x="102" y="78"/>
                  <a:pt x="104" y="82"/>
                </a:cubicBezTo>
                <a:cubicBezTo>
                  <a:pt x="98" y="86"/>
                  <a:pt x="98" y="86"/>
                  <a:pt x="98" y="86"/>
                </a:cubicBezTo>
                <a:cubicBezTo>
                  <a:pt x="103" y="92"/>
                  <a:pt x="103" y="92"/>
                  <a:pt x="103" y="92"/>
                </a:cubicBezTo>
                <a:cubicBezTo>
                  <a:pt x="104" y="93"/>
                  <a:pt x="104" y="94"/>
                  <a:pt x="104" y="95"/>
                </a:cubicBezTo>
                <a:cubicBezTo>
                  <a:pt x="104" y="96"/>
                  <a:pt x="103" y="97"/>
                  <a:pt x="102" y="98"/>
                </a:cubicBezTo>
                <a:cubicBezTo>
                  <a:pt x="101" y="99"/>
                  <a:pt x="101" y="99"/>
                  <a:pt x="101" y="99"/>
                </a:cubicBezTo>
                <a:cubicBezTo>
                  <a:pt x="99" y="101"/>
                  <a:pt x="96" y="100"/>
                  <a:pt x="95" y="99"/>
                </a:cubicBezTo>
                <a:cubicBezTo>
                  <a:pt x="90" y="92"/>
                  <a:pt x="90" y="92"/>
                  <a:pt x="90" y="92"/>
                </a:cubicBezTo>
                <a:cubicBezTo>
                  <a:pt x="83" y="97"/>
                  <a:pt x="83" y="97"/>
                  <a:pt x="83" y="97"/>
                </a:cubicBezTo>
                <a:cubicBezTo>
                  <a:pt x="81" y="94"/>
                  <a:pt x="77" y="89"/>
                  <a:pt x="74" y="84"/>
                </a:cubicBezTo>
                <a:cubicBezTo>
                  <a:pt x="72" y="83"/>
                  <a:pt x="70" y="82"/>
                  <a:pt x="68" y="83"/>
                </a:cubicBezTo>
                <a:cubicBezTo>
                  <a:pt x="56" y="88"/>
                  <a:pt x="48" y="100"/>
                  <a:pt x="48" y="111"/>
                </a:cubicBezTo>
                <a:cubicBezTo>
                  <a:pt x="49" y="139"/>
                  <a:pt x="83" y="135"/>
                  <a:pt x="116" y="134"/>
                </a:cubicBezTo>
                <a:cubicBezTo>
                  <a:pt x="118" y="134"/>
                  <a:pt x="120" y="136"/>
                  <a:pt x="120" y="138"/>
                </a:cubicBezTo>
                <a:lnTo>
                  <a:pt x="120" y="150"/>
                </a:lnTo>
                <a:close/>
                <a:moveTo>
                  <a:pt x="113" y="115"/>
                </a:moveTo>
                <a:cubicBezTo>
                  <a:pt x="102" y="122"/>
                  <a:pt x="92" y="125"/>
                  <a:pt x="90" y="122"/>
                </a:cubicBezTo>
                <a:cubicBezTo>
                  <a:pt x="88" y="120"/>
                  <a:pt x="95" y="111"/>
                  <a:pt x="105" y="104"/>
                </a:cubicBezTo>
                <a:cubicBezTo>
                  <a:pt x="116" y="97"/>
                  <a:pt x="126" y="93"/>
                  <a:pt x="128" y="96"/>
                </a:cubicBezTo>
                <a:cubicBezTo>
                  <a:pt x="130" y="99"/>
                  <a:pt x="123" y="107"/>
                  <a:pt x="113" y="115"/>
                </a:cubicBezTo>
                <a:close/>
                <a:moveTo>
                  <a:pt x="113" y="115"/>
                </a:moveTo>
                <a:cubicBezTo>
                  <a:pt x="113" y="115"/>
                  <a:pt x="113" y="115"/>
                  <a:pt x="113" y="115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05" name="Group 67">
            <a:extLst>
              <a:ext uri="{FF2B5EF4-FFF2-40B4-BE49-F238E27FC236}">
                <a16:creationId xmlns:a16="http://schemas.microsoft.com/office/drawing/2014/main" id="{D0F51A43-84BC-D64D-971D-AE759203EC06}"/>
              </a:ext>
            </a:extLst>
          </p:cNvPr>
          <p:cNvGrpSpPr/>
          <p:nvPr/>
        </p:nvGrpSpPr>
        <p:grpSpPr>
          <a:xfrm>
            <a:off x="3821731" y="3238685"/>
            <a:ext cx="574657" cy="577823"/>
            <a:chOff x="7299325" y="1482725"/>
            <a:chExt cx="576263" cy="579438"/>
          </a:xfrm>
          <a:solidFill>
            <a:srgbClr val="42929D"/>
          </a:solidFill>
        </p:grpSpPr>
        <p:sp>
          <p:nvSpPr>
            <p:cNvPr id="106" name="Freeform 19">
              <a:extLst>
                <a:ext uri="{FF2B5EF4-FFF2-40B4-BE49-F238E27FC236}">
                  <a16:creationId xmlns:a16="http://schemas.microsoft.com/office/drawing/2014/main" id="{830B32C3-D645-A54E-98EB-A87A73765E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9325" y="1482725"/>
              <a:ext cx="576263" cy="357188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28" y="54"/>
                </a:cxn>
                <a:cxn ang="0">
                  <a:pos x="38" y="17"/>
                </a:cxn>
                <a:cxn ang="0">
                  <a:pos x="42" y="14"/>
                </a:cxn>
                <a:cxn ang="0">
                  <a:pos x="45" y="17"/>
                </a:cxn>
                <a:cxn ang="0">
                  <a:pos x="49" y="63"/>
                </a:cxn>
                <a:cxn ang="0">
                  <a:pos x="55" y="33"/>
                </a:cxn>
                <a:cxn ang="0">
                  <a:pos x="59" y="30"/>
                </a:cxn>
                <a:cxn ang="0">
                  <a:pos x="63" y="32"/>
                </a:cxn>
                <a:cxn ang="0">
                  <a:pos x="71" y="54"/>
                </a:cxn>
                <a:cxn ang="0">
                  <a:pos x="102" y="55"/>
                </a:cxn>
                <a:cxn ang="0">
                  <a:pos x="102" y="51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51" y="0"/>
                </a:cxn>
              </a:cxnLst>
              <a:rect l="0" t="0" r="r" b="b"/>
              <a:pathLst>
                <a:path w="102" h="63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52"/>
                    <a:pt x="0" y="53"/>
                    <a:pt x="0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5"/>
                    <a:pt x="40" y="14"/>
                    <a:pt x="42" y="14"/>
                  </a:cubicBezTo>
                  <a:cubicBezTo>
                    <a:pt x="43" y="14"/>
                    <a:pt x="45" y="15"/>
                    <a:pt x="45" y="17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1"/>
                    <a:pt x="57" y="30"/>
                    <a:pt x="59" y="30"/>
                  </a:cubicBezTo>
                  <a:cubicBezTo>
                    <a:pt x="61" y="30"/>
                    <a:pt x="62" y="31"/>
                    <a:pt x="63" y="32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53"/>
                    <a:pt x="102" y="52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7" name="Freeform 20">
              <a:extLst>
                <a:ext uri="{FF2B5EF4-FFF2-40B4-BE49-F238E27FC236}">
                  <a16:creationId xmlns:a16="http://schemas.microsoft.com/office/drawing/2014/main" id="{1C7AB5A8-1C4D-B143-9BC8-D0438D71F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4088" y="1709738"/>
              <a:ext cx="566738" cy="352425"/>
            </a:xfrm>
            <a:custGeom>
              <a:avLst/>
              <a:gdLst/>
              <a:ahLst/>
              <a:cxnLst>
                <a:cxn ang="0">
                  <a:pos x="63" y="19"/>
                </a:cxn>
                <a:cxn ang="0">
                  <a:pos x="59" y="7"/>
                </a:cxn>
                <a:cxn ang="0">
                  <a:pos x="50" y="50"/>
                </a:cxn>
                <a:cxn ang="0">
                  <a:pos x="46" y="53"/>
                </a:cxn>
                <a:cxn ang="0">
                  <a:pos x="46" y="53"/>
                </a:cxn>
                <a:cxn ang="0">
                  <a:pos x="43" y="50"/>
                </a:cxn>
                <a:cxn ang="0">
                  <a:pos x="38" y="0"/>
                </a:cxn>
                <a:cxn ang="0">
                  <a:pos x="34" y="19"/>
                </a:cxn>
                <a:cxn ang="0">
                  <a:pos x="30" y="22"/>
                </a:cxn>
                <a:cxn ang="0">
                  <a:pos x="0" y="22"/>
                </a:cxn>
                <a:cxn ang="0">
                  <a:pos x="50" y="62"/>
                </a:cxn>
                <a:cxn ang="0">
                  <a:pos x="100" y="22"/>
                </a:cxn>
                <a:cxn ang="0">
                  <a:pos x="67" y="22"/>
                </a:cxn>
                <a:cxn ang="0">
                  <a:pos x="63" y="19"/>
                </a:cxn>
                <a:cxn ang="0">
                  <a:pos x="63" y="19"/>
                </a:cxn>
                <a:cxn ang="0">
                  <a:pos x="63" y="19"/>
                </a:cxn>
              </a:cxnLst>
              <a:rect l="0" t="0" r="r" b="b"/>
              <a:pathLst>
                <a:path w="100" h="62">
                  <a:moveTo>
                    <a:pt x="63" y="19"/>
                  </a:moveTo>
                  <a:cubicBezTo>
                    <a:pt x="59" y="7"/>
                    <a:pt x="59" y="7"/>
                    <a:pt x="59" y="7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52"/>
                    <a:pt x="48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4" y="53"/>
                    <a:pt x="43" y="52"/>
                    <a:pt x="43" y="5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1"/>
                    <a:pt x="32" y="22"/>
                    <a:pt x="3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45"/>
                    <a:pt x="26" y="62"/>
                    <a:pt x="50" y="62"/>
                  </a:cubicBezTo>
                  <a:cubicBezTo>
                    <a:pt x="75" y="62"/>
                    <a:pt x="95" y="45"/>
                    <a:pt x="100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5" y="22"/>
                    <a:pt x="64" y="21"/>
                    <a:pt x="63" y="19"/>
                  </a:cubicBezTo>
                  <a:close/>
                  <a:moveTo>
                    <a:pt x="63" y="19"/>
                  </a:moveTo>
                  <a:cubicBezTo>
                    <a:pt x="63" y="19"/>
                    <a:pt x="63" y="19"/>
                    <a:pt x="6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08" name="Group 30">
            <a:extLst>
              <a:ext uri="{FF2B5EF4-FFF2-40B4-BE49-F238E27FC236}">
                <a16:creationId xmlns:a16="http://schemas.microsoft.com/office/drawing/2014/main" id="{EFB40F36-22F6-7947-AD99-EA6100A1818C}"/>
              </a:ext>
            </a:extLst>
          </p:cNvPr>
          <p:cNvGrpSpPr/>
          <p:nvPr/>
        </p:nvGrpSpPr>
        <p:grpSpPr>
          <a:xfrm>
            <a:off x="6574767" y="3206660"/>
            <a:ext cx="611293" cy="609848"/>
            <a:chOff x="1081088" y="2138363"/>
            <a:chExt cx="671512" cy="669925"/>
          </a:xfrm>
          <a:solidFill>
            <a:srgbClr val="42929D"/>
          </a:solidFill>
        </p:grpSpPr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D9A7BED0-2470-7849-A184-B7C94EE4E5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close/>
                  <a:moveTo>
                    <a:pt x="53" y="0"/>
                  </a:moveTo>
                  <a:lnTo>
                    <a:pt x="5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0" name="Freeform 17">
              <a:extLst>
                <a:ext uri="{FF2B5EF4-FFF2-40B4-BE49-F238E27FC236}">
                  <a16:creationId xmlns:a16="http://schemas.microsoft.com/office/drawing/2014/main" id="{98CB8E75-AE8B-F542-B3C5-13DAE46BED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moveTo>
                    <a:pt x="53" y="0"/>
                  </a:moveTo>
                  <a:lnTo>
                    <a:pt x="5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1" name="Freeform 18">
              <a:extLst>
                <a:ext uri="{FF2B5EF4-FFF2-40B4-BE49-F238E27FC236}">
                  <a16:creationId xmlns:a16="http://schemas.microsoft.com/office/drawing/2014/main" id="{5768C2F9-69DA-9F45-80F1-60BAEB1D7C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close/>
                  <a:moveTo>
                    <a:pt x="53" y="158"/>
                  </a:moveTo>
                  <a:lnTo>
                    <a:pt x="53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2" name="Freeform 19">
              <a:extLst>
                <a:ext uri="{FF2B5EF4-FFF2-40B4-BE49-F238E27FC236}">
                  <a16:creationId xmlns:a16="http://schemas.microsoft.com/office/drawing/2014/main" id="{9C6920BA-3C6A-7C46-A2E9-41DF01B9F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moveTo>
                    <a:pt x="53" y="158"/>
                  </a:moveTo>
                  <a:lnTo>
                    <a:pt x="53" y="15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3" name="Freeform 20">
              <a:extLst>
                <a:ext uri="{FF2B5EF4-FFF2-40B4-BE49-F238E27FC236}">
                  <a16:creationId xmlns:a16="http://schemas.microsoft.com/office/drawing/2014/main" id="{67137AC2-C428-1A4E-9D04-C08D52EE3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31913" y="2138363"/>
              <a:ext cx="295275" cy="669925"/>
            </a:xfrm>
            <a:custGeom>
              <a:avLst/>
              <a:gdLst/>
              <a:ahLst/>
              <a:cxnLst>
                <a:cxn ang="0">
                  <a:pos x="1079" y="450"/>
                </a:cxn>
                <a:cxn ang="0">
                  <a:pos x="630" y="0"/>
                </a:cxn>
                <a:cxn ang="0">
                  <a:pos x="180" y="450"/>
                </a:cxn>
                <a:cxn ang="0">
                  <a:pos x="180" y="1808"/>
                </a:cxn>
                <a:cxn ang="0">
                  <a:pos x="0" y="2247"/>
                </a:cxn>
                <a:cxn ang="0">
                  <a:pos x="630" y="2876"/>
                </a:cxn>
                <a:cxn ang="0">
                  <a:pos x="1259" y="2247"/>
                </a:cxn>
                <a:cxn ang="0">
                  <a:pos x="1079" y="1808"/>
                </a:cxn>
                <a:cxn ang="0">
                  <a:pos x="1079" y="450"/>
                </a:cxn>
                <a:cxn ang="0">
                  <a:pos x="630" y="2696"/>
                </a:cxn>
                <a:cxn ang="0">
                  <a:pos x="575" y="2691"/>
                </a:cxn>
                <a:cxn ang="0">
                  <a:pos x="180" y="2247"/>
                </a:cxn>
                <a:cxn ang="0">
                  <a:pos x="360" y="1890"/>
                </a:cxn>
                <a:cxn ang="0">
                  <a:pos x="360" y="450"/>
                </a:cxn>
                <a:cxn ang="0">
                  <a:pos x="630" y="180"/>
                </a:cxn>
                <a:cxn ang="0">
                  <a:pos x="899" y="450"/>
                </a:cxn>
                <a:cxn ang="0">
                  <a:pos x="899" y="1890"/>
                </a:cxn>
                <a:cxn ang="0">
                  <a:pos x="1079" y="2247"/>
                </a:cxn>
                <a:cxn ang="0">
                  <a:pos x="630" y="2696"/>
                </a:cxn>
                <a:cxn ang="0">
                  <a:pos x="630" y="2696"/>
                </a:cxn>
                <a:cxn ang="0">
                  <a:pos x="630" y="2696"/>
                </a:cxn>
              </a:cxnLst>
              <a:rect l="0" t="0" r="r" b="b"/>
              <a:pathLst>
                <a:path w="1259" h="2876">
                  <a:moveTo>
                    <a:pt x="1079" y="450"/>
                  </a:moveTo>
                  <a:cubicBezTo>
                    <a:pt x="1079" y="202"/>
                    <a:pt x="878" y="0"/>
                    <a:pt x="630" y="0"/>
                  </a:cubicBezTo>
                  <a:cubicBezTo>
                    <a:pt x="381" y="0"/>
                    <a:pt x="180" y="202"/>
                    <a:pt x="180" y="450"/>
                  </a:cubicBezTo>
                  <a:cubicBezTo>
                    <a:pt x="180" y="1808"/>
                    <a:pt x="180" y="1808"/>
                    <a:pt x="180" y="1808"/>
                  </a:cubicBezTo>
                  <a:cubicBezTo>
                    <a:pt x="69" y="1921"/>
                    <a:pt x="0" y="2076"/>
                    <a:pt x="0" y="2247"/>
                  </a:cubicBezTo>
                  <a:cubicBezTo>
                    <a:pt x="0" y="2595"/>
                    <a:pt x="282" y="2876"/>
                    <a:pt x="630" y="2876"/>
                  </a:cubicBezTo>
                  <a:cubicBezTo>
                    <a:pt x="977" y="2876"/>
                    <a:pt x="1259" y="2595"/>
                    <a:pt x="1259" y="2247"/>
                  </a:cubicBezTo>
                  <a:cubicBezTo>
                    <a:pt x="1259" y="2076"/>
                    <a:pt x="1190" y="1921"/>
                    <a:pt x="1079" y="1808"/>
                  </a:cubicBezTo>
                  <a:lnTo>
                    <a:pt x="1079" y="450"/>
                  </a:lnTo>
                  <a:close/>
                  <a:moveTo>
                    <a:pt x="630" y="2696"/>
                  </a:moveTo>
                  <a:cubicBezTo>
                    <a:pt x="611" y="2696"/>
                    <a:pt x="593" y="2694"/>
                    <a:pt x="575" y="2691"/>
                  </a:cubicBezTo>
                  <a:cubicBezTo>
                    <a:pt x="353" y="2664"/>
                    <a:pt x="180" y="2477"/>
                    <a:pt x="180" y="2247"/>
                  </a:cubicBezTo>
                  <a:cubicBezTo>
                    <a:pt x="180" y="2101"/>
                    <a:pt x="251" y="1972"/>
                    <a:pt x="360" y="1890"/>
                  </a:cubicBezTo>
                  <a:cubicBezTo>
                    <a:pt x="360" y="450"/>
                    <a:pt x="360" y="450"/>
                    <a:pt x="360" y="450"/>
                  </a:cubicBezTo>
                  <a:cubicBezTo>
                    <a:pt x="360" y="301"/>
                    <a:pt x="481" y="180"/>
                    <a:pt x="630" y="180"/>
                  </a:cubicBezTo>
                  <a:cubicBezTo>
                    <a:pt x="778" y="180"/>
                    <a:pt x="899" y="301"/>
                    <a:pt x="899" y="450"/>
                  </a:cubicBezTo>
                  <a:cubicBezTo>
                    <a:pt x="899" y="1890"/>
                    <a:pt x="899" y="1890"/>
                    <a:pt x="899" y="1890"/>
                  </a:cubicBezTo>
                  <a:cubicBezTo>
                    <a:pt x="1008" y="1972"/>
                    <a:pt x="1079" y="2101"/>
                    <a:pt x="1079" y="2247"/>
                  </a:cubicBezTo>
                  <a:cubicBezTo>
                    <a:pt x="1079" y="2495"/>
                    <a:pt x="878" y="2696"/>
                    <a:pt x="630" y="2696"/>
                  </a:cubicBezTo>
                  <a:close/>
                  <a:moveTo>
                    <a:pt x="630" y="2696"/>
                  </a:moveTo>
                  <a:cubicBezTo>
                    <a:pt x="630" y="2696"/>
                    <a:pt x="630" y="2696"/>
                    <a:pt x="630" y="26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4" name="Freeform 21">
              <a:extLst>
                <a:ext uri="{FF2B5EF4-FFF2-40B4-BE49-F238E27FC236}">
                  <a16:creationId xmlns:a16="http://schemas.microsoft.com/office/drawing/2014/main" id="{8EA92C3E-D7F7-524E-B420-94110570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6050" y="2306638"/>
              <a:ext cx="127000" cy="417513"/>
            </a:xfrm>
            <a:custGeom>
              <a:avLst/>
              <a:gdLst/>
              <a:ahLst/>
              <a:cxnLst>
                <a:cxn ang="0">
                  <a:pos x="359" y="1275"/>
                </a:cxn>
                <a:cxn ang="0">
                  <a:pos x="359" y="0"/>
                </a:cxn>
                <a:cxn ang="0">
                  <a:pos x="180" y="0"/>
                </a:cxn>
                <a:cxn ang="0">
                  <a:pos x="180" y="1275"/>
                </a:cxn>
                <a:cxn ang="0">
                  <a:pos x="0" y="1528"/>
                </a:cxn>
                <a:cxn ang="0">
                  <a:pos x="270" y="1798"/>
                </a:cxn>
                <a:cxn ang="0">
                  <a:pos x="539" y="1528"/>
                </a:cxn>
                <a:cxn ang="0">
                  <a:pos x="359" y="1275"/>
                </a:cxn>
                <a:cxn ang="0">
                  <a:pos x="359" y="1275"/>
                </a:cxn>
                <a:cxn ang="0">
                  <a:pos x="359" y="1275"/>
                </a:cxn>
              </a:cxnLst>
              <a:rect l="0" t="0" r="r" b="b"/>
              <a:pathLst>
                <a:path w="539" h="1798">
                  <a:moveTo>
                    <a:pt x="359" y="1275"/>
                  </a:moveTo>
                  <a:cubicBezTo>
                    <a:pt x="359" y="0"/>
                    <a:pt x="359" y="0"/>
                    <a:pt x="359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1275"/>
                    <a:pt x="180" y="1275"/>
                    <a:pt x="180" y="1275"/>
                  </a:cubicBezTo>
                  <a:cubicBezTo>
                    <a:pt x="75" y="1312"/>
                    <a:pt x="0" y="1411"/>
                    <a:pt x="0" y="1528"/>
                  </a:cubicBezTo>
                  <a:cubicBezTo>
                    <a:pt x="0" y="1677"/>
                    <a:pt x="121" y="1798"/>
                    <a:pt x="270" y="1798"/>
                  </a:cubicBezTo>
                  <a:cubicBezTo>
                    <a:pt x="418" y="1798"/>
                    <a:pt x="539" y="1677"/>
                    <a:pt x="539" y="1528"/>
                  </a:cubicBezTo>
                  <a:cubicBezTo>
                    <a:pt x="539" y="1411"/>
                    <a:pt x="464" y="1312"/>
                    <a:pt x="359" y="1275"/>
                  </a:cubicBezTo>
                  <a:close/>
                  <a:moveTo>
                    <a:pt x="359" y="1275"/>
                  </a:moveTo>
                  <a:cubicBezTo>
                    <a:pt x="359" y="1275"/>
                    <a:pt x="359" y="1275"/>
                    <a:pt x="359" y="127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5" name="Freeform 22">
              <a:extLst>
                <a:ext uri="{FF2B5EF4-FFF2-40B4-BE49-F238E27FC236}">
                  <a16:creationId xmlns:a16="http://schemas.microsoft.com/office/drawing/2014/main" id="{B72ACE6B-E01B-1547-8458-902557516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close/>
                  <a:moveTo>
                    <a:pt x="52" y="26"/>
                  </a:moveTo>
                  <a:lnTo>
                    <a:pt x="52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6" name="Freeform 23">
              <a:extLst>
                <a:ext uri="{FF2B5EF4-FFF2-40B4-BE49-F238E27FC236}">
                  <a16:creationId xmlns:a16="http://schemas.microsoft.com/office/drawing/2014/main" id="{54794DE3-EC02-E341-B74E-A0CA44DC78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moveTo>
                    <a:pt x="52" y="26"/>
                  </a:moveTo>
                  <a:lnTo>
                    <a:pt x="52" y="2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17" name="Freeform 35">
            <a:extLst>
              <a:ext uri="{FF2B5EF4-FFF2-40B4-BE49-F238E27FC236}">
                <a16:creationId xmlns:a16="http://schemas.microsoft.com/office/drawing/2014/main" id="{5ED02D53-E2DB-4D4F-AB48-659E434691F5}"/>
              </a:ext>
            </a:extLst>
          </p:cNvPr>
          <p:cNvSpPr>
            <a:spLocks noEditPoints="1"/>
          </p:cNvSpPr>
          <p:nvPr/>
        </p:nvSpPr>
        <p:spPr bwMode="auto">
          <a:xfrm>
            <a:off x="5665656" y="3149887"/>
            <a:ext cx="555177" cy="666621"/>
          </a:xfrm>
          <a:custGeom>
            <a:avLst/>
            <a:gdLst/>
            <a:ahLst/>
            <a:cxnLst>
              <a:cxn ang="0">
                <a:pos x="37" y="23"/>
              </a:cxn>
              <a:cxn ang="0">
                <a:pos x="37" y="3"/>
              </a:cxn>
              <a:cxn ang="0">
                <a:pos x="40" y="3"/>
              </a:cxn>
              <a:cxn ang="0">
                <a:pos x="40" y="0"/>
              </a:cxn>
              <a:cxn ang="0">
                <a:pos x="17" y="0"/>
              </a:cxn>
              <a:cxn ang="0">
                <a:pos x="17" y="3"/>
              </a:cxn>
              <a:cxn ang="0">
                <a:pos x="20" y="3"/>
              </a:cxn>
              <a:cxn ang="0">
                <a:pos x="20" y="23"/>
              </a:cxn>
              <a:cxn ang="0">
                <a:pos x="0" y="60"/>
              </a:cxn>
              <a:cxn ang="0">
                <a:pos x="9" y="69"/>
              </a:cxn>
              <a:cxn ang="0">
                <a:pos x="49" y="69"/>
              </a:cxn>
              <a:cxn ang="0">
                <a:pos x="57" y="60"/>
              </a:cxn>
              <a:cxn ang="0">
                <a:pos x="37" y="23"/>
              </a:cxn>
              <a:cxn ang="0">
                <a:pos x="49" y="66"/>
              </a:cxn>
              <a:cxn ang="0">
                <a:pos x="9" y="66"/>
              </a:cxn>
              <a:cxn ang="0">
                <a:pos x="3" y="60"/>
              </a:cxn>
              <a:cxn ang="0">
                <a:pos x="22" y="24"/>
              </a:cxn>
              <a:cxn ang="0">
                <a:pos x="23" y="24"/>
              </a:cxn>
              <a:cxn ang="0">
                <a:pos x="23" y="3"/>
              </a:cxn>
              <a:cxn ang="0">
                <a:pos x="34" y="3"/>
              </a:cxn>
              <a:cxn ang="0">
                <a:pos x="34" y="24"/>
              </a:cxn>
              <a:cxn ang="0">
                <a:pos x="35" y="24"/>
              </a:cxn>
              <a:cxn ang="0">
                <a:pos x="54" y="60"/>
              </a:cxn>
              <a:cxn ang="0">
                <a:pos x="49" y="66"/>
              </a:cxn>
              <a:cxn ang="0">
                <a:pos x="20" y="55"/>
              </a:cxn>
              <a:cxn ang="0">
                <a:pos x="17" y="58"/>
              </a:cxn>
              <a:cxn ang="0">
                <a:pos x="14" y="55"/>
              </a:cxn>
              <a:cxn ang="0">
                <a:pos x="17" y="52"/>
              </a:cxn>
              <a:cxn ang="0">
                <a:pos x="20" y="55"/>
              </a:cxn>
              <a:cxn ang="0">
                <a:pos x="37" y="59"/>
              </a:cxn>
              <a:cxn ang="0">
                <a:pos x="33" y="63"/>
              </a:cxn>
              <a:cxn ang="0">
                <a:pos x="29" y="59"/>
              </a:cxn>
              <a:cxn ang="0">
                <a:pos x="33" y="55"/>
              </a:cxn>
              <a:cxn ang="0">
                <a:pos x="37" y="59"/>
              </a:cxn>
              <a:cxn ang="0">
                <a:pos x="30" y="54"/>
              </a:cxn>
              <a:cxn ang="0">
                <a:pos x="27" y="57"/>
              </a:cxn>
              <a:cxn ang="0">
                <a:pos x="23" y="54"/>
              </a:cxn>
              <a:cxn ang="0">
                <a:pos x="27" y="50"/>
              </a:cxn>
              <a:cxn ang="0">
                <a:pos x="30" y="54"/>
              </a:cxn>
              <a:cxn ang="0">
                <a:pos x="26" y="49"/>
              </a:cxn>
              <a:cxn ang="0">
                <a:pos x="21" y="44"/>
              </a:cxn>
              <a:cxn ang="0">
                <a:pos x="26" y="39"/>
              </a:cxn>
              <a:cxn ang="0">
                <a:pos x="31" y="44"/>
              </a:cxn>
              <a:cxn ang="0">
                <a:pos x="26" y="49"/>
              </a:cxn>
              <a:cxn ang="0">
                <a:pos x="34" y="44"/>
              </a:cxn>
              <a:cxn ang="0">
                <a:pos x="37" y="41"/>
              </a:cxn>
              <a:cxn ang="0">
                <a:pos x="40" y="44"/>
              </a:cxn>
              <a:cxn ang="0">
                <a:pos x="37" y="47"/>
              </a:cxn>
              <a:cxn ang="0">
                <a:pos x="34" y="44"/>
              </a:cxn>
              <a:cxn ang="0">
                <a:pos x="37" y="51"/>
              </a:cxn>
              <a:cxn ang="0">
                <a:pos x="35" y="53"/>
              </a:cxn>
              <a:cxn ang="0">
                <a:pos x="33" y="51"/>
              </a:cxn>
              <a:cxn ang="0">
                <a:pos x="35" y="49"/>
              </a:cxn>
              <a:cxn ang="0">
                <a:pos x="37" y="51"/>
              </a:cxn>
              <a:cxn ang="0">
                <a:pos x="37" y="51"/>
              </a:cxn>
              <a:cxn ang="0">
                <a:pos x="37" y="51"/>
              </a:cxn>
            </a:cxnLst>
            <a:rect l="0" t="0" r="r" b="b"/>
            <a:pathLst>
              <a:path w="57" h="69">
                <a:moveTo>
                  <a:pt x="37" y="23"/>
                </a:moveTo>
                <a:cubicBezTo>
                  <a:pt x="37" y="3"/>
                  <a:pt x="37" y="3"/>
                  <a:pt x="37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0"/>
                  <a:pt x="40" y="0"/>
                  <a:pt x="4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0" y="51"/>
                  <a:pt x="0" y="60"/>
                </a:cubicBezTo>
                <a:cubicBezTo>
                  <a:pt x="0" y="69"/>
                  <a:pt x="9" y="69"/>
                  <a:pt x="9" y="69"/>
                </a:cubicBezTo>
                <a:cubicBezTo>
                  <a:pt x="49" y="69"/>
                  <a:pt x="49" y="69"/>
                  <a:pt x="49" y="69"/>
                </a:cubicBezTo>
                <a:cubicBezTo>
                  <a:pt x="49" y="69"/>
                  <a:pt x="57" y="69"/>
                  <a:pt x="57" y="60"/>
                </a:cubicBezTo>
                <a:cubicBezTo>
                  <a:pt x="57" y="51"/>
                  <a:pt x="37" y="23"/>
                  <a:pt x="37" y="23"/>
                </a:cubicBezTo>
                <a:close/>
                <a:moveTo>
                  <a:pt x="49" y="66"/>
                </a:moveTo>
                <a:cubicBezTo>
                  <a:pt x="9" y="66"/>
                  <a:pt x="9" y="66"/>
                  <a:pt x="9" y="66"/>
                </a:cubicBezTo>
                <a:cubicBezTo>
                  <a:pt x="8" y="66"/>
                  <a:pt x="3" y="65"/>
                  <a:pt x="3" y="60"/>
                </a:cubicBezTo>
                <a:cubicBezTo>
                  <a:pt x="3" y="54"/>
                  <a:pt x="15" y="35"/>
                  <a:pt x="22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3"/>
                  <a:pt x="23" y="3"/>
                  <a:pt x="23" y="3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24"/>
                  <a:pt x="34" y="24"/>
                  <a:pt x="34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42" y="35"/>
                  <a:pt x="54" y="54"/>
                  <a:pt x="54" y="60"/>
                </a:cubicBezTo>
                <a:cubicBezTo>
                  <a:pt x="54" y="65"/>
                  <a:pt x="50" y="66"/>
                  <a:pt x="49" y="66"/>
                </a:cubicBezTo>
                <a:close/>
                <a:moveTo>
                  <a:pt x="20" y="55"/>
                </a:moveTo>
                <a:cubicBezTo>
                  <a:pt x="20" y="56"/>
                  <a:pt x="19" y="58"/>
                  <a:pt x="17" y="58"/>
                </a:cubicBezTo>
                <a:cubicBezTo>
                  <a:pt x="16" y="58"/>
                  <a:pt x="14" y="56"/>
                  <a:pt x="14" y="55"/>
                </a:cubicBezTo>
                <a:cubicBezTo>
                  <a:pt x="14" y="53"/>
                  <a:pt x="16" y="52"/>
                  <a:pt x="17" y="52"/>
                </a:cubicBezTo>
                <a:cubicBezTo>
                  <a:pt x="19" y="52"/>
                  <a:pt x="20" y="53"/>
                  <a:pt x="20" y="55"/>
                </a:cubicBezTo>
                <a:close/>
                <a:moveTo>
                  <a:pt x="37" y="59"/>
                </a:moveTo>
                <a:cubicBezTo>
                  <a:pt x="37" y="61"/>
                  <a:pt x="35" y="63"/>
                  <a:pt x="33" y="63"/>
                </a:cubicBezTo>
                <a:cubicBezTo>
                  <a:pt x="31" y="63"/>
                  <a:pt x="29" y="61"/>
                  <a:pt x="29" y="59"/>
                </a:cubicBezTo>
                <a:cubicBezTo>
                  <a:pt x="29" y="57"/>
                  <a:pt x="31" y="55"/>
                  <a:pt x="33" y="55"/>
                </a:cubicBezTo>
                <a:cubicBezTo>
                  <a:pt x="35" y="55"/>
                  <a:pt x="37" y="57"/>
                  <a:pt x="37" y="59"/>
                </a:cubicBezTo>
                <a:close/>
                <a:moveTo>
                  <a:pt x="30" y="54"/>
                </a:moveTo>
                <a:cubicBezTo>
                  <a:pt x="30" y="56"/>
                  <a:pt x="29" y="57"/>
                  <a:pt x="27" y="57"/>
                </a:cubicBezTo>
                <a:cubicBezTo>
                  <a:pt x="25" y="57"/>
                  <a:pt x="23" y="56"/>
                  <a:pt x="23" y="54"/>
                </a:cubicBezTo>
                <a:cubicBezTo>
                  <a:pt x="23" y="52"/>
                  <a:pt x="25" y="50"/>
                  <a:pt x="27" y="50"/>
                </a:cubicBezTo>
                <a:cubicBezTo>
                  <a:pt x="29" y="50"/>
                  <a:pt x="30" y="52"/>
                  <a:pt x="30" y="54"/>
                </a:cubicBezTo>
                <a:close/>
                <a:moveTo>
                  <a:pt x="26" y="49"/>
                </a:moveTo>
                <a:cubicBezTo>
                  <a:pt x="23" y="49"/>
                  <a:pt x="21" y="47"/>
                  <a:pt x="21" y="44"/>
                </a:cubicBezTo>
                <a:cubicBezTo>
                  <a:pt x="21" y="41"/>
                  <a:pt x="23" y="39"/>
                  <a:pt x="26" y="39"/>
                </a:cubicBezTo>
                <a:cubicBezTo>
                  <a:pt x="29" y="39"/>
                  <a:pt x="31" y="41"/>
                  <a:pt x="31" y="44"/>
                </a:cubicBezTo>
                <a:cubicBezTo>
                  <a:pt x="31" y="47"/>
                  <a:pt x="29" y="49"/>
                  <a:pt x="26" y="49"/>
                </a:cubicBezTo>
                <a:close/>
                <a:moveTo>
                  <a:pt x="34" y="44"/>
                </a:moveTo>
                <a:cubicBezTo>
                  <a:pt x="34" y="43"/>
                  <a:pt x="35" y="41"/>
                  <a:pt x="37" y="41"/>
                </a:cubicBezTo>
                <a:cubicBezTo>
                  <a:pt x="38" y="41"/>
                  <a:pt x="40" y="43"/>
                  <a:pt x="40" y="44"/>
                </a:cubicBezTo>
                <a:cubicBezTo>
                  <a:pt x="40" y="46"/>
                  <a:pt x="38" y="47"/>
                  <a:pt x="37" y="47"/>
                </a:cubicBezTo>
                <a:cubicBezTo>
                  <a:pt x="35" y="47"/>
                  <a:pt x="34" y="46"/>
                  <a:pt x="34" y="44"/>
                </a:cubicBezTo>
                <a:close/>
                <a:moveTo>
                  <a:pt x="37" y="51"/>
                </a:moveTo>
                <a:cubicBezTo>
                  <a:pt x="37" y="52"/>
                  <a:pt x="36" y="53"/>
                  <a:pt x="35" y="53"/>
                </a:cubicBezTo>
                <a:cubicBezTo>
                  <a:pt x="34" y="53"/>
                  <a:pt x="33" y="52"/>
                  <a:pt x="33" y="51"/>
                </a:cubicBezTo>
                <a:cubicBezTo>
                  <a:pt x="33" y="50"/>
                  <a:pt x="34" y="49"/>
                  <a:pt x="35" y="49"/>
                </a:cubicBezTo>
                <a:cubicBezTo>
                  <a:pt x="36" y="49"/>
                  <a:pt x="37" y="50"/>
                  <a:pt x="37" y="51"/>
                </a:cubicBezTo>
                <a:close/>
                <a:moveTo>
                  <a:pt x="37" y="51"/>
                </a:moveTo>
                <a:cubicBezTo>
                  <a:pt x="37" y="51"/>
                  <a:pt x="37" y="51"/>
                  <a:pt x="37" y="51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18" name="Freeform 27">
            <a:extLst>
              <a:ext uri="{FF2B5EF4-FFF2-40B4-BE49-F238E27FC236}">
                <a16:creationId xmlns:a16="http://schemas.microsoft.com/office/drawing/2014/main" id="{53B75946-D8B0-484E-84B7-657384282D07}"/>
              </a:ext>
            </a:extLst>
          </p:cNvPr>
          <p:cNvSpPr>
            <a:spLocks noEditPoints="1"/>
          </p:cNvSpPr>
          <p:nvPr/>
        </p:nvSpPr>
        <p:spPr bwMode="auto">
          <a:xfrm>
            <a:off x="4750322" y="3253012"/>
            <a:ext cx="561400" cy="563496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0" y="26"/>
              </a:cxn>
              <a:cxn ang="0">
                <a:pos x="26" y="51"/>
              </a:cxn>
              <a:cxn ang="0">
                <a:pos x="51" y="26"/>
              </a:cxn>
              <a:cxn ang="0">
                <a:pos x="26" y="0"/>
              </a:cxn>
              <a:cxn ang="0">
                <a:pos x="26" y="6"/>
              </a:cxn>
              <a:cxn ang="0">
                <a:pos x="37" y="10"/>
              </a:cxn>
              <a:cxn ang="0">
                <a:pos x="31" y="18"/>
              </a:cxn>
              <a:cxn ang="0">
                <a:pos x="26" y="16"/>
              </a:cxn>
              <a:cxn ang="0">
                <a:pos x="20" y="18"/>
              </a:cxn>
              <a:cxn ang="0">
                <a:pos x="15" y="10"/>
              </a:cxn>
              <a:cxn ang="0">
                <a:pos x="26" y="6"/>
              </a:cxn>
              <a:cxn ang="0">
                <a:pos x="14" y="42"/>
              </a:cxn>
              <a:cxn ang="0">
                <a:pos x="6" y="26"/>
              </a:cxn>
              <a:cxn ang="0">
                <a:pos x="16" y="26"/>
              </a:cxn>
              <a:cxn ang="0">
                <a:pos x="20" y="33"/>
              </a:cxn>
              <a:cxn ang="0">
                <a:pos x="14" y="42"/>
              </a:cxn>
              <a:cxn ang="0">
                <a:pos x="26" y="32"/>
              </a:cxn>
              <a:cxn ang="0">
                <a:pos x="19" y="26"/>
              </a:cxn>
              <a:cxn ang="0">
                <a:pos x="26" y="19"/>
              </a:cxn>
              <a:cxn ang="0">
                <a:pos x="32" y="26"/>
              </a:cxn>
              <a:cxn ang="0">
                <a:pos x="26" y="32"/>
              </a:cxn>
              <a:cxn ang="0">
                <a:pos x="37" y="42"/>
              </a:cxn>
              <a:cxn ang="0">
                <a:pos x="31" y="33"/>
              </a:cxn>
              <a:cxn ang="0">
                <a:pos x="35" y="26"/>
              </a:cxn>
              <a:cxn ang="0">
                <a:pos x="45" y="26"/>
              </a:cxn>
              <a:cxn ang="0">
                <a:pos x="37" y="42"/>
              </a:cxn>
              <a:cxn ang="0">
                <a:pos x="37" y="42"/>
              </a:cxn>
              <a:cxn ang="0">
                <a:pos x="37" y="42"/>
              </a:cxn>
            </a:cxnLst>
            <a:rect l="0" t="0" r="r" b="b"/>
            <a:pathLst>
              <a:path w="51" h="51">
                <a:moveTo>
                  <a:pt x="26" y="0"/>
                </a:moveTo>
                <a:cubicBezTo>
                  <a:pt x="11" y="0"/>
                  <a:pt x="0" y="11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11"/>
                  <a:pt x="40" y="0"/>
                  <a:pt x="26" y="0"/>
                </a:cubicBezTo>
                <a:close/>
                <a:moveTo>
                  <a:pt x="26" y="6"/>
                </a:moveTo>
                <a:cubicBezTo>
                  <a:pt x="30" y="6"/>
                  <a:pt x="34" y="8"/>
                  <a:pt x="37" y="10"/>
                </a:cubicBezTo>
                <a:cubicBezTo>
                  <a:pt x="31" y="18"/>
                  <a:pt x="31" y="18"/>
                  <a:pt x="31" y="18"/>
                </a:cubicBezTo>
                <a:cubicBezTo>
                  <a:pt x="30" y="17"/>
                  <a:pt x="28" y="16"/>
                  <a:pt x="26" y="16"/>
                </a:cubicBezTo>
                <a:cubicBezTo>
                  <a:pt x="24" y="16"/>
                  <a:pt x="22" y="17"/>
                  <a:pt x="20" y="18"/>
                </a:cubicBezTo>
                <a:cubicBezTo>
                  <a:pt x="15" y="10"/>
                  <a:pt x="15" y="10"/>
                  <a:pt x="15" y="10"/>
                </a:cubicBezTo>
                <a:cubicBezTo>
                  <a:pt x="18" y="8"/>
                  <a:pt x="22" y="6"/>
                  <a:pt x="26" y="6"/>
                </a:cubicBezTo>
                <a:close/>
                <a:moveTo>
                  <a:pt x="14" y="42"/>
                </a:moveTo>
                <a:cubicBezTo>
                  <a:pt x="9" y="38"/>
                  <a:pt x="6" y="32"/>
                  <a:pt x="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9"/>
                  <a:pt x="18" y="32"/>
                  <a:pt x="20" y="33"/>
                </a:cubicBezTo>
                <a:lnTo>
                  <a:pt x="14" y="42"/>
                </a:lnTo>
                <a:close/>
                <a:moveTo>
                  <a:pt x="26" y="32"/>
                </a:moveTo>
                <a:cubicBezTo>
                  <a:pt x="22" y="32"/>
                  <a:pt x="19" y="29"/>
                  <a:pt x="19" y="26"/>
                </a:cubicBezTo>
                <a:cubicBezTo>
                  <a:pt x="19" y="22"/>
                  <a:pt x="22" y="19"/>
                  <a:pt x="26" y="19"/>
                </a:cubicBezTo>
                <a:cubicBezTo>
                  <a:pt x="29" y="19"/>
                  <a:pt x="32" y="22"/>
                  <a:pt x="32" y="26"/>
                </a:cubicBezTo>
                <a:cubicBezTo>
                  <a:pt x="32" y="29"/>
                  <a:pt x="29" y="32"/>
                  <a:pt x="26" y="32"/>
                </a:cubicBezTo>
                <a:close/>
                <a:moveTo>
                  <a:pt x="37" y="42"/>
                </a:moveTo>
                <a:cubicBezTo>
                  <a:pt x="31" y="33"/>
                  <a:pt x="31" y="33"/>
                  <a:pt x="31" y="33"/>
                </a:cubicBezTo>
                <a:cubicBezTo>
                  <a:pt x="34" y="32"/>
                  <a:pt x="35" y="29"/>
                  <a:pt x="3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32"/>
                  <a:pt x="42" y="38"/>
                  <a:pt x="37" y="42"/>
                </a:cubicBezTo>
                <a:close/>
                <a:moveTo>
                  <a:pt x="37" y="42"/>
                </a:moveTo>
                <a:cubicBezTo>
                  <a:pt x="37" y="42"/>
                  <a:pt x="37" y="42"/>
                  <a:pt x="37" y="42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19" name="Group 42">
            <a:extLst>
              <a:ext uri="{FF2B5EF4-FFF2-40B4-BE49-F238E27FC236}">
                <a16:creationId xmlns:a16="http://schemas.microsoft.com/office/drawing/2014/main" id="{5D3ECAA1-75D6-494F-9AC1-3798DE19923A}"/>
              </a:ext>
            </a:extLst>
          </p:cNvPr>
          <p:cNvGrpSpPr/>
          <p:nvPr/>
        </p:nvGrpSpPr>
        <p:grpSpPr>
          <a:xfrm>
            <a:off x="8525042" y="3115204"/>
            <a:ext cx="471481" cy="701304"/>
            <a:chOff x="990600" y="1889126"/>
            <a:chExt cx="758825" cy="1128713"/>
          </a:xfrm>
          <a:solidFill>
            <a:srgbClr val="42929D"/>
          </a:solidFill>
        </p:grpSpPr>
        <p:sp>
          <p:nvSpPr>
            <p:cNvPr id="120" name="Freeform 31">
              <a:extLst>
                <a:ext uri="{FF2B5EF4-FFF2-40B4-BE49-F238E27FC236}">
                  <a16:creationId xmlns:a16="http://schemas.microsoft.com/office/drawing/2014/main" id="{5AC0AA5C-8C43-F34D-8598-720BBD49DA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0600" y="1889126"/>
              <a:ext cx="758825" cy="1128713"/>
            </a:xfrm>
            <a:custGeom>
              <a:avLst/>
              <a:gdLst/>
              <a:ahLst/>
              <a:cxnLst>
                <a:cxn ang="0">
                  <a:pos x="100" y="0"/>
                </a:cxn>
                <a:cxn ang="0">
                  <a:pos x="0" y="100"/>
                </a:cxn>
                <a:cxn ang="0">
                  <a:pos x="100" y="298"/>
                </a:cxn>
                <a:cxn ang="0">
                  <a:pos x="199" y="100"/>
                </a:cxn>
                <a:cxn ang="0">
                  <a:pos x="100" y="0"/>
                </a:cxn>
                <a:cxn ang="0">
                  <a:pos x="100" y="171"/>
                </a:cxn>
                <a:cxn ang="0">
                  <a:pos x="27" y="98"/>
                </a:cxn>
                <a:cxn ang="0">
                  <a:pos x="100" y="26"/>
                </a:cxn>
                <a:cxn ang="0">
                  <a:pos x="172" y="98"/>
                </a:cxn>
                <a:cxn ang="0">
                  <a:pos x="100" y="171"/>
                </a:cxn>
                <a:cxn ang="0">
                  <a:pos x="100" y="171"/>
                </a:cxn>
                <a:cxn ang="0">
                  <a:pos x="100" y="171"/>
                </a:cxn>
              </a:cxnLst>
              <a:rect l="0" t="0" r="r" b="b"/>
              <a:pathLst>
                <a:path w="199" h="298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4"/>
                    <a:pt x="100" y="298"/>
                    <a:pt x="100" y="298"/>
                  </a:cubicBezTo>
                  <a:cubicBezTo>
                    <a:pt x="100" y="298"/>
                    <a:pt x="199" y="154"/>
                    <a:pt x="199" y="100"/>
                  </a:cubicBezTo>
                  <a:cubicBezTo>
                    <a:pt x="199" y="45"/>
                    <a:pt x="154" y="0"/>
                    <a:pt x="100" y="0"/>
                  </a:cubicBezTo>
                  <a:close/>
                  <a:moveTo>
                    <a:pt x="100" y="171"/>
                  </a:moveTo>
                  <a:cubicBezTo>
                    <a:pt x="59" y="171"/>
                    <a:pt x="27" y="138"/>
                    <a:pt x="27" y="98"/>
                  </a:cubicBezTo>
                  <a:cubicBezTo>
                    <a:pt x="27" y="58"/>
                    <a:pt x="59" y="26"/>
                    <a:pt x="100" y="26"/>
                  </a:cubicBezTo>
                  <a:cubicBezTo>
                    <a:pt x="140" y="26"/>
                    <a:pt x="172" y="58"/>
                    <a:pt x="172" y="98"/>
                  </a:cubicBezTo>
                  <a:cubicBezTo>
                    <a:pt x="172" y="138"/>
                    <a:pt x="140" y="171"/>
                    <a:pt x="100" y="171"/>
                  </a:cubicBezTo>
                  <a:close/>
                  <a:moveTo>
                    <a:pt x="100" y="171"/>
                  </a:moveTo>
                  <a:cubicBezTo>
                    <a:pt x="100" y="171"/>
                    <a:pt x="100" y="171"/>
                    <a:pt x="100" y="1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1" name="Freeform 32">
              <a:extLst>
                <a:ext uri="{FF2B5EF4-FFF2-40B4-BE49-F238E27FC236}">
                  <a16:creationId xmlns:a16="http://schemas.microsoft.com/office/drawing/2014/main" id="{7D8CEBC7-2E8B-7C4B-BE25-4B396B80F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close/>
                  <a:moveTo>
                    <a:pt x="141" y="0"/>
                  </a:moveTo>
                  <a:lnTo>
                    <a:pt x="14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2" name="Freeform 33">
              <a:extLst>
                <a:ext uri="{FF2B5EF4-FFF2-40B4-BE49-F238E27FC236}">
                  <a16:creationId xmlns:a16="http://schemas.microsoft.com/office/drawing/2014/main" id="{DBCBC37B-997B-9343-A0BB-02ADA5271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moveTo>
                    <a:pt x="141" y="0"/>
                  </a:moveTo>
                  <a:lnTo>
                    <a:pt x="141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973FF15F-209C-274B-B449-AE4DFB0FDD7E}"/>
              </a:ext>
            </a:extLst>
          </p:cNvPr>
          <p:cNvGrpSpPr/>
          <p:nvPr/>
        </p:nvGrpSpPr>
        <p:grpSpPr>
          <a:xfrm>
            <a:off x="137674" y="4775284"/>
            <a:ext cx="639000" cy="1682303"/>
            <a:chOff x="9806232" y="1602590"/>
            <a:chExt cx="1721420" cy="4532003"/>
          </a:xfrm>
        </p:grpSpPr>
        <p:sp>
          <p:nvSpPr>
            <p:cNvPr id="130" name="Freeform 7">
              <a:extLst>
                <a:ext uri="{FF2B5EF4-FFF2-40B4-BE49-F238E27FC236}">
                  <a16:creationId xmlns:a16="http://schemas.microsoft.com/office/drawing/2014/main" id="{BC96DC2C-D5D5-0F43-9332-C1576055B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7065" y="2679599"/>
              <a:ext cx="864883" cy="935595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0" y="0"/>
                </a:cxn>
                <a:cxn ang="0">
                  <a:pos x="318" y="0"/>
                </a:cxn>
                <a:cxn ang="0">
                  <a:pos x="318" y="344"/>
                </a:cxn>
              </a:cxnLst>
              <a:rect l="0" t="0" r="r" b="b"/>
              <a:pathLst>
                <a:path w="318" h="344">
                  <a:moveTo>
                    <a:pt x="0" y="344"/>
                  </a:moveTo>
                  <a:lnTo>
                    <a:pt x="0" y="0"/>
                  </a:lnTo>
                  <a:lnTo>
                    <a:pt x="318" y="0"/>
                  </a:lnTo>
                  <a:lnTo>
                    <a:pt x="318" y="34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1" name="Freeform 8">
              <a:extLst>
                <a:ext uri="{FF2B5EF4-FFF2-40B4-BE49-F238E27FC236}">
                  <a16:creationId xmlns:a16="http://schemas.microsoft.com/office/drawing/2014/main" id="{D0A14560-FABC-024D-90EA-4459D7BCF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7066" y="4898917"/>
              <a:ext cx="870321" cy="1063424"/>
            </a:xfrm>
            <a:custGeom>
              <a:avLst/>
              <a:gdLst/>
              <a:ahLst/>
              <a:cxnLst>
                <a:cxn ang="0">
                  <a:pos x="134" y="0"/>
                </a:cxn>
                <a:cxn ang="0">
                  <a:pos x="134" y="109"/>
                </a:cxn>
                <a:cxn ang="0">
                  <a:pos x="67" y="165"/>
                </a:cxn>
                <a:cxn ang="0">
                  <a:pos x="0" y="109"/>
                </a:cxn>
                <a:cxn ang="0">
                  <a:pos x="0" y="0"/>
                </a:cxn>
                <a:cxn ang="0">
                  <a:pos x="134" y="0"/>
                </a:cxn>
              </a:cxnLst>
              <a:rect l="0" t="0" r="r" b="b"/>
              <a:pathLst>
                <a:path w="134" h="165">
                  <a:moveTo>
                    <a:pt x="134" y="0"/>
                  </a:moveTo>
                  <a:cubicBezTo>
                    <a:pt x="134" y="109"/>
                    <a:pt x="134" y="109"/>
                    <a:pt x="134" y="109"/>
                  </a:cubicBezTo>
                  <a:cubicBezTo>
                    <a:pt x="134" y="140"/>
                    <a:pt x="104" y="165"/>
                    <a:pt x="67" y="165"/>
                  </a:cubicBezTo>
                  <a:cubicBezTo>
                    <a:pt x="30" y="165"/>
                    <a:pt x="0" y="140"/>
                    <a:pt x="0" y="10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2" name="Rectangle 9">
              <a:extLst>
                <a:ext uri="{FF2B5EF4-FFF2-40B4-BE49-F238E27FC236}">
                  <a16:creationId xmlns:a16="http://schemas.microsoft.com/office/drawing/2014/main" id="{36BEDA05-7BAE-EB44-BF51-65B56AB64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066" y="4058514"/>
              <a:ext cx="870321" cy="873041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3" name="Rectangle 10">
              <a:extLst>
                <a:ext uri="{FF2B5EF4-FFF2-40B4-BE49-F238E27FC236}">
                  <a16:creationId xmlns:a16="http://schemas.microsoft.com/office/drawing/2014/main" id="{6184FFE5-9634-9D42-B16E-D74DCBA28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066" y="3620632"/>
              <a:ext cx="870321" cy="43788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grpSp>
          <p:nvGrpSpPr>
            <p:cNvPr id="134" name="Group 128">
              <a:extLst>
                <a:ext uri="{FF2B5EF4-FFF2-40B4-BE49-F238E27FC236}">
                  <a16:creationId xmlns:a16="http://schemas.microsoft.com/office/drawing/2014/main" id="{A74BEE38-B61F-8D48-B01E-62837B82974F}"/>
                </a:ext>
              </a:extLst>
            </p:cNvPr>
            <p:cNvGrpSpPr/>
            <p:nvPr/>
          </p:nvGrpSpPr>
          <p:grpSpPr>
            <a:xfrm>
              <a:off x="10267063" y="2633363"/>
              <a:ext cx="870323" cy="987268"/>
              <a:chOff x="1173169" y="1789252"/>
              <a:chExt cx="652742" cy="740451"/>
            </a:xfrm>
          </p:grpSpPr>
          <p:sp>
            <p:nvSpPr>
              <p:cNvPr id="135" name="Rectangle 6">
                <a:extLst>
                  <a:ext uri="{FF2B5EF4-FFF2-40B4-BE49-F238E27FC236}">
                    <a16:creationId xmlns:a16="http://schemas.microsoft.com/office/drawing/2014/main" id="{8ED55B25-AADC-1A4D-95E0-FC2E2E10E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3169" y="1823928"/>
                <a:ext cx="652741" cy="705775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36" name="Oval 11">
                <a:extLst>
                  <a:ext uri="{FF2B5EF4-FFF2-40B4-BE49-F238E27FC236}">
                    <a16:creationId xmlns:a16="http://schemas.microsoft.com/office/drawing/2014/main" id="{EDBFFED2-0F92-424E-A512-99BA9DB68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3170" y="1789252"/>
                <a:ext cx="652741" cy="63235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137" name="Group 26">
              <a:extLst>
                <a:ext uri="{FF2B5EF4-FFF2-40B4-BE49-F238E27FC236}">
                  <a16:creationId xmlns:a16="http://schemas.microsoft.com/office/drawing/2014/main" id="{06772F0E-703A-2045-8CDF-D029249AF2E0}"/>
                </a:ext>
              </a:extLst>
            </p:cNvPr>
            <p:cNvGrpSpPr/>
            <p:nvPr/>
          </p:nvGrpSpPr>
          <p:grpSpPr>
            <a:xfrm>
              <a:off x="9806232" y="1803840"/>
              <a:ext cx="1721420" cy="4330753"/>
              <a:chOff x="5381376" y="1311276"/>
              <a:chExt cx="1004780" cy="2527830"/>
            </a:xfrm>
          </p:grpSpPr>
          <p:sp>
            <p:nvSpPr>
              <p:cNvPr id="138" name="Arc 14">
                <a:extLst>
                  <a:ext uri="{FF2B5EF4-FFF2-40B4-BE49-F238E27FC236}">
                    <a16:creationId xmlns:a16="http://schemas.microsoft.com/office/drawing/2014/main" id="{95D3A686-0C1E-DD44-9C6D-B3B60B9002B2}"/>
                  </a:ext>
                </a:extLst>
              </p:cNvPr>
              <p:cNvSpPr/>
              <p:nvPr/>
            </p:nvSpPr>
            <p:spPr>
              <a:xfrm rot="5400000">
                <a:off x="5562231" y="3168259"/>
                <a:ext cx="660399" cy="681296"/>
              </a:xfrm>
              <a:prstGeom prst="arc">
                <a:avLst>
                  <a:gd name="adj1" fmla="val 16200000"/>
                  <a:gd name="adj2" fmla="val 5582293"/>
                </a:avLst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139" name="Straight Connector 16">
                <a:extLst>
                  <a:ext uri="{FF2B5EF4-FFF2-40B4-BE49-F238E27FC236}">
                    <a16:creationId xmlns:a16="http://schemas.microsoft.com/office/drawing/2014/main" id="{CEED2102-D576-A140-806D-F3E54920ADC7}"/>
                  </a:ext>
                </a:extLst>
              </p:cNvPr>
              <p:cNvCxnSpPr/>
              <p:nvPr/>
            </p:nvCxnSpPr>
            <p:spPr>
              <a:xfrm flipH="1" flipV="1">
                <a:off x="5551319" y="1599574"/>
                <a:ext cx="464" cy="1898973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7">
                <a:extLst>
                  <a:ext uri="{FF2B5EF4-FFF2-40B4-BE49-F238E27FC236}">
                    <a16:creationId xmlns:a16="http://schemas.microsoft.com/office/drawing/2014/main" id="{13A30735-EA78-5246-881F-6A2C4F96A039}"/>
                  </a:ext>
                </a:extLst>
              </p:cNvPr>
              <p:cNvCxnSpPr/>
              <p:nvPr/>
            </p:nvCxnSpPr>
            <p:spPr>
              <a:xfrm flipH="1" flipV="1">
                <a:off x="6232615" y="1601956"/>
                <a:ext cx="464" cy="1916474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Arc 21">
                <a:extLst>
                  <a:ext uri="{FF2B5EF4-FFF2-40B4-BE49-F238E27FC236}">
                    <a16:creationId xmlns:a16="http://schemas.microsoft.com/office/drawing/2014/main" id="{19DD1040-7375-FC4E-9F2D-14FF39A963B2}"/>
                  </a:ext>
                </a:extLst>
              </p:cNvPr>
              <p:cNvSpPr/>
              <p:nvPr/>
            </p:nvSpPr>
            <p:spPr>
              <a:xfrm>
                <a:off x="6098121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cxnSp>
            <p:nvCxnSpPr>
              <p:cNvPr id="142" name="Straight Connector 23">
                <a:extLst>
                  <a:ext uri="{FF2B5EF4-FFF2-40B4-BE49-F238E27FC236}">
                    <a16:creationId xmlns:a16="http://schemas.microsoft.com/office/drawing/2014/main" id="{5AC537EE-3D7D-1142-8684-44569DDCAF2D}"/>
                  </a:ext>
                </a:extLst>
              </p:cNvPr>
              <p:cNvCxnSpPr>
                <a:stCxn id="141" idx="0"/>
              </p:cNvCxnSpPr>
              <p:nvPr/>
            </p:nvCxnSpPr>
            <p:spPr>
              <a:xfrm flipH="1">
                <a:off x="5525394" y="1311276"/>
                <a:ext cx="716745" cy="0"/>
              </a:xfrm>
              <a:prstGeom prst="line">
                <a:avLst/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Arc 25">
                <a:extLst>
                  <a:ext uri="{FF2B5EF4-FFF2-40B4-BE49-F238E27FC236}">
                    <a16:creationId xmlns:a16="http://schemas.microsoft.com/office/drawing/2014/main" id="{3AE0E856-3E88-1948-899A-7528904DB446}"/>
                  </a:ext>
                </a:extLst>
              </p:cNvPr>
              <p:cNvSpPr/>
              <p:nvPr/>
            </p:nvSpPr>
            <p:spPr>
              <a:xfrm flipH="1">
                <a:off x="5381376" y="1311276"/>
                <a:ext cx="288035" cy="288035"/>
              </a:xfrm>
              <a:prstGeom prst="arc">
                <a:avLst>
                  <a:gd name="adj1" fmla="val 16200000"/>
                  <a:gd name="adj2" fmla="val 5619728"/>
                </a:avLst>
              </a:prstGeom>
              <a:ln w="28575" cap="sq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</p:grpSp>
        <p:grpSp>
          <p:nvGrpSpPr>
            <p:cNvPr id="144" name="Group 91">
              <a:extLst>
                <a:ext uri="{FF2B5EF4-FFF2-40B4-BE49-F238E27FC236}">
                  <a16:creationId xmlns:a16="http://schemas.microsoft.com/office/drawing/2014/main" id="{4A2F0A81-7B05-ED48-9D44-785E0DEBE618}"/>
                </a:ext>
              </a:extLst>
            </p:cNvPr>
            <p:cNvGrpSpPr/>
            <p:nvPr/>
          </p:nvGrpSpPr>
          <p:grpSpPr>
            <a:xfrm>
              <a:off x="10428934" y="1602590"/>
              <a:ext cx="605248" cy="809388"/>
              <a:chOff x="802535" y="1904963"/>
              <a:chExt cx="370651" cy="495666"/>
            </a:xfrm>
            <a:solidFill>
              <a:schemeClr val="accent4"/>
            </a:solidFill>
          </p:grpSpPr>
          <p:sp>
            <p:nvSpPr>
              <p:cNvPr id="145" name="Oval 92">
                <a:extLst>
                  <a:ext uri="{FF2B5EF4-FFF2-40B4-BE49-F238E27FC236}">
                    <a16:creationId xmlns:a16="http://schemas.microsoft.com/office/drawing/2014/main" id="{CEB7EB82-4372-774C-A0AE-FF621CBF4E90}"/>
                  </a:ext>
                </a:extLst>
              </p:cNvPr>
              <p:cNvSpPr/>
              <p:nvPr/>
            </p:nvSpPr>
            <p:spPr>
              <a:xfrm>
                <a:off x="935957" y="2063300"/>
                <a:ext cx="237229" cy="2372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6" name="Oval 93">
                <a:extLst>
                  <a:ext uri="{FF2B5EF4-FFF2-40B4-BE49-F238E27FC236}">
                    <a16:creationId xmlns:a16="http://schemas.microsoft.com/office/drawing/2014/main" id="{E63B599B-4A1A-B34D-88E3-E6B8053E6E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2535" y="2282014"/>
                <a:ext cx="118615" cy="11861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7" name="Oval 94">
                <a:extLst>
                  <a:ext uri="{FF2B5EF4-FFF2-40B4-BE49-F238E27FC236}">
                    <a16:creationId xmlns:a16="http://schemas.microsoft.com/office/drawing/2014/main" id="{06383C41-2A42-7242-89B7-FB2B44D31B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4572" y="1904963"/>
                <a:ext cx="106754" cy="10675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50" name="Group 21">
            <a:extLst>
              <a:ext uri="{FF2B5EF4-FFF2-40B4-BE49-F238E27FC236}">
                <a16:creationId xmlns:a16="http://schemas.microsoft.com/office/drawing/2014/main" id="{E1948FD6-170C-2540-BF61-90101F289FA4}"/>
              </a:ext>
            </a:extLst>
          </p:cNvPr>
          <p:cNvGrpSpPr/>
          <p:nvPr/>
        </p:nvGrpSpPr>
        <p:grpSpPr>
          <a:xfrm>
            <a:off x="9052699" y="1524045"/>
            <a:ext cx="703298" cy="628655"/>
            <a:chOff x="654724" y="1637314"/>
            <a:chExt cx="1229523" cy="1099028"/>
          </a:xfrm>
          <a:solidFill>
            <a:srgbClr val="42929D"/>
          </a:solidFill>
        </p:grpSpPr>
        <p:sp>
          <p:nvSpPr>
            <p:cNvPr id="152" name="Freeform 94">
              <a:extLst>
                <a:ext uri="{FF2B5EF4-FFF2-40B4-BE49-F238E27FC236}">
                  <a16:creationId xmlns:a16="http://schemas.microsoft.com/office/drawing/2014/main" id="{CD51A472-9382-694F-B066-6F5294B4B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259" y="1825274"/>
              <a:ext cx="452541" cy="328032"/>
            </a:xfrm>
            <a:custGeom>
              <a:avLst/>
              <a:gdLst/>
              <a:ahLst/>
              <a:cxnLst>
                <a:cxn ang="0">
                  <a:pos x="241" y="389"/>
                </a:cxn>
                <a:cxn ang="0">
                  <a:pos x="410" y="422"/>
                </a:cxn>
                <a:cxn ang="0">
                  <a:pos x="517" y="385"/>
                </a:cxn>
                <a:cxn ang="0">
                  <a:pos x="626" y="183"/>
                </a:cxn>
                <a:cxn ang="0">
                  <a:pos x="473" y="18"/>
                </a:cxn>
                <a:cxn ang="0">
                  <a:pos x="305" y="99"/>
                </a:cxn>
                <a:cxn ang="0">
                  <a:pos x="286" y="112"/>
                </a:cxn>
                <a:cxn ang="0">
                  <a:pos x="265" y="102"/>
                </a:cxn>
                <a:cxn ang="0">
                  <a:pos x="115" y="81"/>
                </a:cxn>
                <a:cxn ang="0">
                  <a:pos x="0" y="197"/>
                </a:cxn>
                <a:cxn ang="0">
                  <a:pos x="15" y="207"/>
                </a:cxn>
                <a:cxn ang="0">
                  <a:pos x="144" y="456"/>
                </a:cxn>
                <a:cxn ang="0">
                  <a:pos x="241" y="389"/>
                </a:cxn>
              </a:cxnLst>
              <a:rect l="0" t="0" r="r" b="b"/>
              <a:pathLst>
                <a:path w="630" h="456">
                  <a:moveTo>
                    <a:pt x="241" y="389"/>
                  </a:moveTo>
                  <a:cubicBezTo>
                    <a:pt x="322" y="372"/>
                    <a:pt x="383" y="404"/>
                    <a:pt x="410" y="422"/>
                  </a:cubicBezTo>
                  <a:cubicBezTo>
                    <a:pt x="430" y="411"/>
                    <a:pt x="469" y="392"/>
                    <a:pt x="517" y="385"/>
                  </a:cubicBezTo>
                  <a:cubicBezTo>
                    <a:pt x="518" y="326"/>
                    <a:pt x="543" y="229"/>
                    <a:pt x="626" y="183"/>
                  </a:cubicBezTo>
                  <a:cubicBezTo>
                    <a:pt x="630" y="140"/>
                    <a:pt x="596" y="38"/>
                    <a:pt x="473" y="18"/>
                  </a:cubicBezTo>
                  <a:cubicBezTo>
                    <a:pt x="360" y="0"/>
                    <a:pt x="308" y="95"/>
                    <a:pt x="305" y="99"/>
                  </a:cubicBezTo>
                  <a:cubicBezTo>
                    <a:pt x="302" y="106"/>
                    <a:pt x="294" y="111"/>
                    <a:pt x="286" y="112"/>
                  </a:cubicBezTo>
                  <a:cubicBezTo>
                    <a:pt x="278" y="112"/>
                    <a:pt x="270" y="109"/>
                    <a:pt x="265" y="102"/>
                  </a:cubicBezTo>
                  <a:cubicBezTo>
                    <a:pt x="263" y="100"/>
                    <a:pt x="226" y="54"/>
                    <a:pt x="115" y="81"/>
                  </a:cubicBezTo>
                  <a:cubicBezTo>
                    <a:pt x="23" y="102"/>
                    <a:pt x="4" y="172"/>
                    <a:pt x="0" y="197"/>
                  </a:cubicBezTo>
                  <a:cubicBezTo>
                    <a:pt x="5" y="200"/>
                    <a:pt x="10" y="203"/>
                    <a:pt x="15" y="207"/>
                  </a:cubicBezTo>
                  <a:cubicBezTo>
                    <a:pt x="108" y="274"/>
                    <a:pt x="136" y="382"/>
                    <a:pt x="144" y="456"/>
                  </a:cubicBezTo>
                  <a:cubicBezTo>
                    <a:pt x="163" y="426"/>
                    <a:pt x="194" y="398"/>
                    <a:pt x="241" y="38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377790"/>
                </a:solidFill>
                <a:latin typeface="Arial"/>
              </a:endParaRPr>
            </a:p>
          </p:txBody>
        </p:sp>
        <p:sp>
          <p:nvSpPr>
            <p:cNvPr id="153" name="Freeform 95">
              <a:extLst>
                <a:ext uri="{FF2B5EF4-FFF2-40B4-BE49-F238E27FC236}">
                  <a16:creationId xmlns:a16="http://schemas.microsoft.com/office/drawing/2014/main" id="{201A6D28-92A6-2D44-BCC3-7AF31A4FE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24" y="1637314"/>
              <a:ext cx="1229523" cy="1099028"/>
            </a:xfrm>
            <a:custGeom>
              <a:avLst/>
              <a:gdLst/>
              <a:ahLst/>
              <a:cxnLst>
                <a:cxn ang="0">
                  <a:pos x="1586" y="533"/>
                </a:cxn>
                <a:cxn ang="0">
                  <a:pos x="1180" y="215"/>
                </a:cxn>
                <a:cxn ang="0">
                  <a:pos x="327" y="309"/>
                </a:cxn>
                <a:cxn ang="0">
                  <a:pos x="446" y="934"/>
                </a:cxn>
                <a:cxn ang="0">
                  <a:pos x="498" y="508"/>
                </a:cxn>
                <a:cxn ang="0">
                  <a:pos x="264" y="643"/>
                </a:cxn>
                <a:cxn ang="0">
                  <a:pos x="415" y="697"/>
                </a:cxn>
                <a:cxn ang="0">
                  <a:pos x="434" y="741"/>
                </a:cxn>
                <a:cxn ang="0">
                  <a:pos x="219" y="660"/>
                </a:cxn>
                <a:cxn ang="0">
                  <a:pos x="466" y="438"/>
                </a:cxn>
                <a:cxn ang="0">
                  <a:pos x="790" y="314"/>
                </a:cxn>
                <a:cxn ang="0">
                  <a:pos x="1145" y="323"/>
                </a:cxn>
                <a:cxn ang="0">
                  <a:pos x="1449" y="496"/>
                </a:cxn>
                <a:cxn ang="0">
                  <a:pos x="1556" y="882"/>
                </a:cxn>
                <a:cxn ang="0">
                  <a:pos x="1272" y="974"/>
                </a:cxn>
                <a:cxn ang="0">
                  <a:pos x="807" y="1047"/>
                </a:cxn>
                <a:cxn ang="0">
                  <a:pos x="717" y="974"/>
                </a:cxn>
                <a:cxn ang="0">
                  <a:pos x="760" y="954"/>
                </a:cxn>
                <a:cxn ang="0">
                  <a:pos x="942" y="931"/>
                </a:cxn>
                <a:cxn ang="0">
                  <a:pos x="1454" y="953"/>
                </a:cxn>
                <a:cxn ang="0">
                  <a:pos x="1460" y="727"/>
                </a:cxn>
                <a:cxn ang="0">
                  <a:pos x="1415" y="530"/>
                </a:cxn>
                <a:cxn ang="0">
                  <a:pos x="1076" y="644"/>
                </a:cxn>
                <a:cxn ang="0">
                  <a:pos x="1264" y="785"/>
                </a:cxn>
                <a:cxn ang="0">
                  <a:pos x="934" y="733"/>
                </a:cxn>
                <a:cxn ang="0">
                  <a:pos x="762" y="698"/>
                </a:cxn>
                <a:cxn ang="0">
                  <a:pos x="649" y="831"/>
                </a:cxn>
                <a:cxn ang="0">
                  <a:pos x="467" y="1053"/>
                </a:cxn>
                <a:cxn ang="0">
                  <a:pos x="817" y="1278"/>
                </a:cxn>
                <a:cxn ang="0">
                  <a:pos x="1161" y="1148"/>
                </a:cxn>
                <a:cxn ang="0">
                  <a:pos x="1107" y="1079"/>
                </a:cxn>
                <a:cxn ang="0">
                  <a:pos x="1206" y="1132"/>
                </a:cxn>
                <a:cxn ang="0">
                  <a:pos x="1176" y="1277"/>
                </a:cxn>
                <a:cxn ang="0">
                  <a:pos x="837" y="1335"/>
                </a:cxn>
                <a:cxn ang="0">
                  <a:pos x="1340" y="1413"/>
                </a:cxn>
                <a:cxn ang="0">
                  <a:pos x="1704" y="806"/>
                </a:cxn>
              </a:cxnLst>
              <a:rect l="0" t="0" r="r" b="b"/>
              <a:pathLst>
                <a:path w="1711" h="1531">
                  <a:moveTo>
                    <a:pt x="1704" y="806"/>
                  </a:moveTo>
                  <a:cubicBezTo>
                    <a:pt x="1698" y="609"/>
                    <a:pt x="1586" y="533"/>
                    <a:pt x="1586" y="533"/>
                  </a:cubicBezTo>
                  <a:cubicBezTo>
                    <a:pt x="1586" y="533"/>
                    <a:pt x="1573" y="438"/>
                    <a:pt x="1486" y="336"/>
                  </a:cubicBezTo>
                  <a:cubicBezTo>
                    <a:pt x="1352" y="188"/>
                    <a:pt x="1180" y="215"/>
                    <a:pt x="1180" y="215"/>
                  </a:cubicBezTo>
                  <a:cubicBezTo>
                    <a:pt x="959" y="0"/>
                    <a:pt x="732" y="165"/>
                    <a:pt x="732" y="165"/>
                  </a:cubicBezTo>
                  <a:cubicBezTo>
                    <a:pt x="417" y="62"/>
                    <a:pt x="327" y="309"/>
                    <a:pt x="327" y="309"/>
                  </a:cubicBezTo>
                  <a:cubicBezTo>
                    <a:pt x="147" y="328"/>
                    <a:pt x="0" y="540"/>
                    <a:pt x="132" y="766"/>
                  </a:cubicBezTo>
                  <a:cubicBezTo>
                    <a:pt x="233" y="940"/>
                    <a:pt x="382" y="942"/>
                    <a:pt x="446" y="934"/>
                  </a:cubicBezTo>
                  <a:cubicBezTo>
                    <a:pt x="466" y="879"/>
                    <a:pt x="511" y="818"/>
                    <a:pt x="608" y="791"/>
                  </a:cubicBezTo>
                  <a:cubicBezTo>
                    <a:pt x="609" y="782"/>
                    <a:pt x="621" y="597"/>
                    <a:pt x="498" y="508"/>
                  </a:cubicBezTo>
                  <a:cubicBezTo>
                    <a:pt x="424" y="455"/>
                    <a:pt x="342" y="468"/>
                    <a:pt x="297" y="503"/>
                  </a:cubicBezTo>
                  <a:cubicBezTo>
                    <a:pt x="254" y="536"/>
                    <a:pt x="242" y="587"/>
                    <a:pt x="264" y="643"/>
                  </a:cubicBezTo>
                  <a:cubicBezTo>
                    <a:pt x="275" y="671"/>
                    <a:pt x="292" y="690"/>
                    <a:pt x="316" y="700"/>
                  </a:cubicBezTo>
                  <a:cubicBezTo>
                    <a:pt x="361" y="719"/>
                    <a:pt x="415" y="697"/>
                    <a:pt x="415" y="697"/>
                  </a:cubicBezTo>
                  <a:cubicBezTo>
                    <a:pt x="427" y="692"/>
                    <a:pt x="441" y="697"/>
                    <a:pt x="447" y="710"/>
                  </a:cubicBezTo>
                  <a:cubicBezTo>
                    <a:pt x="452" y="722"/>
                    <a:pt x="446" y="736"/>
                    <a:pt x="434" y="741"/>
                  </a:cubicBezTo>
                  <a:cubicBezTo>
                    <a:pt x="431" y="742"/>
                    <a:pt x="361" y="771"/>
                    <a:pt x="297" y="744"/>
                  </a:cubicBezTo>
                  <a:cubicBezTo>
                    <a:pt x="262" y="730"/>
                    <a:pt x="235" y="701"/>
                    <a:pt x="219" y="660"/>
                  </a:cubicBezTo>
                  <a:cubicBezTo>
                    <a:pt x="189" y="584"/>
                    <a:pt x="208" y="511"/>
                    <a:pt x="268" y="465"/>
                  </a:cubicBezTo>
                  <a:cubicBezTo>
                    <a:pt x="323" y="422"/>
                    <a:pt x="398" y="413"/>
                    <a:pt x="466" y="438"/>
                  </a:cubicBezTo>
                  <a:cubicBezTo>
                    <a:pt x="478" y="387"/>
                    <a:pt x="518" y="319"/>
                    <a:pt x="614" y="296"/>
                  </a:cubicBezTo>
                  <a:cubicBezTo>
                    <a:pt x="707" y="274"/>
                    <a:pt x="762" y="295"/>
                    <a:pt x="790" y="314"/>
                  </a:cubicBezTo>
                  <a:cubicBezTo>
                    <a:pt x="824" y="270"/>
                    <a:pt x="893" y="217"/>
                    <a:pt x="992" y="233"/>
                  </a:cubicBezTo>
                  <a:cubicBezTo>
                    <a:pt x="1074" y="246"/>
                    <a:pt x="1121" y="289"/>
                    <a:pt x="1145" y="323"/>
                  </a:cubicBezTo>
                  <a:cubicBezTo>
                    <a:pt x="1168" y="355"/>
                    <a:pt x="1182" y="392"/>
                    <a:pt x="1185" y="426"/>
                  </a:cubicBezTo>
                  <a:cubicBezTo>
                    <a:pt x="1278" y="403"/>
                    <a:pt x="1386" y="432"/>
                    <a:pt x="1449" y="496"/>
                  </a:cubicBezTo>
                  <a:cubicBezTo>
                    <a:pt x="1501" y="549"/>
                    <a:pt x="1519" y="621"/>
                    <a:pt x="1500" y="699"/>
                  </a:cubicBezTo>
                  <a:cubicBezTo>
                    <a:pt x="1524" y="723"/>
                    <a:pt x="1570" y="782"/>
                    <a:pt x="1556" y="882"/>
                  </a:cubicBezTo>
                  <a:cubicBezTo>
                    <a:pt x="1549" y="935"/>
                    <a:pt x="1520" y="976"/>
                    <a:pt x="1474" y="997"/>
                  </a:cubicBezTo>
                  <a:cubicBezTo>
                    <a:pt x="1416" y="1024"/>
                    <a:pt x="1336" y="1015"/>
                    <a:pt x="1272" y="974"/>
                  </a:cubicBezTo>
                  <a:cubicBezTo>
                    <a:pt x="1180" y="916"/>
                    <a:pt x="1038" y="913"/>
                    <a:pt x="972" y="968"/>
                  </a:cubicBezTo>
                  <a:cubicBezTo>
                    <a:pt x="922" y="1010"/>
                    <a:pt x="863" y="1052"/>
                    <a:pt x="807" y="1047"/>
                  </a:cubicBezTo>
                  <a:cubicBezTo>
                    <a:pt x="803" y="1047"/>
                    <a:pt x="799" y="1046"/>
                    <a:pt x="794" y="1045"/>
                  </a:cubicBezTo>
                  <a:cubicBezTo>
                    <a:pt x="762" y="1038"/>
                    <a:pt x="735" y="1014"/>
                    <a:pt x="717" y="974"/>
                  </a:cubicBezTo>
                  <a:cubicBezTo>
                    <a:pt x="711" y="962"/>
                    <a:pt x="716" y="948"/>
                    <a:pt x="728" y="942"/>
                  </a:cubicBezTo>
                  <a:cubicBezTo>
                    <a:pt x="740" y="937"/>
                    <a:pt x="754" y="942"/>
                    <a:pt x="760" y="954"/>
                  </a:cubicBezTo>
                  <a:cubicBezTo>
                    <a:pt x="772" y="980"/>
                    <a:pt x="787" y="994"/>
                    <a:pt x="805" y="998"/>
                  </a:cubicBezTo>
                  <a:cubicBezTo>
                    <a:pt x="844" y="1007"/>
                    <a:pt x="902" y="964"/>
                    <a:pt x="942" y="931"/>
                  </a:cubicBezTo>
                  <a:cubicBezTo>
                    <a:pt x="1024" y="862"/>
                    <a:pt x="1187" y="864"/>
                    <a:pt x="1297" y="934"/>
                  </a:cubicBezTo>
                  <a:cubicBezTo>
                    <a:pt x="1348" y="966"/>
                    <a:pt x="1410" y="974"/>
                    <a:pt x="1454" y="953"/>
                  </a:cubicBezTo>
                  <a:cubicBezTo>
                    <a:pt x="1485" y="939"/>
                    <a:pt x="1504" y="912"/>
                    <a:pt x="1509" y="876"/>
                  </a:cubicBezTo>
                  <a:cubicBezTo>
                    <a:pt x="1523" y="774"/>
                    <a:pt x="1460" y="728"/>
                    <a:pt x="1460" y="727"/>
                  </a:cubicBezTo>
                  <a:cubicBezTo>
                    <a:pt x="1451" y="721"/>
                    <a:pt x="1448" y="711"/>
                    <a:pt x="1450" y="701"/>
                  </a:cubicBezTo>
                  <a:cubicBezTo>
                    <a:pt x="1470" y="633"/>
                    <a:pt x="1458" y="574"/>
                    <a:pt x="1415" y="530"/>
                  </a:cubicBezTo>
                  <a:cubicBezTo>
                    <a:pt x="1363" y="476"/>
                    <a:pt x="1272" y="453"/>
                    <a:pt x="1195" y="473"/>
                  </a:cubicBezTo>
                  <a:cubicBezTo>
                    <a:pt x="1093" y="499"/>
                    <a:pt x="1078" y="609"/>
                    <a:pt x="1076" y="644"/>
                  </a:cubicBezTo>
                  <a:cubicBezTo>
                    <a:pt x="1136" y="647"/>
                    <a:pt x="1204" y="674"/>
                    <a:pt x="1267" y="751"/>
                  </a:cubicBezTo>
                  <a:cubicBezTo>
                    <a:pt x="1275" y="762"/>
                    <a:pt x="1274" y="777"/>
                    <a:pt x="1264" y="785"/>
                  </a:cubicBezTo>
                  <a:cubicBezTo>
                    <a:pt x="1253" y="794"/>
                    <a:pt x="1238" y="792"/>
                    <a:pt x="1230" y="782"/>
                  </a:cubicBezTo>
                  <a:cubicBezTo>
                    <a:pt x="1095" y="617"/>
                    <a:pt x="941" y="728"/>
                    <a:pt x="934" y="733"/>
                  </a:cubicBezTo>
                  <a:cubicBezTo>
                    <a:pt x="925" y="740"/>
                    <a:pt x="912" y="739"/>
                    <a:pt x="904" y="732"/>
                  </a:cubicBezTo>
                  <a:cubicBezTo>
                    <a:pt x="902" y="730"/>
                    <a:pt x="845" y="681"/>
                    <a:pt x="762" y="698"/>
                  </a:cubicBezTo>
                  <a:cubicBezTo>
                    <a:pt x="683" y="714"/>
                    <a:pt x="669" y="810"/>
                    <a:pt x="669" y="811"/>
                  </a:cubicBezTo>
                  <a:cubicBezTo>
                    <a:pt x="667" y="821"/>
                    <a:pt x="659" y="829"/>
                    <a:pt x="649" y="831"/>
                  </a:cubicBezTo>
                  <a:cubicBezTo>
                    <a:pt x="466" y="864"/>
                    <a:pt x="476" y="1025"/>
                    <a:pt x="476" y="1032"/>
                  </a:cubicBezTo>
                  <a:cubicBezTo>
                    <a:pt x="477" y="1040"/>
                    <a:pt x="473" y="1048"/>
                    <a:pt x="467" y="1053"/>
                  </a:cubicBezTo>
                  <a:cubicBezTo>
                    <a:pt x="495" y="1292"/>
                    <a:pt x="815" y="1270"/>
                    <a:pt x="815" y="1270"/>
                  </a:cubicBezTo>
                  <a:cubicBezTo>
                    <a:pt x="816" y="1273"/>
                    <a:pt x="816" y="1276"/>
                    <a:pt x="817" y="1278"/>
                  </a:cubicBezTo>
                  <a:cubicBezTo>
                    <a:pt x="826" y="1282"/>
                    <a:pt x="1041" y="1363"/>
                    <a:pt x="1138" y="1248"/>
                  </a:cubicBezTo>
                  <a:cubicBezTo>
                    <a:pt x="1162" y="1208"/>
                    <a:pt x="1170" y="1174"/>
                    <a:pt x="1161" y="1148"/>
                  </a:cubicBezTo>
                  <a:cubicBezTo>
                    <a:pt x="1151" y="1120"/>
                    <a:pt x="1122" y="1110"/>
                    <a:pt x="1122" y="1110"/>
                  </a:cubicBezTo>
                  <a:cubicBezTo>
                    <a:pt x="1109" y="1106"/>
                    <a:pt x="1103" y="1092"/>
                    <a:pt x="1107" y="1079"/>
                  </a:cubicBezTo>
                  <a:cubicBezTo>
                    <a:pt x="1111" y="1067"/>
                    <a:pt x="1125" y="1060"/>
                    <a:pt x="1138" y="1064"/>
                  </a:cubicBezTo>
                  <a:cubicBezTo>
                    <a:pt x="1140" y="1065"/>
                    <a:pt x="1188" y="1082"/>
                    <a:pt x="1206" y="1132"/>
                  </a:cubicBezTo>
                  <a:cubicBezTo>
                    <a:pt x="1221" y="1172"/>
                    <a:pt x="1211" y="1220"/>
                    <a:pt x="1178" y="1274"/>
                  </a:cubicBezTo>
                  <a:cubicBezTo>
                    <a:pt x="1177" y="1275"/>
                    <a:pt x="1177" y="1276"/>
                    <a:pt x="1176" y="1277"/>
                  </a:cubicBezTo>
                  <a:cubicBezTo>
                    <a:pt x="1116" y="1350"/>
                    <a:pt x="1024" y="1363"/>
                    <a:pt x="946" y="1356"/>
                  </a:cubicBezTo>
                  <a:cubicBezTo>
                    <a:pt x="903" y="1353"/>
                    <a:pt x="864" y="1343"/>
                    <a:pt x="837" y="1335"/>
                  </a:cubicBezTo>
                  <a:cubicBezTo>
                    <a:pt x="893" y="1460"/>
                    <a:pt x="1019" y="1517"/>
                    <a:pt x="1153" y="1523"/>
                  </a:cubicBezTo>
                  <a:cubicBezTo>
                    <a:pt x="1310" y="1531"/>
                    <a:pt x="1340" y="1413"/>
                    <a:pt x="1340" y="1413"/>
                  </a:cubicBezTo>
                  <a:cubicBezTo>
                    <a:pt x="1551" y="1329"/>
                    <a:pt x="1506" y="1116"/>
                    <a:pt x="1506" y="1116"/>
                  </a:cubicBezTo>
                  <a:cubicBezTo>
                    <a:pt x="1594" y="1103"/>
                    <a:pt x="1711" y="1004"/>
                    <a:pt x="1704" y="8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377790"/>
                </a:solidFill>
                <a:latin typeface="Arial"/>
              </a:endParaRPr>
            </a:p>
          </p:txBody>
        </p:sp>
      </p:grpSp>
      <p:sp>
        <p:nvSpPr>
          <p:cNvPr id="156" name="Freeform 8">
            <a:extLst>
              <a:ext uri="{FF2B5EF4-FFF2-40B4-BE49-F238E27FC236}">
                <a16:creationId xmlns:a16="http://schemas.microsoft.com/office/drawing/2014/main" id="{1BE39005-16B1-0748-9D7A-EE111D47A0AA}"/>
              </a:ext>
            </a:extLst>
          </p:cNvPr>
          <p:cNvSpPr>
            <a:spLocks/>
          </p:cNvSpPr>
          <p:nvPr/>
        </p:nvSpPr>
        <p:spPr bwMode="auto">
          <a:xfrm>
            <a:off x="10745455" y="1650252"/>
            <a:ext cx="382522" cy="502448"/>
          </a:xfrm>
          <a:custGeom>
            <a:avLst/>
            <a:gdLst/>
            <a:ahLst/>
            <a:cxnLst>
              <a:cxn ang="0">
                <a:pos x="99" y="21"/>
              </a:cxn>
              <a:cxn ang="0">
                <a:pos x="94" y="6"/>
              </a:cxn>
              <a:cxn ang="0">
                <a:pos x="83" y="0"/>
              </a:cxn>
              <a:cxn ang="0">
                <a:pos x="68" y="0"/>
              </a:cxn>
              <a:cxn ang="0">
                <a:pos x="50" y="3"/>
              </a:cxn>
              <a:cxn ang="0">
                <a:pos x="32" y="0"/>
              </a:cxn>
              <a:cxn ang="0">
                <a:pos x="17" y="0"/>
              </a:cxn>
              <a:cxn ang="0">
                <a:pos x="6" y="6"/>
              </a:cxn>
              <a:cxn ang="0">
                <a:pos x="0" y="21"/>
              </a:cxn>
              <a:cxn ang="0">
                <a:pos x="7" y="57"/>
              </a:cxn>
              <a:cxn ang="0">
                <a:pos x="12" y="81"/>
              </a:cxn>
              <a:cxn ang="0">
                <a:pos x="21" y="126"/>
              </a:cxn>
              <a:cxn ang="0">
                <a:pos x="32" y="125"/>
              </a:cxn>
              <a:cxn ang="0">
                <a:pos x="50" y="64"/>
              </a:cxn>
              <a:cxn ang="0">
                <a:pos x="68" y="125"/>
              </a:cxn>
              <a:cxn ang="0">
                <a:pos x="79" y="126"/>
              </a:cxn>
              <a:cxn ang="0">
                <a:pos x="88" y="81"/>
              </a:cxn>
              <a:cxn ang="0">
                <a:pos x="93" y="57"/>
              </a:cxn>
              <a:cxn ang="0">
                <a:pos x="99" y="21"/>
              </a:cxn>
            </a:cxnLst>
            <a:rect l="0" t="0" r="r" b="b"/>
            <a:pathLst>
              <a:path w="100" h="131">
                <a:moveTo>
                  <a:pt x="99" y="21"/>
                </a:moveTo>
                <a:cubicBezTo>
                  <a:pt x="99" y="16"/>
                  <a:pt x="96" y="9"/>
                  <a:pt x="94" y="6"/>
                </a:cubicBezTo>
                <a:cubicBezTo>
                  <a:pt x="91" y="3"/>
                  <a:pt x="86" y="1"/>
                  <a:pt x="83" y="0"/>
                </a:cubicBezTo>
                <a:cubicBezTo>
                  <a:pt x="80" y="0"/>
                  <a:pt x="73" y="0"/>
                  <a:pt x="68" y="0"/>
                </a:cubicBezTo>
                <a:cubicBezTo>
                  <a:pt x="50" y="3"/>
                  <a:pt x="50" y="3"/>
                  <a:pt x="50" y="3"/>
                </a:cubicBezTo>
                <a:cubicBezTo>
                  <a:pt x="32" y="0"/>
                  <a:pt x="32" y="0"/>
                  <a:pt x="32" y="0"/>
                </a:cubicBezTo>
                <a:cubicBezTo>
                  <a:pt x="27" y="0"/>
                  <a:pt x="20" y="0"/>
                  <a:pt x="17" y="0"/>
                </a:cubicBezTo>
                <a:cubicBezTo>
                  <a:pt x="13" y="1"/>
                  <a:pt x="9" y="3"/>
                  <a:pt x="6" y="6"/>
                </a:cubicBezTo>
                <a:cubicBezTo>
                  <a:pt x="4" y="9"/>
                  <a:pt x="1" y="16"/>
                  <a:pt x="0" y="21"/>
                </a:cubicBezTo>
                <a:cubicBezTo>
                  <a:pt x="0" y="30"/>
                  <a:pt x="1" y="44"/>
                  <a:pt x="7" y="57"/>
                </a:cubicBezTo>
                <a:cubicBezTo>
                  <a:pt x="7" y="57"/>
                  <a:pt x="12" y="67"/>
                  <a:pt x="12" y="81"/>
                </a:cubicBezTo>
                <a:cubicBezTo>
                  <a:pt x="12" y="92"/>
                  <a:pt x="16" y="116"/>
                  <a:pt x="21" y="126"/>
                </a:cubicBezTo>
                <a:cubicBezTo>
                  <a:pt x="23" y="131"/>
                  <a:pt x="30" y="130"/>
                  <a:pt x="32" y="125"/>
                </a:cubicBezTo>
                <a:cubicBezTo>
                  <a:pt x="37" y="108"/>
                  <a:pt x="40" y="64"/>
                  <a:pt x="50" y="64"/>
                </a:cubicBezTo>
                <a:cubicBezTo>
                  <a:pt x="59" y="64"/>
                  <a:pt x="63" y="108"/>
                  <a:pt x="68" y="125"/>
                </a:cubicBezTo>
                <a:cubicBezTo>
                  <a:pt x="69" y="130"/>
                  <a:pt x="76" y="131"/>
                  <a:pt x="79" y="126"/>
                </a:cubicBezTo>
                <a:cubicBezTo>
                  <a:pt x="84" y="116"/>
                  <a:pt x="88" y="92"/>
                  <a:pt x="88" y="81"/>
                </a:cubicBezTo>
                <a:cubicBezTo>
                  <a:pt x="88" y="67"/>
                  <a:pt x="93" y="57"/>
                  <a:pt x="93" y="57"/>
                </a:cubicBezTo>
                <a:cubicBezTo>
                  <a:pt x="99" y="44"/>
                  <a:pt x="100" y="30"/>
                  <a:pt x="99" y="21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8" name="Freeform 7">
            <a:extLst>
              <a:ext uri="{FF2B5EF4-FFF2-40B4-BE49-F238E27FC236}">
                <a16:creationId xmlns:a16="http://schemas.microsoft.com/office/drawing/2014/main" id="{38A91EF6-F645-0E47-9232-390A27FBF23A}"/>
              </a:ext>
            </a:extLst>
          </p:cNvPr>
          <p:cNvSpPr>
            <a:spLocks/>
          </p:cNvSpPr>
          <p:nvPr/>
        </p:nvSpPr>
        <p:spPr bwMode="auto">
          <a:xfrm>
            <a:off x="10006738" y="1484839"/>
            <a:ext cx="487973" cy="667861"/>
          </a:xfrm>
          <a:custGeom>
            <a:avLst/>
            <a:gdLst/>
            <a:ahLst/>
            <a:cxnLst>
              <a:cxn ang="0">
                <a:pos x="119" y="32"/>
              </a:cxn>
              <a:cxn ang="0">
                <a:pos x="85" y="6"/>
              </a:cxn>
              <a:cxn ang="0">
                <a:pos x="24" y="17"/>
              </a:cxn>
              <a:cxn ang="0">
                <a:pos x="7" y="81"/>
              </a:cxn>
              <a:cxn ang="0">
                <a:pos x="10" y="83"/>
              </a:cxn>
              <a:cxn ang="0">
                <a:pos x="13" y="80"/>
              </a:cxn>
              <a:cxn ang="0">
                <a:pos x="28" y="21"/>
              </a:cxn>
              <a:cxn ang="0">
                <a:pos x="84" y="12"/>
              </a:cxn>
              <a:cxn ang="0">
                <a:pos x="113" y="35"/>
              </a:cxn>
              <a:cxn ang="0">
                <a:pos x="102" y="106"/>
              </a:cxn>
              <a:cxn ang="0">
                <a:pos x="94" y="127"/>
              </a:cxn>
              <a:cxn ang="0">
                <a:pos x="83" y="157"/>
              </a:cxn>
              <a:cxn ang="0">
                <a:pos x="54" y="168"/>
              </a:cxn>
              <a:cxn ang="0">
                <a:pos x="29" y="151"/>
              </a:cxn>
              <a:cxn ang="0">
                <a:pos x="21" y="115"/>
              </a:cxn>
              <a:cxn ang="0">
                <a:pos x="36" y="113"/>
              </a:cxn>
              <a:cxn ang="0">
                <a:pos x="40" y="123"/>
              </a:cxn>
              <a:cxn ang="0">
                <a:pos x="52" y="141"/>
              </a:cxn>
              <a:cxn ang="0">
                <a:pos x="67" y="135"/>
              </a:cxn>
              <a:cxn ang="0">
                <a:pos x="62" y="110"/>
              </a:cxn>
              <a:cxn ang="0">
                <a:pos x="74" y="77"/>
              </a:cxn>
              <a:cxn ang="0">
                <a:pos x="58" y="67"/>
              </a:cxn>
              <a:cxn ang="0">
                <a:pos x="57" y="67"/>
              </a:cxn>
              <a:cxn ang="0">
                <a:pos x="41" y="77"/>
              </a:cxn>
              <a:cxn ang="0">
                <a:pos x="40" y="47"/>
              </a:cxn>
              <a:cxn ang="0">
                <a:pos x="53" y="36"/>
              </a:cxn>
              <a:cxn ang="0">
                <a:pos x="84" y="42"/>
              </a:cxn>
              <a:cxn ang="0">
                <a:pos x="90" y="79"/>
              </a:cxn>
              <a:cxn ang="0">
                <a:pos x="92" y="83"/>
              </a:cxn>
              <a:cxn ang="0">
                <a:pos x="96" y="80"/>
              </a:cxn>
              <a:cxn ang="0">
                <a:pos x="89" y="37"/>
              </a:cxn>
              <a:cxn ang="0">
                <a:pos x="52" y="30"/>
              </a:cxn>
              <a:cxn ang="0">
                <a:pos x="34" y="45"/>
              </a:cxn>
              <a:cxn ang="0">
                <a:pos x="38" y="86"/>
              </a:cxn>
              <a:cxn ang="0">
                <a:pos x="41" y="88"/>
              </a:cxn>
              <a:cxn ang="0">
                <a:pos x="43" y="86"/>
              </a:cxn>
              <a:cxn ang="0">
                <a:pos x="58" y="73"/>
              </a:cxn>
              <a:cxn ang="0">
                <a:pos x="58" y="73"/>
              </a:cxn>
              <a:cxn ang="0">
                <a:pos x="69" y="80"/>
              </a:cxn>
              <a:cxn ang="0">
                <a:pos x="56" y="108"/>
              </a:cxn>
              <a:cxn ang="0">
                <a:pos x="55" y="112"/>
              </a:cxn>
              <a:cxn ang="0">
                <a:pos x="62" y="132"/>
              </a:cxn>
              <a:cxn ang="0">
                <a:pos x="52" y="135"/>
              </a:cxn>
              <a:cxn ang="0">
                <a:pos x="46" y="122"/>
              </a:cxn>
              <a:cxn ang="0">
                <a:pos x="38" y="107"/>
              </a:cxn>
              <a:cxn ang="0">
                <a:pos x="16" y="111"/>
              </a:cxn>
              <a:cxn ang="0">
                <a:pos x="24" y="154"/>
              </a:cxn>
              <a:cxn ang="0">
                <a:pos x="54" y="175"/>
              </a:cxn>
              <a:cxn ang="0">
                <a:pos x="57" y="175"/>
              </a:cxn>
              <a:cxn ang="0">
                <a:pos x="89" y="159"/>
              </a:cxn>
              <a:cxn ang="0">
                <a:pos x="100" y="129"/>
              </a:cxn>
              <a:cxn ang="0">
                <a:pos x="107" y="109"/>
              </a:cxn>
              <a:cxn ang="0">
                <a:pos x="119" y="32"/>
              </a:cxn>
            </a:cxnLst>
            <a:rect l="0" t="0" r="r" b="b"/>
            <a:pathLst>
              <a:path w="128" h="175">
                <a:moveTo>
                  <a:pt x="119" y="32"/>
                </a:moveTo>
                <a:cubicBezTo>
                  <a:pt x="111" y="16"/>
                  <a:pt x="97" y="8"/>
                  <a:pt x="85" y="6"/>
                </a:cubicBezTo>
                <a:cubicBezTo>
                  <a:pt x="58" y="0"/>
                  <a:pt x="37" y="4"/>
                  <a:pt x="24" y="17"/>
                </a:cubicBezTo>
                <a:cubicBezTo>
                  <a:pt x="0" y="39"/>
                  <a:pt x="6" y="79"/>
                  <a:pt x="7" y="81"/>
                </a:cubicBezTo>
                <a:cubicBezTo>
                  <a:pt x="7" y="82"/>
                  <a:pt x="8" y="83"/>
                  <a:pt x="10" y="83"/>
                </a:cubicBezTo>
                <a:cubicBezTo>
                  <a:pt x="12" y="83"/>
                  <a:pt x="13" y="81"/>
                  <a:pt x="13" y="80"/>
                </a:cubicBezTo>
                <a:cubicBezTo>
                  <a:pt x="13" y="79"/>
                  <a:pt x="7" y="41"/>
                  <a:pt x="28" y="21"/>
                </a:cubicBezTo>
                <a:cubicBezTo>
                  <a:pt x="40" y="10"/>
                  <a:pt x="59" y="6"/>
                  <a:pt x="84" y="12"/>
                </a:cubicBezTo>
                <a:cubicBezTo>
                  <a:pt x="94" y="14"/>
                  <a:pt x="107" y="21"/>
                  <a:pt x="113" y="35"/>
                </a:cubicBezTo>
                <a:cubicBezTo>
                  <a:pt x="121" y="52"/>
                  <a:pt x="117" y="77"/>
                  <a:pt x="102" y="106"/>
                </a:cubicBezTo>
                <a:cubicBezTo>
                  <a:pt x="97" y="114"/>
                  <a:pt x="96" y="120"/>
                  <a:pt x="94" y="127"/>
                </a:cubicBezTo>
                <a:cubicBezTo>
                  <a:pt x="92" y="135"/>
                  <a:pt x="90" y="144"/>
                  <a:pt x="83" y="157"/>
                </a:cubicBezTo>
                <a:cubicBezTo>
                  <a:pt x="80" y="164"/>
                  <a:pt x="67" y="169"/>
                  <a:pt x="54" y="168"/>
                </a:cubicBezTo>
                <a:cubicBezTo>
                  <a:pt x="48" y="168"/>
                  <a:pt x="34" y="166"/>
                  <a:pt x="29" y="151"/>
                </a:cubicBezTo>
                <a:cubicBezTo>
                  <a:pt x="23" y="141"/>
                  <a:pt x="16" y="122"/>
                  <a:pt x="21" y="115"/>
                </a:cubicBezTo>
                <a:cubicBezTo>
                  <a:pt x="24" y="111"/>
                  <a:pt x="31" y="112"/>
                  <a:pt x="36" y="113"/>
                </a:cubicBezTo>
                <a:cubicBezTo>
                  <a:pt x="38" y="114"/>
                  <a:pt x="39" y="120"/>
                  <a:pt x="40" y="123"/>
                </a:cubicBezTo>
                <a:cubicBezTo>
                  <a:pt x="43" y="132"/>
                  <a:pt x="45" y="141"/>
                  <a:pt x="52" y="141"/>
                </a:cubicBezTo>
                <a:cubicBezTo>
                  <a:pt x="53" y="141"/>
                  <a:pt x="63" y="142"/>
                  <a:pt x="67" y="135"/>
                </a:cubicBezTo>
                <a:cubicBezTo>
                  <a:pt x="70" y="129"/>
                  <a:pt x="69" y="121"/>
                  <a:pt x="62" y="110"/>
                </a:cubicBezTo>
                <a:cubicBezTo>
                  <a:pt x="67" y="105"/>
                  <a:pt x="81" y="90"/>
                  <a:pt x="74" y="77"/>
                </a:cubicBezTo>
                <a:cubicBezTo>
                  <a:pt x="72" y="73"/>
                  <a:pt x="66" y="67"/>
                  <a:pt x="58" y="67"/>
                </a:cubicBezTo>
                <a:cubicBezTo>
                  <a:pt x="57" y="67"/>
                  <a:pt x="57" y="67"/>
                  <a:pt x="57" y="67"/>
                </a:cubicBezTo>
                <a:cubicBezTo>
                  <a:pt x="53" y="67"/>
                  <a:pt x="47" y="69"/>
                  <a:pt x="41" y="77"/>
                </a:cubicBezTo>
                <a:cubicBezTo>
                  <a:pt x="39" y="70"/>
                  <a:pt x="36" y="57"/>
                  <a:pt x="40" y="47"/>
                </a:cubicBezTo>
                <a:cubicBezTo>
                  <a:pt x="42" y="42"/>
                  <a:pt x="47" y="38"/>
                  <a:pt x="53" y="36"/>
                </a:cubicBezTo>
                <a:cubicBezTo>
                  <a:pt x="58" y="34"/>
                  <a:pt x="75" y="33"/>
                  <a:pt x="84" y="42"/>
                </a:cubicBezTo>
                <a:cubicBezTo>
                  <a:pt x="92" y="49"/>
                  <a:pt x="94" y="61"/>
                  <a:pt x="90" y="79"/>
                </a:cubicBezTo>
                <a:cubicBezTo>
                  <a:pt x="89" y="81"/>
                  <a:pt x="90" y="82"/>
                  <a:pt x="92" y="83"/>
                </a:cubicBezTo>
                <a:cubicBezTo>
                  <a:pt x="94" y="83"/>
                  <a:pt x="95" y="82"/>
                  <a:pt x="96" y="80"/>
                </a:cubicBezTo>
                <a:cubicBezTo>
                  <a:pt x="100" y="61"/>
                  <a:pt x="98" y="46"/>
                  <a:pt x="89" y="37"/>
                </a:cubicBezTo>
                <a:cubicBezTo>
                  <a:pt x="76" y="26"/>
                  <a:pt x="56" y="29"/>
                  <a:pt x="52" y="30"/>
                </a:cubicBezTo>
                <a:cubicBezTo>
                  <a:pt x="43" y="33"/>
                  <a:pt x="38" y="38"/>
                  <a:pt x="34" y="45"/>
                </a:cubicBezTo>
                <a:cubicBezTo>
                  <a:pt x="27" y="62"/>
                  <a:pt x="37" y="85"/>
                  <a:pt x="38" y="86"/>
                </a:cubicBezTo>
                <a:cubicBezTo>
                  <a:pt x="38" y="87"/>
                  <a:pt x="39" y="88"/>
                  <a:pt x="41" y="88"/>
                </a:cubicBezTo>
                <a:cubicBezTo>
                  <a:pt x="42" y="88"/>
                  <a:pt x="43" y="87"/>
                  <a:pt x="43" y="86"/>
                </a:cubicBezTo>
                <a:cubicBezTo>
                  <a:pt x="47" y="78"/>
                  <a:pt x="52" y="74"/>
                  <a:pt x="58" y="73"/>
                </a:cubicBezTo>
                <a:cubicBezTo>
                  <a:pt x="58" y="73"/>
                  <a:pt x="58" y="73"/>
                  <a:pt x="58" y="73"/>
                </a:cubicBezTo>
                <a:cubicBezTo>
                  <a:pt x="63" y="73"/>
                  <a:pt x="68" y="77"/>
                  <a:pt x="69" y="80"/>
                </a:cubicBezTo>
                <a:cubicBezTo>
                  <a:pt x="74" y="89"/>
                  <a:pt x="61" y="103"/>
                  <a:pt x="56" y="108"/>
                </a:cubicBezTo>
                <a:cubicBezTo>
                  <a:pt x="55" y="109"/>
                  <a:pt x="54" y="110"/>
                  <a:pt x="55" y="112"/>
                </a:cubicBezTo>
                <a:cubicBezTo>
                  <a:pt x="64" y="124"/>
                  <a:pt x="63" y="130"/>
                  <a:pt x="62" y="132"/>
                </a:cubicBezTo>
                <a:cubicBezTo>
                  <a:pt x="60" y="135"/>
                  <a:pt x="53" y="135"/>
                  <a:pt x="52" y="135"/>
                </a:cubicBezTo>
                <a:cubicBezTo>
                  <a:pt x="50" y="135"/>
                  <a:pt x="47" y="127"/>
                  <a:pt x="46" y="122"/>
                </a:cubicBezTo>
                <a:cubicBezTo>
                  <a:pt x="44" y="114"/>
                  <a:pt x="43" y="108"/>
                  <a:pt x="38" y="107"/>
                </a:cubicBezTo>
                <a:cubicBezTo>
                  <a:pt x="27" y="105"/>
                  <a:pt x="20" y="106"/>
                  <a:pt x="16" y="111"/>
                </a:cubicBezTo>
                <a:cubicBezTo>
                  <a:pt x="7" y="123"/>
                  <a:pt x="22" y="151"/>
                  <a:pt x="24" y="154"/>
                </a:cubicBezTo>
                <a:cubicBezTo>
                  <a:pt x="28" y="166"/>
                  <a:pt x="39" y="174"/>
                  <a:pt x="54" y="175"/>
                </a:cubicBezTo>
                <a:cubicBezTo>
                  <a:pt x="55" y="175"/>
                  <a:pt x="56" y="175"/>
                  <a:pt x="57" y="175"/>
                </a:cubicBezTo>
                <a:cubicBezTo>
                  <a:pt x="71" y="175"/>
                  <a:pt x="84" y="169"/>
                  <a:pt x="89" y="159"/>
                </a:cubicBezTo>
                <a:cubicBezTo>
                  <a:pt x="96" y="146"/>
                  <a:pt x="98" y="137"/>
                  <a:pt x="100" y="129"/>
                </a:cubicBezTo>
                <a:cubicBezTo>
                  <a:pt x="102" y="122"/>
                  <a:pt x="103" y="116"/>
                  <a:pt x="107" y="109"/>
                </a:cubicBezTo>
                <a:cubicBezTo>
                  <a:pt x="124" y="78"/>
                  <a:pt x="128" y="52"/>
                  <a:pt x="119" y="32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2" name="Freeform 11">
            <a:extLst>
              <a:ext uri="{FF2B5EF4-FFF2-40B4-BE49-F238E27FC236}">
                <a16:creationId xmlns:a16="http://schemas.microsoft.com/office/drawing/2014/main" id="{6C5666F4-40B9-BD40-A3DC-AA2D7EEBA8B4}"/>
              </a:ext>
            </a:extLst>
          </p:cNvPr>
          <p:cNvSpPr>
            <a:spLocks noEditPoints="1"/>
          </p:cNvSpPr>
          <p:nvPr/>
        </p:nvSpPr>
        <p:spPr bwMode="auto">
          <a:xfrm>
            <a:off x="8175448" y="1741230"/>
            <a:ext cx="626509" cy="411470"/>
          </a:xfrm>
          <a:custGeom>
            <a:avLst/>
            <a:gdLst/>
            <a:ahLst/>
            <a:cxnLst>
              <a:cxn ang="0">
                <a:pos x="82" y="26"/>
              </a:cxn>
              <a:cxn ang="0">
                <a:pos x="0" y="67"/>
              </a:cxn>
              <a:cxn ang="0">
                <a:pos x="82" y="108"/>
              </a:cxn>
              <a:cxn ang="0">
                <a:pos x="164" y="67"/>
              </a:cxn>
              <a:cxn ang="0">
                <a:pos x="82" y="26"/>
              </a:cxn>
              <a:cxn ang="0">
                <a:pos x="72" y="47"/>
              </a:cxn>
              <a:cxn ang="0">
                <a:pos x="82" y="57"/>
              </a:cxn>
              <a:cxn ang="0">
                <a:pos x="72" y="67"/>
              </a:cxn>
              <a:cxn ang="0">
                <a:pos x="62" y="57"/>
              </a:cxn>
              <a:cxn ang="0">
                <a:pos x="72" y="47"/>
              </a:cxn>
              <a:cxn ang="0">
                <a:pos x="124" y="88"/>
              </a:cxn>
              <a:cxn ang="0">
                <a:pos x="104" y="95"/>
              </a:cxn>
              <a:cxn ang="0">
                <a:pos x="82" y="98"/>
              </a:cxn>
              <a:cxn ang="0">
                <a:pos x="60" y="95"/>
              </a:cxn>
              <a:cxn ang="0">
                <a:pos x="40" y="88"/>
              </a:cxn>
              <a:cxn ang="0">
                <a:pos x="13" y="67"/>
              </a:cxn>
              <a:cxn ang="0">
                <a:pos x="40" y="46"/>
              </a:cxn>
              <a:cxn ang="0">
                <a:pos x="56" y="40"/>
              </a:cxn>
              <a:cxn ang="0">
                <a:pos x="51" y="57"/>
              </a:cxn>
              <a:cxn ang="0">
                <a:pos x="82" y="88"/>
              </a:cxn>
              <a:cxn ang="0">
                <a:pos x="113" y="57"/>
              </a:cxn>
              <a:cxn ang="0">
                <a:pos x="108" y="40"/>
              </a:cxn>
              <a:cxn ang="0">
                <a:pos x="124" y="46"/>
              </a:cxn>
              <a:cxn ang="0">
                <a:pos x="151" y="67"/>
              </a:cxn>
              <a:cxn ang="0">
                <a:pos x="124" y="88"/>
              </a:cxn>
              <a:cxn ang="0">
                <a:pos x="138" y="14"/>
              </a:cxn>
              <a:cxn ang="0">
                <a:pos x="82" y="0"/>
              </a:cxn>
              <a:cxn ang="0">
                <a:pos x="26" y="14"/>
              </a:cxn>
              <a:cxn ang="0">
                <a:pos x="0" y="32"/>
              </a:cxn>
              <a:cxn ang="0">
                <a:pos x="0" y="49"/>
              </a:cxn>
              <a:cxn ang="0">
                <a:pos x="31" y="26"/>
              </a:cxn>
              <a:cxn ang="0">
                <a:pos x="82" y="14"/>
              </a:cxn>
              <a:cxn ang="0">
                <a:pos x="133" y="26"/>
              </a:cxn>
              <a:cxn ang="0">
                <a:pos x="164" y="49"/>
              </a:cxn>
              <a:cxn ang="0">
                <a:pos x="164" y="32"/>
              </a:cxn>
              <a:cxn ang="0">
                <a:pos x="138" y="14"/>
              </a:cxn>
            </a:cxnLst>
            <a:rect l="0" t="0" r="r" b="b"/>
            <a:pathLst>
              <a:path w="164" h="108">
                <a:moveTo>
                  <a:pt x="82" y="26"/>
                </a:moveTo>
                <a:cubicBezTo>
                  <a:pt x="49" y="26"/>
                  <a:pt x="19" y="42"/>
                  <a:pt x="0" y="67"/>
                </a:cubicBezTo>
                <a:cubicBezTo>
                  <a:pt x="19" y="92"/>
                  <a:pt x="49" y="108"/>
                  <a:pt x="82" y="108"/>
                </a:cubicBezTo>
                <a:cubicBezTo>
                  <a:pt x="116" y="108"/>
                  <a:pt x="145" y="92"/>
                  <a:pt x="164" y="67"/>
                </a:cubicBezTo>
                <a:cubicBezTo>
                  <a:pt x="145" y="42"/>
                  <a:pt x="116" y="26"/>
                  <a:pt x="82" y="26"/>
                </a:cubicBezTo>
                <a:moveTo>
                  <a:pt x="72" y="47"/>
                </a:moveTo>
                <a:cubicBezTo>
                  <a:pt x="77" y="47"/>
                  <a:pt x="82" y="51"/>
                  <a:pt x="82" y="57"/>
                </a:cubicBezTo>
                <a:cubicBezTo>
                  <a:pt x="82" y="63"/>
                  <a:pt x="77" y="67"/>
                  <a:pt x="72" y="67"/>
                </a:cubicBezTo>
                <a:cubicBezTo>
                  <a:pt x="66" y="67"/>
                  <a:pt x="62" y="63"/>
                  <a:pt x="62" y="57"/>
                </a:cubicBezTo>
                <a:cubicBezTo>
                  <a:pt x="62" y="51"/>
                  <a:pt x="66" y="47"/>
                  <a:pt x="72" y="47"/>
                </a:cubicBezTo>
                <a:moveTo>
                  <a:pt x="124" y="88"/>
                </a:moveTo>
                <a:cubicBezTo>
                  <a:pt x="118" y="91"/>
                  <a:pt x="111" y="94"/>
                  <a:pt x="104" y="95"/>
                </a:cubicBezTo>
                <a:cubicBezTo>
                  <a:pt x="97" y="97"/>
                  <a:pt x="89" y="98"/>
                  <a:pt x="82" y="98"/>
                </a:cubicBezTo>
                <a:cubicBezTo>
                  <a:pt x="75" y="98"/>
                  <a:pt x="67" y="97"/>
                  <a:pt x="60" y="95"/>
                </a:cubicBezTo>
                <a:cubicBezTo>
                  <a:pt x="53" y="94"/>
                  <a:pt x="46" y="91"/>
                  <a:pt x="40" y="88"/>
                </a:cubicBezTo>
                <a:cubicBezTo>
                  <a:pt x="30" y="83"/>
                  <a:pt x="21" y="76"/>
                  <a:pt x="13" y="67"/>
                </a:cubicBezTo>
                <a:cubicBezTo>
                  <a:pt x="21" y="59"/>
                  <a:pt x="30" y="52"/>
                  <a:pt x="40" y="46"/>
                </a:cubicBezTo>
                <a:cubicBezTo>
                  <a:pt x="45" y="44"/>
                  <a:pt x="51" y="42"/>
                  <a:pt x="56" y="40"/>
                </a:cubicBezTo>
                <a:cubicBezTo>
                  <a:pt x="53" y="45"/>
                  <a:pt x="51" y="51"/>
                  <a:pt x="51" y="57"/>
                </a:cubicBezTo>
                <a:cubicBezTo>
                  <a:pt x="51" y="74"/>
                  <a:pt x="65" y="88"/>
                  <a:pt x="82" y="88"/>
                </a:cubicBezTo>
                <a:cubicBezTo>
                  <a:pt x="99" y="88"/>
                  <a:pt x="113" y="74"/>
                  <a:pt x="113" y="57"/>
                </a:cubicBezTo>
                <a:cubicBezTo>
                  <a:pt x="113" y="51"/>
                  <a:pt x="111" y="45"/>
                  <a:pt x="108" y="40"/>
                </a:cubicBezTo>
                <a:cubicBezTo>
                  <a:pt x="113" y="42"/>
                  <a:pt x="119" y="44"/>
                  <a:pt x="124" y="46"/>
                </a:cubicBezTo>
                <a:cubicBezTo>
                  <a:pt x="134" y="52"/>
                  <a:pt x="143" y="59"/>
                  <a:pt x="151" y="67"/>
                </a:cubicBezTo>
                <a:cubicBezTo>
                  <a:pt x="143" y="76"/>
                  <a:pt x="134" y="83"/>
                  <a:pt x="124" y="88"/>
                </a:cubicBezTo>
                <a:moveTo>
                  <a:pt x="138" y="14"/>
                </a:moveTo>
                <a:cubicBezTo>
                  <a:pt x="121" y="5"/>
                  <a:pt x="102" y="0"/>
                  <a:pt x="82" y="0"/>
                </a:cubicBezTo>
                <a:cubicBezTo>
                  <a:pt x="62" y="0"/>
                  <a:pt x="44" y="5"/>
                  <a:pt x="26" y="14"/>
                </a:cubicBezTo>
                <a:cubicBezTo>
                  <a:pt x="17" y="19"/>
                  <a:pt x="8" y="25"/>
                  <a:pt x="0" y="32"/>
                </a:cubicBezTo>
                <a:cubicBezTo>
                  <a:pt x="0" y="49"/>
                  <a:pt x="0" y="49"/>
                  <a:pt x="0" y="49"/>
                </a:cubicBezTo>
                <a:cubicBezTo>
                  <a:pt x="9" y="40"/>
                  <a:pt x="19" y="32"/>
                  <a:pt x="31" y="26"/>
                </a:cubicBezTo>
                <a:cubicBezTo>
                  <a:pt x="47" y="18"/>
                  <a:pt x="64" y="14"/>
                  <a:pt x="82" y="14"/>
                </a:cubicBezTo>
                <a:cubicBezTo>
                  <a:pt x="100" y="14"/>
                  <a:pt x="117" y="18"/>
                  <a:pt x="133" y="26"/>
                </a:cubicBezTo>
                <a:cubicBezTo>
                  <a:pt x="145" y="32"/>
                  <a:pt x="155" y="40"/>
                  <a:pt x="164" y="49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56" y="25"/>
                  <a:pt x="147" y="19"/>
                  <a:pt x="138" y="14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65" name="Group 78">
            <a:extLst>
              <a:ext uri="{FF2B5EF4-FFF2-40B4-BE49-F238E27FC236}">
                <a16:creationId xmlns:a16="http://schemas.microsoft.com/office/drawing/2014/main" id="{635206F1-29D3-2B43-8C4F-3CC566655C7E}"/>
              </a:ext>
            </a:extLst>
          </p:cNvPr>
          <p:cNvGrpSpPr/>
          <p:nvPr/>
        </p:nvGrpSpPr>
        <p:grpSpPr>
          <a:xfrm>
            <a:off x="5397779" y="1497215"/>
            <a:ext cx="476181" cy="655485"/>
            <a:chOff x="3291055" y="1604118"/>
            <a:chExt cx="552452" cy="760475"/>
          </a:xfrm>
          <a:solidFill>
            <a:srgbClr val="42929D"/>
          </a:solidFill>
        </p:grpSpPr>
        <p:sp>
          <p:nvSpPr>
            <p:cNvPr id="166" name="Freeform 5">
              <a:extLst>
                <a:ext uri="{FF2B5EF4-FFF2-40B4-BE49-F238E27FC236}">
                  <a16:creationId xmlns:a16="http://schemas.microsoft.com/office/drawing/2014/main" id="{864FE0DE-573E-3745-B5A4-B19BA8D1E7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1055" y="1604118"/>
              <a:ext cx="552452" cy="760475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3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36" y="0"/>
                </a:cxn>
                <a:cxn ang="0">
                  <a:pos x="27" y="9"/>
                </a:cxn>
                <a:cxn ang="0">
                  <a:pos x="28" y="13"/>
                </a:cxn>
                <a:cxn ang="0">
                  <a:pos x="22" y="13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5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5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1" y="9"/>
                </a:cxn>
                <a:cxn ang="0">
                  <a:pos x="36" y="3"/>
                </a:cxn>
                <a:cxn ang="0">
                  <a:pos x="41" y="9"/>
                </a:cxn>
                <a:cxn ang="0">
                  <a:pos x="39" y="13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66" y="91"/>
                </a:cxn>
                <a:cxn ang="0">
                  <a:pos x="61" y="95"/>
                </a:cxn>
                <a:cxn ang="0">
                  <a:pos x="11" y="95"/>
                </a:cxn>
                <a:cxn ang="0">
                  <a:pos x="7" y="91"/>
                </a:cxn>
                <a:cxn ang="0">
                  <a:pos x="7" y="31"/>
                </a:cxn>
                <a:cxn ang="0">
                  <a:pos x="11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6" y="31"/>
                </a:cxn>
                <a:cxn ang="0">
                  <a:pos x="66" y="91"/>
                </a:cxn>
                <a:cxn ang="0">
                  <a:pos x="66" y="91"/>
                </a:cxn>
                <a:cxn ang="0">
                  <a:pos x="66" y="91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5"/>
                    <a:pt x="53" y="13"/>
                    <a:pt x="51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1"/>
                    <a:pt x="44" y="10"/>
                    <a:pt x="44" y="9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31" y="0"/>
                    <a:pt x="27" y="4"/>
                    <a:pt x="27" y="9"/>
                  </a:cubicBezTo>
                  <a:cubicBezTo>
                    <a:pt x="27" y="10"/>
                    <a:pt x="27" y="11"/>
                    <a:pt x="28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7" y="15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3"/>
                    <a:pt x="0" y="2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3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1" y="9"/>
                  </a:moveTo>
                  <a:cubicBezTo>
                    <a:pt x="31" y="6"/>
                    <a:pt x="33" y="3"/>
                    <a:pt x="36" y="3"/>
                  </a:cubicBezTo>
                  <a:cubicBezTo>
                    <a:pt x="38" y="3"/>
                    <a:pt x="41" y="6"/>
                    <a:pt x="41" y="9"/>
                  </a:cubicBezTo>
                  <a:cubicBezTo>
                    <a:pt x="41" y="10"/>
                    <a:pt x="40" y="12"/>
                    <a:pt x="39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2"/>
                    <a:pt x="31" y="10"/>
                    <a:pt x="31" y="9"/>
                  </a:cubicBezTo>
                  <a:close/>
                  <a:moveTo>
                    <a:pt x="66" y="91"/>
                  </a:moveTo>
                  <a:cubicBezTo>
                    <a:pt x="66" y="94"/>
                    <a:pt x="64" y="95"/>
                    <a:pt x="6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7" y="94"/>
                    <a:pt x="7" y="9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9" y="26"/>
                    <a:pt x="11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4" y="26"/>
                    <a:pt x="66" y="28"/>
                    <a:pt x="66" y="31"/>
                  </a:cubicBezTo>
                  <a:lnTo>
                    <a:pt x="66" y="91"/>
                  </a:lnTo>
                  <a:close/>
                  <a:moveTo>
                    <a:pt x="66" y="91"/>
                  </a:moveTo>
                  <a:cubicBezTo>
                    <a:pt x="66" y="91"/>
                    <a:pt x="66" y="91"/>
                    <a:pt x="66" y="9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7" name="Freeform 6">
              <a:extLst>
                <a:ext uri="{FF2B5EF4-FFF2-40B4-BE49-F238E27FC236}">
                  <a16:creationId xmlns:a16="http://schemas.microsoft.com/office/drawing/2014/main" id="{B50C89D7-2422-D94F-B043-811266F052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872387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8" name="Freeform 7">
              <a:extLst>
                <a:ext uri="{FF2B5EF4-FFF2-40B4-BE49-F238E27FC236}">
                  <a16:creationId xmlns:a16="http://schemas.microsoft.com/office/drawing/2014/main" id="{250770DC-9418-0C47-8B02-CA4BD935F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1895122"/>
              <a:ext cx="211432" cy="443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24" y="6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6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6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69" name="Freeform 8">
              <a:extLst>
                <a:ext uri="{FF2B5EF4-FFF2-40B4-BE49-F238E27FC236}">
                  <a16:creationId xmlns:a16="http://schemas.microsoft.com/office/drawing/2014/main" id="{EA3EC95C-236C-BB42-B78B-945E6961A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999701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0" name="Freeform 9">
              <a:extLst>
                <a:ext uri="{FF2B5EF4-FFF2-40B4-BE49-F238E27FC236}">
                  <a16:creationId xmlns:a16="http://schemas.microsoft.com/office/drawing/2014/main" id="{CA98BE3F-7D4B-5241-9402-8DCD65C8B5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021299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1" name="Freeform 10">
              <a:extLst>
                <a:ext uri="{FF2B5EF4-FFF2-40B4-BE49-F238E27FC236}">
                  <a16:creationId xmlns:a16="http://schemas.microsoft.com/office/drawing/2014/main" id="{86781302-B8E9-DF43-A1C2-5F2EDE48DC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2133836"/>
              <a:ext cx="90939" cy="96622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0"/>
                    <a:pt x="9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lose/>
                  <a:moveTo>
                    <a:pt x="12" y="7"/>
                  </a:moveTo>
                  <a:cubicBezTo>
                    <a:pt x="12" y="7"/>
                    <a:pt x="12" y="7"/>
                    <a:pt x="12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2" name="Freeform 11">
              <a:extLst>
                <a:ext uri="{FF2B5EF4-FFF2-40B4-BE49-F238E27FC236}">
                  <a16:creationId xmlns:a16="http://schemas.microsoft.com/office/drawing/2014/main" id="{6C80C9DE-940B-4D42-B0B3-A60CAE8E3C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156571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3" name="Group 79">
            <a:extLst>
              <a:ext uri="{FF2B5EF4-FFF2-40B4-BE49-F238E27FC236}">
                <a16:creationId xmlns:a16="http://schemas.microsoft.com/office/drawing/2014/main" id="{DC86434E-16EA-E149-95E2-18561D8D47C5}"/>
              </a:ext>
            </a:extLst>
          </p:cNvPr>
          <p:cNvGrpSpPr/>
          <p:nvPr/>
        </p:nvGrpSpPr>
        <p:grpSpPr>
          <a:xfrm>
            <a:off x="4537627" y="1525661"/>
            <a:ext cx="609411" cy="627039"/>
            <a:chOff x="1222376" y="1701801"/>
            <a:chExt cx="768350" cy="790576"/>
          </a:xfrm>
          <a:solidFill>
            <a:srgbClr val="42929D"/>
          </a:solidFill>
        </p:grpSpPr>
        <p:sp>
          <p:nvSpPr>
            <p:cNvPr id="174" name="Freeform 15">
              <a:extLst>
                <a:ext uri="{FF2B5EF4-FFF2-40B4-BE49-F238E27FC236}">
                  <a16:creationId xmlns:a16="http://schemas.microsoft.com/office/drawing/2014/main" id="{2D5F6526-74FE-3D4A-9BA6-AD605BE256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2376" y="1701801"/>
              <a:ext cx="419100" cy="688975"/>
            </a:xfrm>
            <a:custGeom>
              <a:avLst/>
              <a:gdLst/>
              <a:ahLst/>
              <a:cxnLst>
                <a:cxn ang="0">
                  <a:pos x="26" y="61"/>
                </a:cxn>
                <a:cxn ang="0">
                  <a:pos x="35" y="38"/>
                </a:cxn>
                <a:cxn ang="0">
                  <a:pos x="54" y="29"/>
                </a:cxn>
                <a:cxn ang="0">
                  <a:pos x="38" y="3"/>
                </a:cxn>
                <a:cxn ang="0">
                  <a:pos x="32" y="0"/>
                </a:cxn>
                <a:cxn ang="0">
                  <a:pos x="27" y="3"/>
                </a:cxn>
                <a:cxn ang="0">
                  <a:pos x="0" y="56"/>
                </a:cxn>
                <a:cxn ang="0">
                  <a:pos x="32" y="89"/>
                </a:cxn>
                <a:cxn ang="0">
                  <a:pos x="40" y="87"/>
                </a:cxn>
                <a:cxn ang="0">
                  <a:pos x="35" y="83"/>
                </a:cxn>
                <a:cxn ang="0">
                  <a:pos x="26" y="61"/>
                </a:cxn>
                <a:cxn ang="0">
                  <a:pos x="21" y="74"/>
                </a:cxn>
                <a:cxn ang="0">
                  <a:pos x="18" y="76"/>
                </a:cxn>
                <a:cxn ang="0">
                  <a:pos x="15" y="75"/>
                </a:cxn>
                <a:cxn ang="0">
                  <a:pos x="7" y="48"/>
                </a:cxn>
                <a:cxn ang="0">
                  <a:pos x="12" y="45"/>
                </a:cxn>
                <a:cxn ang="0">
                  <a:pos x="15" y="50"/>
                </a:cxn>
                <a:cxn ang="0">
                  <a:pos x="20" y="68"/>
                </a:cxn>
                <a:cxn ang="0">
                  <a:pos x="21" y="74"/>
                </a:cxn>
                <a:cxn ang="0">
                  <a:pos x="21" y="74"/>
                </a:cxn>
                <a:cxn ang="0">
                  <a:pos x="21" y="74"/>
                </a:cxn>
              </a:cxnLst>
              <a:rect l="0" t="0" r="r" b="b"/>
              <a:pathLst>
                <a:path w="54" h="89">
                  <a:moveTo>
                    <a:pt x="26" y="61"/>
                  </a:moveTo>
                  <a:cubicBezTo>
                    <a:pt x="26" y="52"/>
                    <a:pt x="29" y="44"/>
                    <a:pt x="35" y="38"/>
                  </a:cubicBezTo>
                  <a:cubicBezTo>
                    <a:pt x="40" y="33"/>
                    <a:pt x="47" y="30"/>
                    <a:pt x="54" y="29"/>
                  </a:cubicBezTo>
                  <a:cubicBezTo>
                    <a:pt x="49" y="19"/>
                    <a:pt x="42" y="9"/>
                    <a:pt x="38" y="3"/>
                  </a:cubicBezTo>
                  <a:cubicBezTo>
                    <a:pt x="36" y="1"/>
                    <a:pt x="34" y="0"/>
                    <a:pt x="32" y="0"/>
                  </a:cubicBezTo>
                  <a:cubicBezTo>
                    <a:pt x="30" y="0"/>
                    <a:pt x="28" y="1"/>
                    <a:pt x="27" y="3"/>
                  </a:cubicBezTo>
                  <a:cubicBezTo>
                    <a:pt x="18" y="16"/>
                    <a:pt x="0" y="43"/>
                    <a:pt x="0" y="56"/>
                  </a:cubicBezTo>
                  <a:cubicBezTo>
                    <a:pt x="0" y="74"/>
                    <a:pt x="14" y="89"/>
                    <a:pt x="32" y="89"/>
                  </a:cubicBezTo>
                  <a:cubicBezTo>
                    <a:pt x="35" y="89"/>
                    <a:pt x="38" y="88"/>
                    <a:pt x="40" y="87"/>
                  </a:cubicBezTo>
                  <a:cubicBezTo>
                    <a:pt x="39" y="86"/>
                    <a:pt x="37" y="85"/>
                    <a:pt x="35" y="83"/>
                  </a:cubicBezTo>
                  <a:cubicBezTo>
                    <a:pt x="29" y="77"/>
                    <a:pt x="26" y="69"/>
                    <a:pt x="26" y="61"/>
                  </a:cubicBezTo>
                  <a:close/>
                  <a:moveTo>
                    <a:pt x="21" y="74"/>
                  </a:moveTo>
                  <a:cubicBezTo>
                    <a:pt x="20" y="76"/>
                    <a:pt x="19" y="76"/>
                    <a:pt x="18" y="76"/>
                  </a:cubicBezTo>
                  <a:cubicBezTo>
                    <a:pt x="17" y="76"/>
                    <a:pt x="15" y="76"/>
                    <a:pt x="15" y="75"/>
                  </a:cubicBezTo>
                  <a:cubicBezTo>
                    <a:pt x="2" y="64"/>
                    <a:pt x="6" y="48"/>
                    <a:pt x="7" y="48"/>
                  </a:cubicBezTo>
                  <a:cubicBezTo>
                    <a:pt x="7" y="45"/>
                    <a:pt x="10" y="44"/>
                    <a:pt x="12" y="45"/>
                  </a:cubicBezTo>
                  <a:cubicBezTo>
                    <a:pt x="14" y="45"/>
                    <a:pt x="16" y="48"/>
                    <a:pt x="15" y="50"/>
                  </a:cubicBezTo>
                  <a:cubicBezTo>
                    <a:pt x="15" y="51"/>
                    <a:pt x="12" y="61"/>
                    <a:pt x="20" y="68"/>
                  </a:cubicBezTo>
                  <a:cubicBezTo>
                    <a:pt x="22" y="70"/>
                    <a:pt x="23" y="73"/>
                    <a:pt x="21" y="74"/>
                  </a:cubicBezTo>
                  <a:close/>
                  <a:moveTo>
                    <a:pt x="21" y="74"/>
                  </a:moveTo>
                  <a:cubicBezTo>
                    <a:pt x="21" y="74"/>
                    <a:pt x="21" y="74"/>
                    <a:pt x="21" y="7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96A6F8DB-4D4C-DE44-8F45-9A3DA149B5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814" y="2174876"/>
              <a:ext cx="133350" cy="123825"/>
            </a:xfrm>
            <a:custGeom>
              <a:avLst/>
              <a:gdLst/>
              <a:ahLst/>
              <a:cxnLst>
                <a:cxn ang="0">
                  <a:pos x="14" y="11"/>
                </a:cxn>
                <a:cxn ang="0">
                  <a:pos x="5" y="2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13" y="16"/>
                </a:cxn>
                <a:cxn ang="0">
                  <a:pos x="14" y="16"/>
                </a:cxn>
                <a:cxn ang="0">
                  <a:pos x="16" y="14"/>
                </a:cxn>
                <a:cxn ang="0">
                  <a:pos x="14" y="11"/>
                </a:cxn>
                <a:cxn ang="0">
                  <a:pos x="14" y="11"/>
                </a:cxn>
                <a:cxn ang="0">
                  <a:pos x="14" y="11"/>
                </a:cxn>
              </a:cxnLst>
              <a:rect l="0" t="0" r="r" b="b"/>
              <a:pathLst>
                <a:path w="17" h="16">
                  <a:moveTo>
                    <a:pt x="14" y="11"/>
                  </a:moveTo>
                  <a:cubicBezTo>
                    <a:pt x="7" y="9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3" y="14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7" y="12"/>
                    <a:pt x="16" y="11"/>
                    <a:pt x="14" y="11"/>
                  </a:cubicBezTo>
                  <a:close/>
                  <a:moveTo>
                    <a:pt x="14" y="11"/>
                  </a:moveTo>
                  <a:cubicBezTo>
                    <a:pt x="14" y="11"/>
                    <a:pt x="14" y="11"/>
                    <a:pt x="14" y="1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6" name="Freeform 17">
              <a:extLst>
                <a:ext uri="{FF2B5EF4-FFF2-40B4-BE49-F238E27FC236}">
                  <a16:creationId xmlns:a16="http://schemas.microsoft.com/office/drawing/2014/main" id="{B940A39A-E8B2-664D-A9B2-955BE4884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0026" y="1973264"/>
              <a:ext cx="520700" cy="519113"/>
            </a:xfrm>
            <a:custGeom>
              <a:avLst/>
              <a:gdLst/>
              <a:ahLst/>
              <a:cxnLst>
                <a:cxn ang="0">
                  <a:pos x="66" y="54"/>
                </a:cxn>
                <a:cxn ang="0">
                  <a:pos x="55" y="44"/>
                </a:cxn>
                <a:cxn ang="0">
                  <a:pos x="50" y="44"/>
                </a:cxn>
                <a:cxn ang="0">
                  <a:pos x="47" y="41"/>
                </a:cxn>
                <a:cxn ang="0">
                  <a:pos x="44" y="7"/>
                </a:cxn>
                <a:cxn ang="0">
                  <a:pos x="26" y="0"/>
                </a:cxn>
                <a:cxn ang="0">
                  <a:pos x="7" y="7"/>
                </a:cxn>
                <a:cxn ang="0">
                  <a:pos x="0" y="26"/>
                </a:cxn>
                <a:cxn ang="0">
                  <a:pos x="7" y="44"/>
                </a:cxn>
                <a:cxn ang="0">
                  <a:pos x="26" y="52"/>
                </a:cxn>
                <a:cxn ang="0">
                  <a:pos x="41" y="47"/>
                </a:cxn>
                <a:cxn ang="0">
                  <a:pos x="44" y="50"/>
                </a:cxn>
                <a:cxn ang="0">
                  <a:pos x="44" y="55"/>
                </a:cxn>
                <a:cxn ang="0">
                  <a:pos x="54" y="66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67" y="57"/>
                </a:cxn>
                <a:cxn ang="0">
                  <a:pos x="66" y="54"/>
                </a:cxn>
                <a:cxn ang="0">
                  <a:pos x="39" y="39"/>
                </a:cxn>
                <a:cxn ang="0">
                  <a:pos x="26" y="44"/>
                </a:cxn>
                <a:cxn ang="0">
                  <a:pos x="13" y="39"/>
                </a:cxn>
                <a:cxn ang="0">
                  <a:pos x="8" y="26"/>
                </a:cxn>
                <a:cxn ang="0">
                  <a:pos x="10" y="17"/>
                </a:cxn>
                <a:cxn ang="0">
                  <a:pos x="13" y="13"/>
                </a:cxn>
                <a:cxn ang="0">
                  <a:pos x="14" y="13"/>
                </a:cxn>
                <a:cxn ang="0">
                  <a:pos x="26" y="8"/>
                </a:cxn>
                <a:cxn ang="0">
                  <a:pos x="39" y="13"/>
                </a:cxn>
                <a:cxn ang="0">
                  <a:pos x="40" y="15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39" y="39"/>
                </a:cxn>
              </a:cxnLst>
              <a:rect l="0" t="0" r="r" b="b"/>
              <a:pathLst>
                <a:path w="67" h="67">
                  <a:moveTo>
                    <a:pt x="66" y="54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54" y="42"/>
                    <a:pt x="51" y="42"/>
                    <a:pt x="50" y="44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54" y="31"/>
                    <a:pt x="53" y="17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2" y="2"/>
                    <a:pt x="7" y="7"/>
                  </a:cubicBezTo>
                  <a:cubicBezTo>
                    <a:pt x="2" y="12"/>
                    <a:pt x="0" y="19"/>
                    <a:pt x="0" y="26"/>
                  </a:cubicBezTo>
                  <a:cubicBezTo>
                    <a:pt x="0" y="33"/>
                    <a:pt x="2" y="39"/>
                    <a:pt x="7" y="44"/>
                  </a:cubicBezTo>
                  <a:cubicBezTo>
                    <a:pt x="12" y="49"/>
                    <a:pt x="19" y="52"/>
                    <a:pt x="26" y="52"/>
                  </a:cubicBezTo>
                  <a:cubicBezTo>
                    <a:pt x="31" y="52"/>
                    <a:pt x="37" y="50"/>
                    <a:pt x="41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2" y="51"/>
                    <a:pt x="42" y="54"/>
                    <a:pt x="44" y="55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6" y="67"/>
                    <a:pt x="59" y="67"/>
                    <a:pt x="60" y="66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7" y="59"/>
                    <a:pt x="67" y="57"/>
                  </a:cubicBezTo>
                  <a:cubicBezTo>
                    <a:pt x="67" y="56"/>
                    <a:pt x="66" y="55"/>
                    <a:pt x="66" y="54"/>
                  </a:cubicBezTo>
                  <a:close/>
                  <a:moveTo>
                    <a:pt x="39" y="39"/>
                  </a:moveTo>
                  <a:cubicBezTo>
                    <a:pt x="35" y="42"/>
                    <a:pt x="31" y="44"/>
                    <a:pt x="26" y="44"/>
                  </a:cubicBezTo>
                  <a:cubicBezTo>
                    <a:pt x="21" y="44"/>
                    <a:pt x="16" y="42"/>
                    <a:pt x="13" y="39"/>
                  </a:cubicBezTo>
                  <a:cubicBezTo>
                    <a:pt x="10" y="35"/>
                    <a:pt x="8" y="31"/>
                    <a:pt x="8" y="26"/>
                  </a:cubicBezTo>
                  <a:cubicBezTo>
                    <a:pt x="8" y="23"/>
                    <a:pt x="8" y="20"/>
                    <a:pt x="10" y="17"/>
                  </a:cubicBezTo>
                  <a:cubicBezTo>
                    <a:pt x="11" y="16"/>
                    <a:pt x="12" y="14"/>
                    <a:pt x="13" y="13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7" y="9"/>
                    <a:pt x="21" y="8"/>
                    <a:pt x="26" y="8"/>
                  </a:cubicBezTo>
                  <a:cubicBezTo>
                    <a:pt x="31" y="8"/>
                    <a:pt x="35" y="10"/>
                    <a:pt x="39" y="13"/>
                  </a:cubicBezTo>
                  <a:cubicBezTo>
                    <a:pt x="39" y="14"/>
                    <a:pt x="40" y="14"/>
                    <a:pt x="40" y="15"/>
                  </a:cubicBezTo>
                  <a:cubicBezTo>
                    <a:pt x="45" y="22"/>
                    <a:pt x="45" y="32"/>
                    <a:pt x="39" y="39"/>
                  </a:cubicBezTo>
                  <a:close/>
                  <a:moveTo>
                    <a:pt x="39" y="39"/>
                  </a:moveTo>
                  <a:cubicBezTo>
                    <a:pt x="39" y="39"/>
                    <a:pt x="39" y="39"/>
                    <a:pt x="39" y="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7" name="Freeform 18">
              <a:extLst>
                <a:ext uri="{FF2B5EF4-FFF2-40B4-BE49-F238E27FC236}">
                  <a16:creationId xmlns:a16="http://schemas.microsoft.com/office/drawing/2014/main" id="{31C25F0F-68F8-1044-8275-83555629E6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5751" y="2112964"/>
              <a:ext cx="39688" cy="46038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6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8" name="Group 72">
            <a:extLst>
              <a:ext uri="{FF2B5EF4-FFF2-40B4-BE49-F238E27FC236}">
                <a16:creationId xmlns:a16="http://schemas.microsoft.com/office/drawing/2014/main" id="{65B20092-D3EA-5042-B7D7-910B5AC893BF}"/>
              </a:ext>
            </a:extLst>
          </p:cNvPr>
          <p:cNvGrpSpPr/>
          <p:nvPr/>
        </p:nvGrpSpPr>
        <p:grpSpPr>
          <a:xfrm>
            <a:off x="7092357" y="1355848"/>
            <a:ext cx="832349" cy="796852"/>
            <a:chOff x="5105401" y="1701801"/>
            <a:chExt cx="873880" cy="836612"/>
          </a:xfrm>
          <a:solidFill>
            <a:srgbClr val="42929D"/>
          </a:solidFill>
        </p:grpSpPr>
        <p:sp>
          <p:nvSpPr>
            <p:cNvPr id="179" name="Freeform 22">
              <a:extLst>
                <a:ext uri="{FF2B5EF4-FFF2-40B4-BE49-F238E27FC236}">
                  <a16:creationId xmlns:a16="http://schemas.microsoft.com/office/drawing/2014/main" id="{0656840F-666F-0644-956A-6DBED7D862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5401" y="1701801"/>
              <a:ext cx="873880" cy="836612"/>
            </a:xfrm>
            <a:custGeom>
              <a:avLst/>
              <a:gdLst/>
              <a:ahLst/>
              <a:cxnLst>
                <a:cxn ang="0">
                  <a:pos x="174" y="144"/>
                </a:cxn>
                <a:cxn ang="0">
                  <a:pos x="230" y="95"/>
                </a:cxn>
                <a:cxn ang="0">
                  <a:pos x="318" y="39"/>
                </a:cxn>
                <a:cxn ang="0">
                  <a:pos x="224" y="91"/>
                </a:cxn>
                <a:cxn ang="0">
                  <a:pos x="174" y="141"/>
                </a:cxn>
                <a:cxn ang="0">
                  <a:pos x="221" y="88"/>
                </a:cxn>
                <a:cxn ang="0">
                  <a:pos x="281" y="76"/>
                </a:cxn>
                <a:cxn ang="0">
                  <a:pos x="223" y="75"/>
                </a:cxn>
                <a:cxn ang="0">
                  <a:pos x="174" y="137"/>
                </a:cxn>
                <a:cxn ang="0">
                  <a:pos x="185" y="96"/>
                </a:cxn>
                <a:cxn ang="0">
                  <a:pos x="165" y="78"/>
                </a:cxn>
                <a:cxn ang="0">
                  <a:pos x="145" y="96"/>
                </a:cxn>
                <a:cxn ang="0">
                  <a:pos x="157" y="137"/>
                </a:cxn>
                <a:cxn ang="0">
                  <a:pos x="108" y="75"/>
                </a:cxn>
                <a:cxn ang="0">
                  <a:pos x="50" y="76"/>
                </a:cxn>
                <a:cxn ang="0">
                  <a:pos x="110" y="88"/>
                </a:cxn>
                <a:cxn ang="0">
                  <a:pos x="157" y="141"/>
                </a:cxn>
                <a:cxn ang="0">
                  <a:pos x="106" y="91"/>
                </a:cxn>
                <a:cxn ang="0">
                  <a:pos x="13" y="39"/>
                </a:cxn>
                <a:cxn ang="0">
                  <a:pos x="101" y="95"/>
                </a:cxn>
                <a:cxn ang="0">
                  <a:pos x="157" y="144"/>
                </a:cxn>
                <a:cxn ang="0">
                  <a:pos x="23" y="87"/>
                </a:cxn>
                <a:cxn ang="0">
                  <a:pos x="38" y="113"/>
                </a:cxn>
                <a:cxn ang="0">
                  <a:pos x="157" y="145"/>
                </a:cxn>
                <a:cxn ang="0">
                  <a:pos x="156" y="193"/>
                </a:cxn>
                <a:cxn ang="0">
                  <a:pos x="151" y="160"/>
                </a:cxn>
                <a:cxn ang="0">
                  <a:pos x="143" y="147"/>
                </a:cxn>
                <a:cxn ang="0">
                  <a:pos x="143" y="197"/>
                </a:cxn>
                <a:cxn ang="0">
                  <a:pos x="144" y="232"/>
                </a:cxn>
                <a:cxn ang="0">
                  <a:pos x="145" y="260"/>
                </a:cxn>
                <a:cxn ang="0">
                  <a:pos x="152" y="289"/>
                </a:cxn>
                <a:cxn ang="0">
                  <a:pos x="157" y="290"/>
                </a:cxn>
                <a:cxn ang="0">
                  <a:pos x="157" y="298"/>
                </a:cxn>
                <a:cxn ang="0">
                  <a:pos x="163" y="316"/>
                </a:cxn>
                <a:cxn ang="0">
                  <a:pos x="169" y="314"/>
                </a:cxn>
                <a:cxn ang="0">
                  <a:pos x="174" y="297"/>
                </a:cxn>
                <a:cxn ang="0">
                  <a:pos x="175" y="290"/>
                </a:cxn>
                <a:cxn ang="0">
                  <a:pos x="190" y="271"/>
                </a:cxn>
                <a:cxn ang="0">
                  <a:pos x="195" y="244"/>
                </a:cxn>
                <a:cxn ang="0">
                  <a:pos x="199" y="210"/>
                </a:cxn>
                <a:cxn ang="0">
                  <a:pos x="202" y="158"/>
                </a:cxn>
                <a:cxn ang="0">
                  <a:pos x="175" y="155"/>
                </a:cxn>
                <a:cxn ang="0">
                  <a:pos x="191" y="163"/>
                </a:cxn>
                <a:cxn ang="0">
                  <a:pos x="174" y="193"/>
                </a:cxn>
                <a:cxn ang="0">
                  <a:pos x="234" y="109"/>
                </a:cxn>
                <a:cxn ang="0">
                  <a:pos x="306" y="90"/>
                </a:cxn>
                <a:cxn ang="0">
                  <a:pos x="232" y="102"/>
                </a:cxn>
                <a:cxn ang="0">
                  <a:pos x="153" y="271"/>
                </a:cxn>
                <a:cxn ang="0">
                  <a:pos x="157" y="277"/>
                </a:cxn>
                <a:cxn ang="0">
                  <a:pos x="148" y="245"/>
                </a:cxn>
                <a:cxn ang="0">
                  <a:pos x="157" y="254"/>
                </a:cxn>
                <a:cxn ang="0">
                  <a:pos x="143" y="212"/>
                </a:cxn>
                <a:cxn ang="0">
                  <a:pos x="157" y="227"/>
                </a:cxn>
                <a:cxn ang="0">
                  <a:pos x="174" y="266"/>
                </a:cxn>
                <a:cxn ang="0">
                  <a:pos x="174" y="277"/>
                </a:cxn>
                <a:cxn ang="0">
                  <a:pos x="174" y="238"/>
                </a:cxn>
                <a:cxn ang="0">
                  <a:pos x="174" y="254"/>
                </a:cxn>
                <a:cxn ang="0">
                  <a:pos x="174" y="227"/>
                </a:cxn>
                <a:cxn ang="0">
                  <a:pos x="188" y="212"/>
                </a:cxn>
                <a:cxn ang="0">
                  <a:pos x="188" y="212"/>
                </a:cxn>
              </a:cxnLst>
              <a:rect l="0" t="0" r="r" b="b"/>
              <a:pathLst>
                <a:path w="330" h="316">
                  <a:moveTo>
                    <a:pt x="232" y="102"/>
                  </a:moveTo>
                  <a:cubicBezTo>
                    <a:pt x="207" y="132"/>
                    <a:pt x="185" y="142"/>
                    <a:pt x="174" y="144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209" y="131"/>
                    <a:pt x="230" y="95"/>
                    <a:pt x="230" y="95"/>
                  </a:cubicBezTo>
                  <a:cubicBezTo>
                    <a:pt x="254" y="104"/>
                    <a:pt x="277" y="99"/>
                    <a:pt x="277" y="99"/>
                  </a:cubicBezTo>
                  <a:cubicBezTo>
                    <a:pt x="319" y="88"/>
                    <a:pt x="318" y="39"/>
                    <a:pt x="318" y="39"/>
                  </a:cubicBezTo>
                  <a:cubicBezTo>
                    <a:pt x="299" y="99"/>
                    <a:pt x="233" y="89"/>
                    <a:pt x="229" y="88"/>
                  </a:cubicBezTo>
                  <a:cubicBezTo>
                    <a:pt x="225" y="87"/>
                    <a:pt x="224" y="91"/>
                    <a:pt x="224" y="91"/>
                  </a:cubicBezTo>
                  <a:cubicBezTo>
                    <a:pt x="222" y="95"/>
                    <a:pt x="222" y="95"/>
                    <a:pt x="222" y="95"/>
                  </a:cubicBezTo>
                  <a:cubicBezTo>
                    <a:pt x="207" y="125"/>
                    <a:pt x="186" y="136"/>
                    <a:pt x="174" y="141"/>
                  </a:cubicBezTo>
                  <a:cubicBezTo>
                    <a:pt x="174" y="138"/>
                    <a:pt x="174" y="138"/>
                    <a:pt x="174" y="138"/>
                  </a:cubicBezTo>
                  <a:cubicBezTo>
                    <a:pt x="203" y="125"/>
                    <a:pt x="219" y="92"/>
                    <a:pt x="221" y="88"/>
                  </a:cubicBezTo>
                  <a:cubicBezTo>
                    <a:pt x="223" y="83"/>
                    <a:pt x="225" y="84"/>
                    <a:pt x="225" y="84"/>
                  </a:cubicBezTo>
                  <a:cubicBezTo>
                    <a:pt x="260" y="87"/>
                    <a:pt x="281" y="76"/>
                    <a:pt x="281" y="76"/>
                  </a:cubicBezTo>
                  <a:cubicBezTo>
                    <a:pt x="330" y="51"/>
                    <a:pt x="305" y="0"/>
                    <a:pt x="305" y="0"/>
                  </a:cubicBezTo>
                  <a:cubicBezTo>
                    <a:pt x="306" y="70"/>
                    <a:pt x="229" y="74"/>
                    <a:pt x="223" y="75"/>
                  </a:cubicBezTo>
                  <a:cubicBezTo>
                    <a:pt x="216" y="76"/>
                    <a:pt x="215" y="83"/>
                    <a:pt x="215" y="83"/>
                  </a:cubicBezTo>
                  <a:cubicBezTo>
                    <a:pt x="206" y="115"/>
                    <a:pt x="186" y="130"/>
                    <a:pt x="174" y="137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81" y="110"/>
                    <a:pt x="185" y="104"/>
                    <a:pt x="185" y="96"/>
                  </a:cubicBezTo>
                  <a:cubicBezTo>
                    <a:pt x="185" y="85"/>
                    <a:pt x="17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55" y="78"/>
                    <a:pt x="145" y="85"/>
                    <a:pt x="145" y="96"/>
                  </a:cubicBezTo>
                  <a:cubicBezTo>
                    <a:pt x="145" y="104"/>
                    <a:pt x="150" y="110"/>
                    <a:pt x="157" y="113"/>
                  </a:cubicBezTo>
                  <a:cubicBezTo>
                    <a:pt x="157" y="137"/>
                    <a:pt x="157" y="137"/>
                    <a:pt x="157" y="137"/>
                  </a:cubicBezTo>
                  <a:cubicBezTo>
                    <a:pt x="145" y="130"/>
                    <a:pt x="125" y="115"/>
                    <a:pt x="115" y="83"/>
                  </a:cubicBezTo>
                  <a:cubicBezTo>
                    <a:pt x="115" y="83"/>
                    <a:pt x="114" y="76"/>
                    <a:pt x="108" y="75"/>
                  </a:cubicBezTo>
                  <a:cubicBezTo>
                    <a:pt x="101" y="74"/>
                    <a:pt x="24" y="70"/>
                    <a:pt x="26" y="0"/>
                  </a:cubicBezTo>
                  <a:cubicBezTo>
                    <a:pt x="26" y="0"/>
                    <a:pt x="0" y="51"/>
                    <a:pt x="50" y="76"/>
                  </a:cubicBezTo>
                  <a:cubicBezTo>
                    <a:pt x="50" y="76"/>
                    <a:pt x="71" y="87"/>
                    <a:pt x="105" y="84"/>
                  </a:cubicBezTo>
                  <a:cubicBezTo>
                    <a:pt x="105" y="84"/>
                    <a:pt x="108" y="83"/>
                    <a:pt x="110" y="88"/>
                  </a:cubicBezTo>
                  <a:cubicBezTo>
                    <a:pt x="111" y="92"/>
                    <a:pt x="128" y="125"/>
                    <a:pt x="157" y="138"/>
                  </a:cubicBezTo>
                  <a:cubicBezTo>
                    <a:pt x="157" y="141"/>
                    <a:pt x="157" y="141"/>
                    <a:pt x="157" y="141"/>
                  </a:cubicBezTo>
                  <a:cubicBezTo>
                    <a:pt x="145" y="136"/>
                    <a:pt x="124" y="125"/>
                    <a:pt x="108" y="95"/>
                  </a:cubicBezTo>
                  <a:cubicBezTo>
                    <a:pt x="106" y="91"/>
                    <a:pt x="106" y="91"/>
                    <a:pt x="106" y="91"/>
                  </a:cubicBezTo>
                  <a:cubicBezTo>
                    <a:pt x="106" y="91"/>
                    <a:pt x="105" y="87"/>
                    <a:pt x="101" y="88"/>
                  </a:cubicBezTo>
                  <a:cubicBezTo>
                    <a:pt x="97" y="89"/>
                    <a:pt x="32" y="99"/>
                    <a:pt x="13" y="39"/>
                  </a:cubicBezTo>
                  <a:cubicBezTo>
                    <a:pt x="13" y="39"/>
                    <a:pt x="12" y="88"/>
                    <a:pt x="54" y="99"/>
                  </a:cubicBezTo>
                  <a:cubicBezTo>
                    <a:pt x="54" y="99"/>
                    <a:pt x="77" y="104"/>
                    <a:pt x="101" y="95"/>
                  </a:cubicBezTo>
                  <a:cubicBezTo>
                    <a:pt x="101" y="95"/>
                    <a:pt x="122" y="131"/>
                    <a:pt x="157" y="141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46" y="142"/>
                    <a:pt x="124" y="132"/>
                    <a:pt x="99" y="102"/>
                  </a:cubicBezTo>
                  <a:cubicBezTo>
                    <a:pt x="99" y="102"/>
                    <a:pt x="53" y="118"/>
                    <a:pt x="23" y="87"/>
                  </a:cubicBezTo>
                  <a:cubicBezTo>
                    <a:pt x="23" y="88"/>
                    <a:pt x="24" y="89"/>
                    <a:pt x="24" y="90"/>
                  </a:cubicBezTo>
                  <a:cubicBezTo>
                    <a:pt x="28" y="98"/>
                    <a:pt x="33" y="105"/>
                    <a:pt x="38" y="113"/>
                  </a:cubicBezTo>
                  <a:cubicBezTo>
                    <a:pt x="51" y="121"/>
                    <a:pt x="70" y="124"/>
                    <a:pt x="96" y="109"/>
                  </a:cubicBezTo>
                  <a:cubicBezTo>
                    <a:pt x="96" y="109"/>
                    <a:pt x="132" y="141"/>
                    <a:pt x="157" y="145"/>
                  </a:cubicBezTo>
                  <a:cubicBezTo>
                    <a:pt x="157" y="193"/>
                    <a:pt x="157" y="193"/>
                    <a:pt x="157" y="193"/>
                  </a:cubicBezTo>
                  <a:cubicBezTo>
                    <a:pt x="156" y="193"/>
                    <a:pt x="156" y="193"/>
                    <a:pt x="156" y="193"/>
                  </a:cubicBezTo>
                  <a:cubicBezTo>
                    <a:pt x="136" y="171"/>
                    <a:pt x="139" y="164"/>
                    <a:pt x="139" y="163"/>
                  </a:cubicBezTo>
                  <a:cubicBezTo>
                    <a:pt x="141" y="161"/>
                    <a:pt x="147" y="160"/>
                    <a:pt x="151" y="160"/>
                  </a:cubicBezTo>
                  <a:cubicBezTo>
                    <a:pt x="154" y="161"/>
                    <a:pt x="155" y="158"/>
                    <a:pt x="156" y="155"/>
                  </a:cubicBezTo>
                  <a:cubicBezTo>
                    <a:pt x="156" y="152"/>
                    <a:pt x="146" y="148"/>
                    <a:pt x="143" y="147"/>
                  </a:cubicBezTo>
                  <a:cubicBezTo>
                    <a:pt x="141" y="147"/>
                    <a:pt x="134" y="147"/>
                    <a:pt x="129" y="158"/>
                  </a:cubicBezTo>
                  <a:cubicBezTo>
                    <a:pt x="124" y="167"/>
                    <a:pt x="129" y="179"/>
                    <a:pt x="143" y="197"/>
                  </a:cubicBezTo>
                  <a:cubicBezTo>
                    <a:pt x="138" y="199"/>
                    <a:pt x="133" y="203"/>
                    <a:pt x="131" y="210"/>
                  </a:cubicBezTo>
                  <a:cubicBezTo>
                    <a:pt x="130" y="217"/>
                    <a:pt x="134" y="224"/>
                    <a:pt x="144" y="232"/>
                  </a:cubicBezTo>
                  <a:cubicBezTo>
                    <a:pt x="140" y="235"/>
                    <a:pt x="137" y="239"/>
                    <a:pt x="136" y="244"/>
                  </a:cubicBezTo>
                  <a:cubicBezTo>
                    <a:pt x="135" y="249"/>
                    <a:pt x="139" y="255"/>
                    <a:pt x="145" y="260"/>
                  </a:cubicBezTo>
                  <a:cubicBezTo>
                    <a:pt x="143" y="263"/>
                    <a:pt x="141" y="266"/>
                    <a:pt x="141" y="271"/>
                  </a:cubicBezTo>
                  <a:cubicBezTo>
                    <a:pt x="140" y="277"/>
                    <a:pt x="144" y="283"/>
                    <a:pt x="152" y="289"/>
                  </a:cubicBezTo>
                  <a:cubicBezTo>
                    <a:pt x="153" y="290"/>
                    <a:pt x="154" y="290"/>
                    <a:pt x="156" y="290"/>
                  </a:cubicBezTo>
                  <a:cubicBezTo>
                    <a:pt x="156" y="290"/>
                    <a:pt x="156" y="290"/>
                    <a:pt x="157" y="290"/>
                  </a:cubicBezTo>
                  <a:cubicBezTo>
                    <a:pt x="157" y="297"/>
                    <a:pt x="157" y="297"/>
                    <a:pt x="157" y="297"/>
                  </a:cubicBezTo>
                  <a:cubicBezTo>
                    <a:pt x="157" y="298"/>
                    <a:pt x="157" y="298"/>
                    <a:pt x="157" y="298"/>
                  </a:cubicBezTo>
                  <a:cubicBezTo>
                    <a:pt x="161" y="314"/>
                    <a:pt x="161" y="314"/>
                    <a:pt x="161" y="314"/>
                  </a:cubicBezTo>
                  <a:cubicBezTo>
                    <a:pt x="161" y="315"/>
                    <a:pt x="162" y="316"/>
                    <a:pt x="163" y="316"/>
                  </a:cubicBezTo>
                  <a:cubicBezTo>
                    <a:pt x="167" y="316"/>
                    <a:pt x="167" y="316"/>
                    <a:pt x="167" y="316"/>
                  </a:cubicBezTo>
                  <a:cubicBezTo>
                    <a:pt x="168" y="316"/>
                    <a:pt x="169" y="315"/>
                    <a:pt x="169" y="314"/>
                  </a:cubicBezTo>
                  <a:cubicBezTo>
                    <a:pt x="174" y="298"/>
                    <a:pt x="174" y="298"/>
                    <a:pt x="174" y="298"/>
                  </a:cubicBezTo>
                  <a:cubicBezTo>
                    <a:pt x="174" y="298"/>
                    <a:pt x="174" y="298"/>
                    <a:pt x="174" y="297"/>
                  </a:cubicBezTo>
                  <a:cubicBezTo>
                    <a:pt x="174" y="290"/>
                    <a:pt x="174" y="290"/>
                    <a:pt x="174" y="290"/>
                  </a:cubicBezTo>
                  <a:cubicBezTo>
                    <a:pt x="174" y="290"/>
                    <a:pt x="175" y="290"/>
                    <a:pt x="175" y="290"/>
                  </a:cubicBezTo>
                  <a:cubicBezTo>
                    <a:pt x="176" y="290"/>
                    <a:pt x="177" y="290"/>
                    <a:pt x="178" y="289"/>
                  </a:cubicBezTo>
                  <a:cubicBezTo>
                    <a:pt x="186" y="283"/>
                    <a:pt x="190" y="277"/>
                    <a:pt x="190" y="271"/>
                  </a:cubicBezTo>
                  <a:cubicBezTo>
                    <a:pt x="190" y="266"/>
                    <a:pt x="188" y="263"/>
                    <a:pt x="185" y="260"/>
                  </a:cubicBezTo>
                  <a:cubicBezTo>
                    <a:pt x="192" y="255"/>
                    <a:pt x="195" y="249"/>
                    <a:pt x="195" y="244"/>
                  </a:cubicBezTo>
                  <a:cubicBezTo>
                    <a:pt x="194" y="239"/>
                    <a:pt x="191" y="235"/>
                    <a:pt x="187" y="232"/>
                  </a:cubicBezTo>
                  <a:cubicBezTo>
                    <a:pt x="197" y="224"/>
                    <a:pt x="201" y="217"/>
                    <a:pt x="199" y="210"/>
                  </a:cubicBezTo>
                  <a:cubicBezTo>
                    <a:pt x="198" y="203"/>
                    <a:pt x="193" y="199"/>
                    <a:pt x="187" y="197"/>
                  </a:cubicBezTo>
                  <a:cubicBezTo>
                    <a:pt x="202" y="179"/>
                    <a:pt x="207" y="167"/>
                    <a:pt x="202" y="158"/>
                  </a:cubicBezTo>
                  <a:cubicBezTo>
                    <a:pt x="196" y="147"/>
                    <a:pt x="189" y="147"/>
                    <a:pt x="188" y="147"/>
                  </a:cubicBezTo>
                  <a:cubicBezTo>
                    <a:pt x="184" y="148"/>
                    <a:pt x="175" y="152"/>
                    <a:pt x="175" y="155"/>
                  </a:cubicBezTo>
                  <a:cubicBezTo>
                    <a:pt x="175" y="158"/>
                    <a:pt x="177" y="161"/>
                    <a:pt x="180" y="160"/>
                  </a:cubicBezTo>
                  <a:cubicBezTo>
                    <a:pt x="183" y="160"/>
                    <a:pt x="190" y="161"/>
                    <a:pt x="191" y="163"/>
                  </a:cubicBezTo>
                  <a:cubicBezTo>
                    <a:pt x="192" y="164"/>
                    <a:pt x="194" y="171"/>
                    <a:pt x="175" y="193"/>
                  </a:cubicBezTo>
                  <a:cubicBezTo>
                    <a:pt x="175" y="193"/>
                    <a:pt x="174" y="193"/>
                    <a:pt x="174" y="193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99" y="141"/>
                    <a:pt x="234" y="109"/>
                    <a:pt x="234" y="109"/>
                  </a:cubicBezTo>
                  <a:cubicBezTo>
                    <a:pt x="261" y="124"/>
                    <a:pt x="280" y="121"/>
                    <a:pt x="293" y="113"/>
                  </a:cubicBezTo>
                  <a:cubicBezTo>
                    <a:pt x="298" y="105"/>
                    <a:pt x="302" y="98"/>
                    <a:pt x="306" y="90"/>
                  </a:cubicBezTo>
                  <a:cubicBezTo>
                    <a:pt x="307" y="89"/>
                    <a:pt x="307" y="88"/>
                    <a:pt x="308" y="87"/>
                  </a:cubicBezTo>
                  <a:cubicBezTo>
                    <a:pt x="278" y="118"/>
                    <a:pt x="232" y="102"/>
                    <a:pt x="232" y="102"/>
                  </a:cubicBezTo>
                  <a:close/>
                  <a:moveTo>
                    <a:pt x="157" y="277"/>
                  </a:moveTo>
                  <a:cubicBezTo>
                    <a:pt x="154" y="275"/>
                    <a:pt x="152" y="273"/>
                    <a:pt x="153" y="271"/>
                  </a:cubicBezTo>
                  <a:cubicBezTo>
                    <a:pt x="153" y="269"/>
                    <a:pt x="156" y="267"/>
                    <a:pt x="157" y="266"/>
                  </a:cubicBezTo>
                  <a:lnTo>
                    <a:pt x="157" y="277"/>
                  </a:lnTo>
                  <a:close/>
                  <a:moveTo>
                    <a:pt x="157" y="254"/>
                  </a:moveTo>
                  <a:cubicBezTo>
                    <a:pt x="149" y="249"/>
                    <a:pt x="148" y="246"/>
                    <a:pt x="148" y="245"/>
                  </a:cubicBezTo>
                  <a:cubicBezTo>
                    <a:pt x="148" y="243"/>
                    <a:pt x="153" y="240"/>
                    <a:pt x="157" y="238"/>
                  </a:cubicBezTo>
                  <a:lnTo>
                    <a:pt x="157" y="254"/>
                  </a:lnTo>
                  <a:close/>
                  <a:moveTo>
                    <a:pt x="157" y="227"/>
                  </a:moveTo>
                  <a:cubicBezTo>
                    <a:pt x="143" y="217"/>
                    <a:pt x="143" y="213"/>
                    <a:pt x="143" y="212"/>
                  </a:cubicBezTo>
                  <a:cubicBezTo>
                    <a:pt x="144" y="207"/>
                    <a:pt x="156" y="205"/>
                    <a:pt x="157" y="205"/>
                  </a:cubicBezTo>
                  <a:lnTo>
                    <a:pt x="157" y="227"/>
                  </a:lnTo>
                  <a:close/>
                  <a:moveTo>
                    <a:pt x="174" y="277"/>
                  </a:moveTo>
                  <a:cubicBezTo>
                    <a:pt x="174" y="266"/>
                    <a:pt x="174" y="266"/>
                    <a:pt x="174" y="266"/>
                  </a:cubicBezTo>
                  <a:cubicBezTo>
                    <a:pt x="175" y="267"/>
                    <a:pt x="178" y="269"/>
                    <a:pt x="178" y="271"/>
                  </a:cubicBezTo>
                  <a:cubicBezTo>
                    <a:pt x="178" y="273"/>
                    <a:pt x="177" y="275"/>
                    <a:pt x="174" y="277"/>
                  </a:cubicBezTo>
                  <a:close/>
                  <a:moveTo>
                    <a:pt x="174" y="254"/>
                  </a:moveTo>
                  <a:cubicBezTo>
                    <a:pt x="174" y="238"/>
                    <a:pt x="174" y="238"/>
                    <a:pt x="174" y="238"/>
                  </a:cubicBezTo>
                  <a:cubicBezTo>
                    <a:pt x="178" y="240"/>
                    <a:pt x="183" y="243"/>
                    <a:pt x="183" y="245"/>
                  </a:cubicBezTo>
                  <a:cubicBezTo>
                    <a:pt x="183" y="246"/>
                    <a:pt x="181" y="249"/>
                    <a:pt x="174" y="254"/>
                  </a:cubicBezTo>
                  <a:close/>
                  <a:moveTo>
                    <a:pt x="188" y="212"/>
                  </a:moveTo>
                  <a:cubicBezTo>
                    <a:pt x="188" y="213"/>
                    <a:pt x="188" y="217"/>
                    <a:pt x="174" y="227"/>
                  </a:cubicBezTo>
                  <a:cubicBezTo>
                    <a:pt x="174" y="205"/>
                    <a:pt x="174" y="205"/>
                    <a:pt x="174" y="205"/>
                  </a:cubicBezTo>
                  <a:cubicBezTo>
                    <a:pt x="175" y="205"/>
                    <a:pt x="187" y="207"/>
                    <a:pt x="188" y="212"/>
                  </a:cubicBezTo>
                  <a:close/>
                  <a:moveTo>
                    <a:pt x="188" y="212"/>
                  </a:moveTo>
                  <a:cubicBezTo>
                    <a:pt x="188" y="212"/>
                    <a:pt x="188" y="212"/>
                    <a:pt x="188" y="2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0" name="Freeform 23">
              <a:extLst>
                <a:ext uri="{FF2B5EF4-FFF2-40B4-BE49-F238E27FC236}">
                  <a16:creationId xmlns:a16="http://schemas.microsoft.com/office/drawing/2014/main" id="{318B3036-FF25-D549-8438-2536524998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52144" y="2080911"/>
              <a:ext cx="110520" cy="39839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42" y="6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42" h="15">
                  <a:moveTo>
                    <a:pt x="14" y="0"/>
                  </a:moveTo>
                  <a:cubicBezTo>
                    <a:pt x="14" y="0"/>
                    <a:pt x="13" y="11"/>
                    <a:pt x="0" y="14"/>
                  </a:cubicBezTo>
                  <a:cubicBezTo>
                    <a:pt x="0" y="14"/>
                    <a:pt x="23" y="15"/>
                    <a:pt x="42" y="6"/>
                  </a:cubicBezTo>
                  <a:lnTo>
                    <a:pt x="14" y="0"/>
                  </a:ln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1" name="Freeform 24">
              <a:extLst>
                <a:ext uri="{FF2B5EF4-FFF2-40B4-BE49-F238E27FC236}">
                  <a16:creationId xmlns:a16="http://schemas.microsoft.com/office/drawing/2014/main" id="{62E7F10B-0578-A54A-B3ED-B453F1389E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27487" y="2006374"/>
              <a:ext cx="259594" cy="77107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98" y="29"/>
                </a:cxn>
                <a:cxn ang="0">
                  <a:pos x="51" y="0"/>
                </a:cxn>
                <a:cxn ang="0">
                  <a:pos x="0" y="10"/>
                </a:cxn>
                <a:cxn ang="0">
                  <a:pos x="13" y="27"/>
                </a:cxn>
                <a:cxn ang="0">
                  <a:pos x="50" y="9"/>
                </a:cxn>
                <a:cxn ang="0">
                  <a:pos x="50" y="9"/>
                </a:cxn>
                <a:cxn ang="0">
                  <a:pos x="50" y="9"/>
                </a:cxn>
              </a:cxnLst>
              <a:rect l="0" t="0" r="r" b="b"/>
              <a:pathLst>
                <a:path w="98" h="29">
                  <a:moveTo>
                    <a:pt x="50" y="9"/>
                  </a:moveTo>
                  <a:cubicBezTo>
                    <a:pt x="50" y="9"/>
                    <a:pt x="89" y="28"/>
                    <a:pt x="98" y="29"/>
                  </a:cubicBezTo>
                  <a:cubicBezTo>
                    <a:pt x="98" y="29"/>
                    <a:pt x="68" y="16"/>
                    <a:pt x="51" y="0"/>
                  </a:cubicBezTo>
                  <a:cubicBezTo>
                    <a:pt x="51" y="0"/>
                    <a:pt x="26" y="16"/>
                    <a:pt x="0" y="10"/>
                  </a:cubicBezTo>
                  <a:cubicBezTo>
                    <a:pt x="4" y="16"/>
                    <a:pt x="9" y="22"/>
                    <a:pt x="13" y="27"/>
                  </a:cubicBezTo>
                  <a:cubicBezTo>
                    <a:pt x="24" y="28"/>
                    <a:pt x="36" y="24"/>
                    <a:pt x="50" y="9"/>
                  </a:cubicBezTo>
                  <a:close/>
                  <a:moveTo>
                    <a:pt x="50" y="9"/>
                  </a:moveTo>
                  <a:cubicBezTo>
                    <a:pt x="50" y="9"/>
                    <a:pt x="50" y="9"/>
                    <a:pt x="50" y="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2" name="Freeform 25">
              <a:extLst>
                <a:ext uri="{FF2B5EF4-FFF2-40B4-BE49-F238E27FC236}">
                  <a16:creationId xmlns:a16="http://schemas.microsoft.com/office/drawing/2014/main" id="{25492DC6-D198-5146-810A-67E11ADF98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2466" y="2043642"/>
              <a:ext cx="195338" cy="77107"/>
            </a:xfrm>
            <a:custGeom>
              <a:avLst/>
              <a:gdLst/>
              <a:ahLst/>
              <a:cxnLst>
                <a:cxn ang="0">
                  <a:pos x="39" y="8"/>
                </a:cxn>
                <a:cxn ang="0">
                  <a:pos x="74" y="16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5" y="23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39" y="8"/>
                </a:cxn>
              </a:cxnLst>
              <a:rect l="0" t="0" r="r" b="b"/>
              <a:pathLst>
                <a:path w="74" h="29">
                  <a:moveTo>
                    <a:pt x="39" y="8"/>
                  </a:moveTo>
                  <a:cubicBezTo>
                    <a:pt x="74" y="16"/>
                    <a:pt x="74" y="16"/>
                    <a:pt x="74" y="16"/>
                  </a:cubicBezTo>
                  <a:cubicBezTo>
                    <a:pt x="74" y="16"/>
                    <a:pt x="59" y="10"/>
                    <a:pt x="35" y="0"/>
                  </a:cubicBezTo>
                  <a:cubicBezTo>
                    <a:pt x="35" y="0"/>
                    <a:pt x="20" y="18"/>
                    <a:pt x="0" y="18"/>
                  </a:cubicBezTo>
                  <a:cubicBezTo>
                    <a:pt x="2" y="19"/>
                    <a:pt x="3" y="21"/>
                    <a:pt x="5" y="23"/>
                  </a:cubicBezTo>
                  <a:cubicBezTo>
                    <a:pt x="18" y="27"/>
                    <a:pt x="35" y="29"/>
                    <a:pt x="39" y="8"/>
                  </a:cubicBezTo>
                  <a:close/>
                  <a:moveTo>
                    <a:pt x="39" y="8"/>
                  </a:moveTo>
                  <a:cubicBezTo>
                    <a:pt x="39" y="8"/>
                    <a:pt x="39" y="8"/>
                    <a:pt x="3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3" name="Freeform 26">
              <a:extLst>
                <a:ext uri="{FF2B5EF4-FFF2-40B4-BE49-F238E27FC236}">
                  <a16:creationId xmlns:a16="http://schemas.microsoft.com/office/drawing/2014/main" id="{F6DEC65D-5DC2-7546-A665-D8ED5421FD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4589" y="2080911"/>
              <a:ext cx="110520" cy="39839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6"/>
                </a:cxn>
                <a:cxn ang="0">
                  <a:pos x="42" y="14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42" h="15">
                  <a:moveTo>
                    <a:pt x="28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9" y="15"/>
                    <a:pt x="42" y="14"/>
                    <a:pt x="42" y="14"/>
                  </a:cubicBezTo>
                  <a:cubicBezTo>
                    <a:pt x="29" y="11"/>
                    <a:pt x="28" y="0"/>
                    <a:pt x="28" y="0"/>
                  </a:cubicBezTo>
                  <a:close/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4" name="Freeform 27">
              <a:extLst>
                <a:ext uri="{FF2B5EF4-FFF2-40B4-BE49-F238E27FC236}">
                  <a16:creationId xmlns:a16="http://schemas.microsoft.com/office/drawing/2014/main" id="{022DE6B1-7D2C-EA43-AF0D-025BE6137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00171" y="2006374"/>
              <a:ext cx="259594" cy="77107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0" y="29"/>
                </a:cxn>
                <a:cxn ang="0">
                  <a:pos x="48" y="9"/>
                </a:cxn>
                <a:cxn ang="0">
                  <a:pos x="85" y="27"/>
                </a:cxn>
                <a:cxn ang="0">
                  <a:pos x="98" y="1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0" t="0" r="r" b="b"/>
              <a:pathLst>
                <a:path w="98" h="29">
                  <a:moveTo>
                    <a:pt x="47" y="0"/>
                  </a:moveTo>
                  <a:cubicBezTo>
                    <a:pt x="30" y="16"/>
                    <a:pt x="0" y="29"/>
                    <a:pt x="0" y="29"/>
                  </a:cubicBezTo>
                  <a:cubicBezTo>
                    <a:pt x="9" y="28"/>
                    <a:pt x="48" y="9"/>
                    <a:pt x="48" y="9"/>
                  </a:cubicBezTo>
                  <a:cubicBezTo>
                    <a:pt x="61" y="24"/>
                    <a:pt x="74" y="28"/>
                    <a:pt x="85" y="27"/>
                  </a:cubicBezTo>
                  <a:cubicBezTo>
                    <a:pt x="89" y="22"/>
                    <a:pt x="94" y="16"/>
                    <a:pt x="98" y="10"/>
                  </a:cubicBezTo>
                  <a:cubicBezTo>
                    <a:pt x="72" y="16"/>
                    <a:pt x="47" y="0"/>
                    <a:pt x="47" y="0"/>
                  </a:cubicBezTo>
                  <a:close/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5" name="Freeform 28">
              <a:extLst>
                <a:ext uri="{FF2B5EF4-FFF2-40B4-BE49-F238E27FC236}">
                  <a16:creationId xmlns:a16="http://schemas.microsoft.com/office/drawing/2014/main" id="{C2A5E782-057A-A14B-808E-56CB032744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448" y="2043642"/>
              <a:ext cx="195338" cy="77107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0" y="16"/>
                </a:cxn>
                <a:cxn ang="0">
                  <a:pos x="35" y="8"/>
                </a:cxn>
                <a:cxn ang="0">
                  <a:pos x="69" y="23"/>
                </a:cxn>
                <a:cxn ang="0">
                  <a:pos x="74" y="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39" y="0"/>
                </a:cxn>
              </a:cxnLst>
              <a:rect l="0" t="0" r="r" b="b"/>
              <a:pathLst>
                <a:path w="74" h="29">
                  <a:moveTo>
                    <a:pt x="39" y="0"/>
                  </a:moveTo>
                  <a:cubicBezTo>
                    <a:pt x="14" y="10"/>
                    <a:pt x="0" y="16"/>
                    <a:pt x="0" y="16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8" y="29"/>
                    <a:pt x="56" y="27"/>
                    <a:pt x="69" y="23"/>
                  </a:cubicBezTo>
                  <a:cubicBezTo>
                    <a:pt x="71" y="21"/>
                    <a:pt x="72" y="19"/>
                    <a:pt x="74" y="18"/>
                  </a:cubicBezTo>
                  <a:cubicBezTo>
                    <a:pt x="54" y="18"/>
                    <a:pt x="39" y="0"/>
                    <a:pt x="39" y="0"/>
                  </a:cubicBezTo>
                  <a:close/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86" name="Group 74">
            <a:extLst>
              <a:ext uri="{FF2B5EF4-FFF2-40B4-BE49-F238E27FC236}">
                <a16:creationId xmlns:a16="http://schemas.microsoft.com/office/drawing/2014/main" id="{67335DE7-FAF3-7946-A4A2-7ADD925B6EFA}"/>
              </a:ext>
            </a:extLst>
          </p:cNvPr>
          <p:cNvGrpSpPr/>
          <p:nvPr/>
        </p:nvGrpSpPr>
        <p:grpSpPr>
          <a:xfrm>
            <a:off x="6124701" y="1559976"/>
            <a:ext cx="716915" cy="592724"/>
            <a:chOff x="7309384" y="1676401"/>
            <a:chExt cx="752687" cy="622300"/>
          </a:xfrm>
          <a:solidFill>
            <a:srgbClr val="42929D"/>
          </a:solidFill>
        </p:grpSpPr>
        <p:sp>
          <p:nvSpPr>
            <p:cNvPr id="187" name="Freeform 32">
              <a:extLst>
                <a:ext uri="{FF2B5EF4-FFF2-40B4-BE49-F238E27FC236}">
                  <a16:creationId xmlns:a16="http://schemas.microsoft.com/office/drawing/2014/main" id="{51CE42D3-F3FB-BD49-87E3-CFCFB97840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9384" y="1834050"/>
              <a:ext cx="361527" cy="464651"/>
            </a:xfrm>
            <a:custGeom>
              <a:avLst/>
              <a:gdLst/>
              <a:ahLst/>
              <a:cxnLst>
                <a:cxn ang="0">
                  <a:pos x="151" y="136"/>
                </a:cxn>
                <a:cxn ang="0">
                  <a:pos x="97" y="122"/>
                </a:cxn>
                <a:cxn ang="0">
                  <a:pos x="91" y="119"/>
                </a:cxn>
                <a:cxn ang="0">
                  <a:pos x="84" y="113"/>
                </a:cxn>
                <a:cxn ang="0">
                  <a:pos x="75" y="103"/>
                </a:cxn>
                <a:cxn ang="0">
                  <a:pos x="35" y="71"/>
                </a:cxn>
                <a:cxn ang="0">
                  <a:pos x="24" y="80"/>
                </a:cxn>
                <a:cxn ang="0">
                  <a:pos x="47" y="112"/>
                </a:cxn>
                <a:cxn ang="0">
                  <a:pos x="55" y="121"/>
                </a:cxn>
                <a:cxn ang="0">
                  <a:pos x="62" y="129"/>
                </a:cxn>
                <a:cxn ang="0">
                  <a:pos x="46" y="117"/>
                </a:cxn>
                <a:cxn ang="0">
                  <a:pos x="42" y="112"/>
                </a:cxn>
                <a:cxn ang="0">
                  <a:pos x="38" y="105"/>
                </a:cxn>
                <a:cxn ang="0">
                  <a:pos x="33" y="98"/>
                </a:cxn>
                <a:cxn ang="0">
                  <a:pos x="25" y="88"/>
                </a:cxn>
                <a:cxn ang="0">
                  <a:pos x="21" y="83"/>
                </a:cxn>
                <a:cxn ang="0">
                  <a:pos x="28" y="66"/>
                </a:cxn>
                <a:cxn ang="0">
                  <a:pos x="24" y="29"/>
                </a:cxn>
                <a:cxn ang="0">
                  <a:pos x="13" y="1"/>
                </a:cxn>
                <a:cxn ang="0">
                  <a:pos x="8" y="2"/>
                </a:cxn>
                <a:cxn ang="0">
                  <a:pos x="4" y="21"/>
                </a:cxn>
                <a:cxn ang="0">
                  <a:pos x="1" y="74"/>
                </a:cxn>
                <a:cxn ang="0">
                  <a:pos x="38" y="155"/>
                </a:cxn>
                <a:cxn ang="0">
                  <a:pos x="108" y="200"/>
                </a:cxn>
                <a:cxn ang="0">
                  <a:pos x="122" y="223"/>
                </a:cxn>
                <a:cxn ang="0">
                  <a:pos x="122" y="248"/>
                </a:cxn>
                <a:cxn ang="0">
                  <a:pos x="190" y="248"/>
                </a:cxn>
                <a:cxn ang="0">
                  <a:pos x="190" y="225"/>
                </a:cxn>
                <a:cxn ang="0">
                  <a:pos x="191" y="212"/>
                </a:cxn>
                <a:cxn ang="0">
                  <a:pos x="191" y="194"/>
                </a:cxn>
                <a:cxn ang="0">
                  <a:pos x="151" y="136"/>
                </a:cxn>
                <a:cxn ang="0">
                  <a:pos x="151" y="136"/>
                </a:cxn>
                <a:cxn ang="0">
                  <a:pos x="151" y="136"/>
                </a:cxn>
              </a:cxnLst>
              <a:rect l="0" t="0" r="r" b="b"/>
              <a:pathLst>
                <a:path w="193" h="248">
                  <a:moveTo>
                    <a:pt x="151" y="136"/>
                  </a:moveTo>
                  <a:cubicBezTo>
                    <a:pt x="149" y="135"/>
                    <a:pt x="135" y="124"/>
                    <a:pt x="97" y="122"/>
                  </a:cubicBezTo>
                  <a:cubicBezTo>
                    <a:pt x="95" y="121"/>
                    <a:pt x="93" y="120"/>
                    <a:pt x="91" y="119"/>
                  </a:cubicBezTo>
                  <a:cubicBezTo>
                    <a:pt x="88" y="117"/>
                    <a:pt x="86" y="115"/>
                    <a:pt x="84" y="113"/>
                  </a:cubicBezTo>
                  <a:cubicBezTo>
                    <a:pt x="81" y="110"/>
                    <a:pt x="78" y="107"/>
                    <a:pt x="75" y="103"/>
                  </a:cubicBezTo>
                  <a:cubicBezTo>
                    <a:pt x="56" y="77"/>
                    <a:pt x="38" y="72"/>
                    <a:pt x="35" y="71"/>
                  </a:cubicBezTo>
                  <a:cubicBezTo>
                    <a:pt x="32" y="69"/>
                    <a:pt x="18" y="71"/>
                    <a:pt x="24" y="80"/>
                  </a:cubicBezTo>
                  <a:cubicBezTo>
                    <a:pt x="25" y="80"/>
                    <a:pt x="46" y="110"/>
                    <a:pt x="47" y="112"/>
                  </a:cubicBezTo>
                  <a:cubicBezTo>
                    <a:pt x="50" y="116"/>
                    <a:pt x="52" y="118"/>
                    <a:pt x="55" y="121"/>
                  </a:cubicBezTo>
                  <a:cubicBezTo>
                    <a:pt x="57" y="124"/>
                    <a:pt x="60" y="126"/>
                    <a:pt x="62" y="129"/>
                  </a:cubicBezTo>
                  <a:cubicBezTo>
                    <a:pt x="62" y="129"/>
                    <a:pt x="49" y="121"/>
                    <a:pt x="46" y="117"/>
                  </a:cubicBezTo>
                  <a:cubicBezTo>
                    <a:pt x="44" y="116"/>
                    <a:pt x="43" y="113"/>
                    <a:pt x="42" y="112"/>
                  </a:cubicBezTo>
                  <a:cubicBezTo>
                    <a:pt x="41" y="109"/>
                    <a:pt x="40" y="107"/>
                    <a:pt x="38" y="105"/>
                  </a:cubicBezTo>
                  <a:cubicBezTo>
                    <a:pt x="36" y="103"/>
                    <a:pt x="35" y="100"/>
                    <a:pt x="33" y="98"/>
                  </a:cubicBezTo>
                  <a:cubicBezTo>
                    <a:pt x="30" y="95"/>
                    <a:pt x="28" y="91"/>
                    <a:pt x="25" y="88"/>
                  </a:cubicBezTo>
                  <a:cubicBezTo>
                    <a:pt x="24" y="86"/>
                    <a:pt x="22" y="85"/>
                    <a:pt x="21" y="83"/>
                  </a:cubicBezTo>
                  <a:cubicBezTo>
                    <a:pt x="14" y="72"/>
                    <a:pt x="21" y="67"/>
                    <a:pt x="28" y="66"/>
                  </a:cubicBezTo>
                  <a:cubicBezTo>
                    <a:pt x="28" y="65"/>
                    <a:pt x="25" y="34"/>
                    <a:pt x="24" y="29"/>
                  </a:cubicBezTo>
                  <a:cubicBezTo>
                    <a:pt x="23" y="15"/>
                    <a:pt x="21" y="4"/>
                    <a:pt x="13" y="1"/>
                  </a:cubicBezTo>
                  <a:cubicBezTo>
                    <a:pt x="11" y="0"/>
                    <a:pt x="9" y="0"/>
                    <a:pt x="8" y="2"/>
                  </a:cubicBezTo>
                  <a:cubicBezTo>
                    <a:pt x="6" y="4"/>
                    <a:pt x="4" y="15"/>
                    <a:pt x="4" y="21"/>
                  </a:cubicBezTo>
                  <a:cubicBezTo>
                    <a:pt x="4" y="21"/>
                    <a:pt x="0" y="57"/>
                    <a:pt x="1" y="74"/>
                  </a:cubicBezTo>
                  <a:cubicBezTo>
                    <a:pt x="2" y="83"/>
                    <a:pt x="30" y="145"/>
                    <a:pt x="38" y="155"/>
                  </a:cubicBezTo>
                  <a:cubicBezTo>
                    <a:pt x="46" y="164"/>
                    <a:pt x="108" y="200"/>
                    <a:pt x="108" y="200"/>
                  </a:cubicBezTo>
                  <a:cubicBezTo>
                    <a:pt x="111" y="202"/>
                    <a:pt x="122" y="211"/>
                    <a:pt x="122" y="223"/>
                  </a:cubicBezTo>
                  <a:cubicBezTo>
                    <a:pt x="122" y="248"/>
                    <a:pt x="122" y="248"/>
                    <a:pt x="122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25"/>
                    <a:pt x="190" y="225"/>
                    <a:pt x="190" y="225"/>
                  </a:cubicBezTo>
                  <a:cubicBezTo>
                    <a:pt x="190" y="221"/>
                    <a:pt x="191" y="216"/>
                    <a:pt x="191" y="212"/>
                  </a:cubicBezTo>
                  <a:cubicBezTo>
                    <a:pt x="193" y="207"/>
                    <a:pt x="192" y="198"/>
                    <a:pt x="191" y="194"/>
                  </a:cubicBezTo>
                  <a:cubicBezTo>
                    <a:pt x="183" y="159"/>
                    <a:pt x="154" y="138"/>
                    <a:pt x="151" y="136"/>
                  </a:cubicBezTo>
                  <a:close/>
                  <a:moveTo>
                    <a:pt x="151" y="136"/>
                  </a:moveTo>
                  <a:cubicBezTo>
                    <a:pt x="151" y="136"/>
                    <a:pt x="151" y="136"/>
                    <a:pt x="151" y="1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8" name="Freeform 33">
              <a:extLst>
                <a:ext uri="{FF2B5EF4-FFF2-40B4-BE49-F238E27FC236}">
                  <a16:creationId xmlns:a16="http://schemas.microsoft.com/office/drawing/2014/main" id="{777B496F-A6B9-4845-B73F-DB8129D57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00544" y="1834050"/>
              <a:ext cx="361527" cy="464651"/>
            </a:xfrm>
            <a:custGeom>
              <a:avLst/>
              <a:gdLst/>
              <a:ahLst/>
              <a:cxnLst>
                <a:cxn ang="0">
                  <a:pos x="189" y="21"/>
                </a:cxn>
                <a:cxn ang="0">
                  <a:pos x="186" y="2"/>
                </a:cxn>
                <a:cxn ang="0">
                  <a:pos x="180" y="1"/>
                </a:cxn>
                <a:cxn ang="0">
                  <a:pos x="169" y="29"/>
                </a:cxn>
                <a:cxn ang="0">
                  <a:pos x="165" y="66"/>
                </a:cxn>
                <a:cxn ang="0">
                  <a:pos x="173" y="83"/>
                </a:cxn>
                <a:cxn ang="0">
                  <a:pos x="168" y="88"/>
                </a:cxn>
                <a:cxn ang="0">
                  <a:pos x="161" y="98"/>
                </a:cxn>
                <a:cxn ang="0">
                  <a:pos x="155" y="105"/>
                </a:cxn>
                <a:cxn ang="0">
                  <a:pos x="151" y="112"/>
                </a:cxn>
                <a:cxn ang="0">
                  <a:pos x="148" y="117"/>
                </a:cxn>
                <a:cxn ang="0">
                  <a:pos x="131" y="129"/>
                </a:cxn>
                <a:cxn ang="0">
                  <a:pos x="138" y="121"/>
                </a:cxn>
                <a:cxn ang="0">
                  <a:pos x="146" y="112"/>
                </a:cxn>
                <a:cxn ang="0">
                  <a:pos x="169" y="80"/>
                </a:cxn>
                <a:cxn ang="0">
                  <a:pos x="158" y="71"/>
                </a:cxn>
                <a:cxn ang="0">
                  <a:pos x="118" y="103"/>
                </a:cxn>
                <a:cxn ang="0">
                  <a:pos x="109" y="113"/>
                </a:cxn>
                <a:cxn ang="0">
                  <a:pos x="102" y="119"/>
                </a:cxn>
                <a:cxn ang="0">
                  <a:pos x="96" y="122"/>
                </a:cxn>
                <a:cxn ang="0">
                  <a:pos x="42" y="136"/>
                </a:cxn>
                <a:cxn ang="0">
                  <a:pos x="2" y="194"/>
                </a:cxn>
                <a:cxn ang="0">
                  <a:pos x="2" y="212"/>
                </a:cxn>
                <a:cxn ang="0">
                  <a:pos x="3" y="225"/>
                </a:cxn>
                <a:cxn ang="0">
                  <a:pos x="3" y="248"/>
                </a:cxn>
                <a:cxn ang="0">
                  <a:pos x="71" y="248"/>
                </a:cxn>
                <a:cxn ang="0">
                  <a:pos x="71" y="223"/>
                </a:cxn>
                <a:cxn ang="0">
                  <a:pos x="85" y="200"/>
                </a:cxn>
                <a:cxn ang="0">
                  <a:pos x="156" y="155"/>
                </a:cxn>
                <a:cxn ang="0">
                  <a:pos x="192" y="74"/>
                </a:cxn>
                <a:cxn ang="0">
                  <a:pos x="189" y="21"/>
                </a:cxn>
                <a:cxn ang="0">
                  <a:pos x="189" y="21"/>
                </a:cxn>
                <a:cxn ang="0">
                  <a:pos x="189" y="21"/>
                </a:cxn>
              </a:cxnLst>
              <a:rect l="0" t="0" r="r" b="b"/>
              <a:pathLst>
                <a:path w="193" h="248">
                  <a:moveTo>
                    <a:pt x="189" y="21"/>
                  </a:moveTo>
                  <a:cubicBezTo>
                    <a:pt x="189" y="15"/>
                    <a:pt x="188" y="4"/>
                    <a:pt x="186" y="2"/>
                  </a:cubicBezTo>
                  <a:cubicBezTo>
                    <a:pt x="184" y="0"/>
                    <a:pt x="183" y="0"/>
                    <a:pt x="180" y="1"/>
                  </a:cubicBezTo>
                  <a:cubicBezTo>
                    <a:pt x="172" y="4"/>
                    <a:pt x="170" y="15"/>
                    <a:pt x="169" y="29"/>
                  </a:cubicBezTo>
                  <a:cubicBezTo>
                    <a:pt x="168" y="34"/>
                    <a:pt x="165" y="65"/>
                    <a:pt x="165" y="66"/>
                  </a:cubicBezTo>
                  <a:cubicBezTo>
                    <a:pt x="172" y="67"/>
                    <a:pt x="179" y="72"/>
                    <a:pt x="173" y="83"/>
                  </a:cubicBezTo>
                  <a:cubicBezTo>
                    <a:pt x="171" y="85"/>
                    <a:pt x="170" y="86"/>
                    <a:pt x="168" y="88"/>
                  </a:cubicBezTo>
                  <a:cubicBezTo>
                    <a:pt x="165" y="91"/>
                    <a:pt x="163" y="95"/>
                    <a:pt x="161" y="98"/>
                  </a:cubicBezTo>
                  <a:cubicBezTo>
                    <a:pt x="159" y="100"/>
                    <a:pt x="157" y="103"/>
                    <a:pt x="155" y="105"/>
                  </a:cubicBezTo>
                  <a:cubicBezTo>
                    <a:pt x="154" y="107"/>
                    <a:pt x="152" y="109"/>
                    <a:pt x="151" y="112"/>
                  </a:cubicBezTo>
                  <a:cubicBezTo>
                    <a:pt x="150" y="113"/>
                    <a:pt x="149" y="116"/>
                    <a:pt x="148" y="117"/>
                  </a:cubicBezTo>
                  <a:cubicBezTo>
                    <a:pt x="144" y="121"/>
                    <a:pt x="131" y="129"/>
                    <a:pt x="131" y="129"/>
                  </a:cubicBezTo>
                  <a:cubicBezTo>
                    <a:pt x="133" y="126"/>
                    <a:pt x="136" y="124"/>
                    <a:pt x="138" y="121"/>
                  </a:cubicBezTo>
                  <a:cubicBezTo>
                    <a:pt x="141" y="118"/>
                    <a:pt x="144" y="116"/>
                    <a:pt x="146" y="112"/>
                  </a:cubicBezTo>
                  <a:cubicBezTo>
                    <a:pt x="147" y="110"/>
                    <a:pt x="168" y="80"/>
                    <a:pt x="169" y="80"/>
                  </a:cubicBezTo>
                  <a:cubicBezTo>
                    <a:pt x="175" y="71"/>
                    <a:pt x="162" y="69"/>
                    <a:pt x="158" y="71"/>
                  </a:cubicBezTo>
                  <a:cubicBezTo>
                    <a:pt x="155" y="72"/>
                    <a:pt x="137" y="77"/>
                    <a:pt x="118" y="103"/>
                  </a:cubicBezTo>
                  <a:cubicBezTo>
                    <a:pt x="115" y="107"/>
                    <a:pt x="112" y="110"/>
                    <a:pt x="109" y="113"/>
                  </a:cubicBezTo>
                  <a:cubicBezTo>
                    <a:pt x="107" y="115"/>
                    <a:pt x="105" y="117"/>
                    <a:pt x="102" y="119"/>
                  </a:cubicBezTo>
                  <a:cubicBezTo>
                    <a:pt x="100" y="120"/>
                    <a:pt x="98" y="121"/>
                    <a:pt x="96" y="122"/>
                  </a:cubicBezTo>
                  <a:cubicBezTo>
                    <a:pt x="58" y="124"/>
                    <a:pt x="44" y="135"/>
                    <a:pt x="42" y="136"/>
                  </a:cubicBezTo>
                  <a:cubicBezTo>
                    <a:pt x="39" y="138"/>
                    <a:pt x="10" y="159"/>
                    <a:pt x="2" y="194"/>
                  </a:cubicBezTo>
                  <a:cubicBezTo>
                    <a:pt x="1" y="198"/>
                    <a:pt x="0" y="207"/>
                    <a:pt x="2" y="212"/>
                  </a:cubicBezTo>
                  <a:cubicBezTo>
                    <a:pt x="2" y="216"/>
                    <a:pt x="3" y="221"/>
                    <a:pt x="3" y="225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71" y="248"/>
                    <a:pt x="71" y="248"/>
                    <a:pt x="71" y="248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11"/>
                    <a:pt x="83" y="202"/>
                    <a:pt x="85" y="200"/>
                  </a:cubicBezTo>
                  <a:cubicBezTo>
                    <a:pt x="85" y="200"/>
                    <a:pt x="148" y="164"/>
                    <a:pt x="156" y="155"/>
                  </a:cubicBezTo>
                  <a:cubicBezTo>
                    <a:pt x="164" y="145"/>
                    <a:pt x="192" y="83"/>
                    <a:pt x="192" y="74"/>
                  </a:cubicBezTo>
                  <a:cubicBezTo>
                    <a:pt x="193" y="57"/>
                    <a:pt x="189" y="21"/>
                    <a:pt x="189" y="21"/>
                  </a:cubicBezTo>
                  <a:close/>
                  <a:moveTo>
                    <a:pt x="189" y="21"/>
                  </a:moveTo>
                  <a:cubicBezTo>
                    <a:pt x="189" y="21"/>
                    <a:pt x="189" y="21"/>
                    <a:pt x="189" y="2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9" name="Freeform 34">
              <a:extLst>
                <a:ext uri="{FF2B5EF4-FFF2-40B4-BE49-F238E27FC236}">
                  <a16:creationId xmlns:a16="http://schemas.microsoft.com/office/drawing/2014/main" id="{C96C2CD6-7F2A-2342-958C-A8460DF04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7551" y="1676401"/>
              <a:ext cx="456354" cy="403013"/>
            </a:xfrm>
            <a:custGeom>
              <a:avLst/>
              <a:gdLst/>
              <a:ahLst/>
              <a:cxnLst>
                <a:cxn ang="0">
                  <a:pos x="163" y="185"/>
                </a:cxn>
                <a:cxn ang="0">
                  <a:pos x="240" y="84"/>
                </a:cxn>
                <a:cxn ang="0">
                  <a:pos x="229" y="26"/>
                </a:cxn>
                <a:cxn ang="0">
                  <a:pos x="176" y="0"/>
                </a:cxn>
                <a:cxn ang="0">
                  <a:pos x="170" y="0"/>
                </a:cxn>
                <a:cxn ang="0">
                  <a:pos x="122" y="17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15" y="26"/>
                </a:cxn>
                <a:cxn ang="0">
                  <a:pos x="4" y="84"/>
                </a:cxn>
                <a:cxn ang="0">
                  <a:pos x="81" y="185"/>
                </a:cxn>
                <a:cxn ang="0">
                  <a:pos x="102" y="206"/>
                </a:cxn>
                <a:cxn ang="0">
                  <a:pos x="122" y="215"/>
                </a:cxn>
                <a:cxn ang="0">
                  <a:pos x="142" y="206"/>
                </a:cxn>
                <a:cxn ang="0">
                  <a:pos x="163" y="185"/>
                </a:cxn>
                <a:cxn ang="0">
                  <a:pos x="81" y="40"/>
                </a:cxn>
                <a:cxn ang="0">
                  <a:pos x="44" y="73"/>
                </a:cxn>
                <a:cxn ang="0">
                  <a:pos x="34" y="83"/>
                </a:cxn>
                <a:cxn ang="0">
                  <a:pos x="24" y="73"/>
                </a:cxn>
                <a:cxn ang="0">
                  <a:pos x="81" y="20"/>
                </a:cxn>
                <a:cxn ang="0">
                  <a:pos x="91" y="30"/>
                </a:cxn>
                <a:cxn ang="0">
                  <a:pos x="81" y="40"/>
                </a:cxn>
                <a:cxn ang="0">
                  <a:pos x="81" y="40"/>
                </a:cxn>
                <a:cxn ang="0">
                  <a:pos x="81" y="40"/>
                </a:cxn>
              </a:cxnLst>
              <a:rect l="0" t="0" r="r" b="b"/>
              <a:pathLst>
                <a:path w="244" h="215">
                  <a:moveTo>
                    <a:pt x="163" y="185"/>
                  </a:moveTo>
                  <a:cubicBezTo>
                    <a:pt x="195" y="155"/>
                    <a:pt x="235" y="118"/>
                    <a:pt x="240" y="84"/>
                  </a:cubicBezTo>
                  <a:cubicBezTo>
                    <a:pt x="244" y="61"/>
                    <a:pt x="240" y="41"/>
                    <a:pt x="229" y="26"/>
                  </a:cubicBezTo>
                  <a:cubicBezTo>
                    <a:pt x="218" y="11"/>
                    <a:pt x="201" y="3"/>
                    <a:pt x="176" y="0"/>
                  </a:cubicBezTo>
                  <a:cubicBezTo>
                    <a:pt x="174" y="0"/>
                    <a:pt x="172" y="0"/>
                    <a:pt x="170" y="0"/>
                  </a:cubicBezTo>
                  <a:cubicBezTo>
                    <a:pt x="153" y="0"/>
                    <a:pt x="135" y="6"/>
                    <a:pt x="122" y="17"/>
                  </a:cubicBezTo>
                  <a:cubicBezTo>
                    <a:pt x="109" y="6"/>
                    <a:pt x="92" y="0"/>
                    <a:pt x="74" y="0"/>
                  </a:cubicBezTo>
                  <a:cubicBezTo>
                    <a:pt x="72" y="0"/>
                    <a:pt x="70" y="0"/>
                    <a:pt x="68" y="0"/>
                  </a:cubicBezTo>
                  <a:cubicBezTo>
                    <a:pt x="44" y="3"/>
                    <a:pt x="26" y="11"/>
                    <a:pt x="15" y="26"/>
                  </a:cubicBezTo>
                  <a:cubicBezTo>
                    <a:pt x="4" y="41"/>
                    <a:pt x="0" y="61"/>
                    <a:pt x="4" y="84"/>
                  </a:cubicBezTo>
                  <a:cubicBezTo>
                    <a:pt x="9" y="118"/>
                    <a:pt x="49" y="155"/>
                    <a:pt x="81" y="185"/>
                  </a:cubicBezTo>
                  <a:cubicBezTo>
                    <a:pt x="81" y="185"/>
                    <a:pt x="97" y="201"/>
                    <a:pt x="102" y="206"/>
                  </a:cubicBezTo>
                  <a:cubicBezTo>
                    <a:pt x="106" y="209"/>
                    <a:pt x="114" y="215"/>
                    <a:pt x="122" y="215"/>
                  </a:cubicBezTo>
                  <a:cubicBezTo>
                    <a:pt x="131" y="215"/>
                    <a:pt x="138" y="209"/>
                    <a:pt x="142" y="206"/>
                  </a:cubicBezTo>
                  <a:cubicBezTo>
                    <a:pt x="147" y="201"/>
                    <a:pt x="163" y="185"/>
                    <a:pt x="163" y="185"/>
                  </a:cubicBezTo>
                  <a:close/>
                  <a:moveTo>
                    <a:pt x="81" y="40"/>
                  </a:moveTo>
                  <a:cubicBezTo>
                    <a:pt x="61" y="40"/>
                    <a:pt x="44" y="55"/>
                    <a:pt x="44" y="73"/>
                  </a:cubicBezTo>
                  <a:cubicBezTo>
                    <a:pt x="44" y="78"/>
                    <a:pt x="40" y="83"/>
                    <a:pt x="34" y="83"/>
                  </a:cubicBezTo>
                  <a:cubicBezTo>
                    <a:pt x="29" y="83"/>
                    <a:pt x="24" y="78"/>
                    <a:pt x="24" y="73"/>
                  </a:cubicBezTo>
                  <a:cubicBezTo>
                    <a:pt x="24" y="44"/>
                    <a:pt x="50" y="20"/>
                    <a:pt x="81" y="20"/>
                  </a:cubicBezTo>
                  <a:cubicBezTo>
                    <a:pt x="87" y="20"/>
                    <a:pt x="91" y="24"/>
                    <a:pt x="91" y="30"/>
                  </a:cubicBezTo>
                  <a:cubicBezTo>
                    <a:pt x="91" y="35"/>
                    <a:pt x="87" y="40"/>
                    <a:pt x="81" y="40"/>
                  </a:cubicBezTo>
                  <a:close/>
                  <a:moveTo>
                    <a:pt x="81" y="40"/>
                  </a:moveTo>
                  <a:cubicBezTo>
                    <a:pt x="81" y="40"/>
                    <a:pt x="81" y="40"/>
                    <a:pt x="81" y="4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90" name="Freeform 11">
            <a:extLst>
              <a:ext uri="{FF2B5EF4-FFF2-40B4-BE49-F238E27FC236}">
                <a16:creationId xmlns:a16="http://schemas.microsoft.com/office/drawing/2014/main" id="{1E279A62-101A-6D45-83FA-BFCB14676D95}"/>
              </a:ext>
            </a:extLst>
          </p:cNvPr>
          <p:cNvSpPr>
            <a:spLocks noEditPoints="1"/>
          </p:cNvSpPr>
          <p:nvPr/>
        </p:nvSpPr>
        <p:spPr bwMode="auto">
          <a:xfrm>
            <a:off x="3708363" y="4088433"/>
            <a:ext cx="699327" cy="643156"/>
          </a:xfrm>
          <a:custGeom>
            <a:avLst/>
            <a:gdLst/>
            <a:ahLst/>
            <a:cxnLst>
              <a:cxn ang="0">
                <a:pos x="102" y="42"/>
              </a:cxn>
              <a:cxn ang="0">
                <a:pos x="102" y="41"/>
              </a:cxn>
              <a:cxn ang="0">
                <a:pos x="102" y="41"/>
              </a:cxn>
              <a:cxn ang="0">
                <a:pos x="102" y="41"/>
              </a:cxn>
              <a:cxn ang="0">
                <a:pos x="86" y="35"/>
              </a:cxn>
              <a:cxn ang="0">
                <a:pos x="100" y="13"/>
              </a:cxn>
              <a:cxn ang="0">
                <a:pos x="99" y="4"/>
              </a:cxn>
              <a:cxn ang="0">
                <a:pos x="97" y="2"/>
              </a:cxn>
              <a:cxn ang="0">
                <a:pos x="88" y="3"/>
              </a:cxn>
              <a:cxn ang="0">
                <a:pos x="57" y="32"/>
              </a:cxn>
              <a:cxn ang="0">
                <a:pos x="51" y="32"/>
              </a:cxn>
              <a:cxn ang="0">
                <a:pos x="0" y="41"/>
              </a:cxn>
              <a:cxn ang="0">
                <a:pos x="0" y="41"/>
              </a:cxn>
              <a:cxn ang="0">
                <a:pos x="0" y="41"/>
              </a:cxn>
              <a:cxn ang="0">
                <a:pos x="0" y="42"/>
              </a:cxn>
              <a:cxn ang="0">
                <a:pos x="0" y="42"/>
              </a:cxn>
              <a:cxn ang="0">
                <a:pos x="0" y="42"/>
              </a:cxn>
              <a:cxn ang="0">
                <a:pos x="51" y="94"/>
              </a:cxn>
              <a:cxn ang="0">
                <a:pos x="102" y="42"/>
              </a:cxn>
              <a:cxn ang="0">
                <a:pos x="102" y="42"/>
              </a:cxn>
              <a:cxn ang="0">
                <a:pos x="102" y="42"/>
              </a:cxn>
              <a:cxn ang="0">
                <a:pos x="85" y="10"/>
              </a:cxn>
              <a:cxn ang="0">
                <a:pos x="88" y="13"/>
              </a:cxn>
              <a:cxn ang="0">
                <a:pos x="85" y="15"/>
              </a:cxn>
              <a:cxn ang="0">
                <a:pos x="83" y="13"/>
              </a:cxn>
              <a:cxn ang="0">
                <a:pos x="85" y="10"/>
              </a:cxn>
              <a:cxn ang="0">
                <a:pos x="79" y="16"/>
              </a:cxn>
              <a:cxn ang="0">
                <a:pos x="81" y="16"/>
              </a:cxn>
              <a:cxn ang="0">
                <a:pos x="81" y="18"/>
              </a:cxn>
              <a:cxn ang="0">
                <a:pos x="60" y="40"/>
              </a:cxn>
              <a:cxn ang="0">
                <a:pos x="58" y="41"/>
              </a:cxn>
              <a:cxn ang="0">
                <a:pos x="57" y="40"/>
              </a:cxn>
              <a:cxn ang="0">
                <a:pos x="57" y="38"/>
              </a:cxn>
              <a:cxn ang="0">
                <a:pos x="79" y="16"/>
              </a:cxn>
              <a:cxn ang="0">
                <a:pos x="51" y="51"/>
              </a:cxn>
              <a:cxn ang="0">
                <a:pos x="9" y="44"/>
              </a:cxn>
              <a:cxn ang="0">
                <a:pos x="51" y="37"/>
              </a:cxn>
              <a:cxn ang="0">
                <a:pos x="52" y="37"/>
              </a:cxn>
              <a:cxn ang="0">
                <a:pos x="42" y="47"/>
              </a:cxn>
              <a:cxn ang="0">
                <a:pos x="79" y="46"/>
              </a:cxn>
              <a:cxn ang="0">
                <a:pos x="83" y="39"/>
              </a:cxn>
              <a:cxn ang="0">
                <a:pos x="93" y="44"/>
              </a:cxn>
              <a:cxn ang="0">
                <a:pos x="51" y="51"/>
              </a:cxn>
              <a:cxn ang="0">
                <a:pos x="51" y="51"/>
              </a:cxn>
              <a:cxn ang="0">
                <a:pos x="51" y="51"/>
              </a:cxn>
            </a:cxnLst>
            <a:rect l="0" t="0" r="r" b="b"/>
            <a:pathLst>
              <a:path w="102" h="94">
                <a:moveTo>
                  <a:pt x="102" y="42"/>
                </a:moveTo>
                <a:cubicBezTo>
                  <a:pt x="102" y="42"/>
                  <a:pt x="102" y="42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1" y="39"/>
                  <a:pt x="95" y="37"/>
                  <a:pt x="86" y="35"/>
                </a:cubicBezTo>
                <a:cubicBezTo>
                  <a:pt x="100" y="13"/>
                  <a:pt x="100" y="13"/>
                  <a:pt x="100" y="13"/>
                </a:cubicBezTo>
                <a:cubicBezTo>
                  <a:pt x="102" y="10"/>
                  <a:pt x="101" y="6"/>
                  <a:pt x="99" y="4"/>
                </a:cubicBezTo>
                <a:cubicBezTo>
                  <a:pt x="97" y="2"/>
                  <a:pt x="97" y="2"/>
                  <a:pt x="97" y="2"/>
                </a:cubicBezTo>
                <a:cubicBezTo>
                  <a:pt x="94" y="0"/>
                  <a:pt x="90" y="1"/>
                  <a:pt x="88" y="3"/>
                </a:cubicBezTo>
                <a:cubicBezTo>
                  <a:pt x="57" y="32"/>
                  <a:pt x="57" y="32"/>
                  <a:pt x="57" y="32"/>
                </a:cubicBezTo>
                <a:cubicBezTo>
                  <a:pt x="55" y="32"/>
                  <a:pt x="53" y="32"/>
                  <a:pt x="51" y="32"/>
                </a:cubicBezTo>
                <a:cubicBezTo>
                  <a:pt x="24" y="32"/>
                  <a:pt x="2" y="36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71"/>
                  <a:pt x="23" y="94"/>
                  <a:pt x="51" y="94"/>
                </a:cubicBezTo>
                <a:cubicBezTo>
                  <a:pt x="79" y="94"/>
                  <a:pt x="102" y="70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lose/>
                <a:moveTo>
                  <a:pt x="85" y="10"/>
                </a:moveTo>
                <a:cubicBezTo>
                  <a:pt x="87" y="10"/>
                  <a:pt x="88" y="11"/>
                  <a:pt x="88" y="13"/>
                </a:cubicBezTo>
                <a:cubicBezTo>
                  <a:pt x="88" y="14"/>
                  <a:pt x="87" y="15"/>
                  <a:pt x="85" y="15"/>
                </a:cubicBezTo>
                <a:cubicBezTo>
                  <a:pt x="84" y="15"/>
                  <a:pt x="83" y="14"/>
                  <a:pt x="83" y="13"/>
                </a:cubicBezTo>
                <a:cubicBezTo>
                  <a:pt x="83" y="11"/>
                  <a:pt x="84" y="10"/>
                  <a:pt x="85" y="10"/>
                </a:cubicBezTo>
                <a:close/>
                <a:moveTo>
                  <a:pt x="79" y="16"/>
                </a:moveTo>
                <a:cubicBezTo>
                  <a:pt x="79" y="15"/>
                  <a:pt x="81" y="15"/>
                  <a:pt x="81" y="16"/>
                </a:cubicBezTo>
                <a:cubicBezTo>
                  <a:pt x="82" y="17"/>
                  <a:pt x="82" y="18"/>
                  <a:pt x="81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59" y="41"/>
                  <a:pt x="59" y="41"/>
                  <a:pt x="58" y="41"/>
                </a:cubicBezTo>
                <a:cubicBezTo>
                  <a:pt x="58" y="41"/>
                  <a:pt x="57" y="41"/>
                  <a:pt x="57" y="40"/>
                </a:cubicBezTo>
                <a:cubicBezTo>
                  <a:pt x="56" y="40"/>
                  <a:pt x="56" y="38"/>
                  <a:pt x="57" y="38"/>
                </a:cubicBezTo>
                <a:lnTo>
                  <a:pt x="79" y="16"/>
                </a:lnTo>
                <a:close/>
                <a:moveTo>
                  <a:pt x="51" y="51"/>
                </a:moveTo>
                <a:cubicBezTo>
                  <a:pt x="28" y="51"/>
                  <a:pt x="9" y="48"/>
                  <a:pt x="9" y="44"/>
                </a:cubicBezTo>
                <a:cubicBezTo>
                  <a:pt x="9" y="40"/>
                  <a:pt x="28" y="37"/>
                  <a:pt x="51" y="37"/>
                </a:cubicBezTo>
                <a:cubicBezTo>
                  <a:pt x="51" y="37"/>
                  <a:pt x="52" y="37"/>
                  <a:pt x="52" y="3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61" y="49"/>
                  <a:pt x="79" y="46"/>
                </a:cubicBezTo>
                <a:cubicBezTo>
                  <a:pt x="83" y="39"/>
                  <a:pt x="83" y="39"/>
                  <a:pt x="83" y="39"/>
                </a:cubicBezTo>
                <a:cubicBezTo>
                  <a:pt x="89" y="41"/>
                  <a:pt x="93" y="42"/>
                  <a:pt x="93" y="44"/>
                </a:cubicBezTo>
                <a:cubicBezTo>
                  <a:pt x="93" y="48"/>
                  <a:pt x="74" y="51"/>
                  <a:pt x="51" y="51"/>
                </a:cubicBezTo>
                <a:close/>
                <a:moveTo>
                  <a:pt x="51" y="51"/>
                </a:moveTo>
                <a:cubicBezTo>
                  <a:pt x="51" y="51"/>
                  <a:pt x="51" y="51"/>
                  <a:pt x="51" y="51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91" name="Group 14">
            <a:extLst>
              <a:ext uri="{FF2B5EF4-FFF2-40B4-BE49-F238E27FC236}">
                <a16:creationId xmlns:a16="http://schemas.microsoft.com/office/drawing/2014/main" id="{20645B78-5276-0346-BDEA-DD9678A165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51093" y="3170809"/>
            <a:ext cx="645699" cy="645699"/>
            <a:chOff x="2761" y="1501"/>
            <a:chExt cx="487" cy="487"/>
          </a:xfrm>
          <a:solidFill>
            <a:srgbClr val="42929D"/>
          </a:solidFill>
        </p:grpSpPr>
        <p:sp>
          <p:nvSpPr>
            <p:cNvPr id="192" name="Freeform 15">
              <a:extLst>
                <a:ext uri="{FF2B5EF4-FFF2-40B4-BE49-F238E27FC236}">
                  <a16:creationId xmlns:a16="http://schemas.microsoft.com/office/drawing/2014/main" id="{9A0D0379-7858-A349-B5FA-8A48CB376F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1" y="1549"/>
              <a:ext cx="487" cy="439"/>
            </a:xfrm>
            <a:custGeom>
              <a:avLst/>
              <a:gdLst/>
              <a:ahLst/>
              <a:cxnLst>
                <a:cxn ang="0">
                  <a:pos x="64" y="30"/>
                </a:cxn>
                <a:cxn ang="0">
                  <a:pos x="76" y="36"/>
                </a:cxn>
                <a:cxn ang="0">
                  <a:pos x="93" y="41"/>
                </a:cxn>
                <a:cxn ang="0">
                  <a:pos x="102" y="40"/>
                </a:cxn>
                <a:cxn ang="0">
                  <a:pos x="102" y="4"/>
                </a:cxn>
                <a:cxn ang="0">
                  <a:pos x="97" y="0"/>
                </a:cxn>
                <a:cxn ang="0">
                  <a:pos x="85" y="0"/>
                </a:cxn>
                <a:cxn ang="0">
                  <a:pos x="80" y="4"/>
                </a:cxn>
                <a:cxn ang="0">
                  <a:pos x="80" y="10"/>
                </a:cxn>
                <a:cxn ang="0">
                  <a:pos x="76" y="14"/>
                </a:cxn>
                <a:cxn ang="0">
                  <a:pos x="26" y="14"/>
                </a:cxn>
                <a:cxn ang="0">
                  <a:pos x="22" y="10"/>
                </a:cxn>
                <a:cxn ang="0">
                  <a:pos x="22" y="4"/>
                </a:cxn>
                <a:cxn ang="0">
                  <a:pos x="17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5"/>
                </a:cxn>
                <a:cxn ang="0">
                  <a:pos x="6" y="70"/>
                </a:cxn>
                <a:cxn ang="0">
                  <a:pos x="8" y="67"/>
                </a:cxn>
                <a:cxn ang="0">
                  <a:pos x="17" y="52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20" y="41"/>
                </a:cxn>
                <a:cxn ang="0">
                  <a:pos x="35" y="41"/>
                </a:cxn>
                <a:cxn ang="0">
                  <a:pos x="38" y="46"/>
                </a:cxn>
                <a:cxn ang="0">
                  <a:pos x="45" y="53"/>
                </a:cxn>
                <a:cxn ang="0">
                  <a:pos x="49" y="56"/>
                </a:cxn>
                <a:cxn ang="0">
                  <a:pos x="49" y="72"/>
                </a:cxn>
                <a:cxn ang="0">
                  <a:pos x="36" y="74"/>
                </a:cxn>
                <a:cxn ang="0">
                  <a:pos x="19" y="80"/>
                </a:cxn>
                <a:cxn ang="0">
                  <a:pos x="6" y="92"/>
                </a:cxn>
                <a:cxn ang="0">
                  <a:pos x="97" y="92"/>
                </a:cxn>
                <a:cxn ang="0">
                  <a:pos x="102" y="87"/>
                </a:cxn>
                <a:cxn ang="0">
                  <a:pos x="102" y="57"/>
                </a:cxn>
                <a:cxn ang="0">
                  <a:pos x="98" y="57"/>
                </a:cxn>
                <a:cxn ang="0">
                  <a:pos x="94" y="58"/>
                </a:cxn>
                <a:cxn ang="0">
                  <a:pos x="78" y="65"/>
                </a:cxn>
                <a:cxn ang="0">
                  <a:pos x="78" y="67"/>
                </a:cxn>
                <a:cxn ang="0">
                  <a:pos x="77" y="67"/>
                </a:cxn>
                <a:cxn ang="0">
                  <a:pos x="77" y="67"/>
                </a:cxn>
                <a:cxn ang="0">
                  <a:pos x="69" y="72"/>
                </a:cxn>
                <a:cxn ang="0">
                  <a:pos x="57" y="63"/>
                </a:cxn>
                <a:cxn ang="0">
                  <a:pos x="58" y="57"/>
                </a:cxn>
                <a:cxn ang="0">
                  <a:pos x="56" y="47"/>
                </a:cxn>
                <a:cxn ang="0">
                  <a:pos x="55" y="42"/>
                </a:cxn>
                <a:cxn ang="0">
                  <a:pos x="64" y="30"/>
                </a:cxn>
                <a:cxn ang="0">
                  <a:pos x="48" y="46"/>
                </a:cxn>
                <a:cxn ang="0">
                  <a:pos x="39" y="39"/>
                </a:cxn>
                <a:cxn ang="0">
                  <a:pos x="49" y="31"/>
                </a:cxn>
                <a:cxn ang="0">
                  <a:pos x="48" y="46"/>
                </a:cxn>
                <a:cxn ang="0">
                  <a:pos x="48" y="46"/>
                </a:cxn>
                <a:cxn ang="0">
                  <a:pos x="48" y="46"/>
                </a:cxn>
              </a:cxnLst>
              <a:rect l="0" t="0" r="r" b="b"/>
              <a:pathLst>
                <a:path w="102" h="92">
                  <a:moveTo>
                    <a:pt x="64" y="30"/>
                  </a:moveTo>
                  <a:cubicBezTo>
                    <a:pt x="69" y="30"/>
                    <a:pt x="74" y="32"/>
                    <a:pt x="76" y="36"/>
                  </a:cubicBezTo>
                  <a:cubicBezTo>
                    <a:pt x="76" y="38"/>
                    <a:pt x="80" y="42"/>
                    <a:pt x="93" y="41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2"/>
                    <a:pt x="100" y="0"/>
                    <a:pt x="9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2" y="0"/>
                    <a:pt x="80" y="2"/>
                    <a:pt x="80" y="4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2"/>
                    <a:pt x="78" y="14"/>
                    <a:pt x="7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4" y="14"/>
                    <a:pt x="22" y="12"/>
                    <a:pt x="22" y="1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69"/>
                    <a:pt x="8" y="67"/>
                  </a:cubicBezTo>
                  <a:cubicBezTo>
                    <a:pt x="16" y="59"/>
                    <a:pt x="17" y="54"/>
                    <a:pt x="17" y="52"/>
                  </a:cubicBezTo>
                  <a:cubicBezTo>
                    <a:pt x="17" y="51"/>
                    <a:pt x="16" y="51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47"/>
                    <a:pt x="17" y="43"/>
                    <a:pt x="20" y="41"/>
                  </a:cubicBezTo>
                  <a:cubicBezTo>
                    <a:pt x="24" y="36"/>
                    <a:pt x="31" y="37"/>
                    <a:pt x="35" y="41"/>
                  </a:cubicBezTo>
                  <a:cubicBezTo>
                    <a:pt x="37" y="43"/>
                    <a:pt x="38" y="44"/>
                    <a:pt x="38" y="46"/>
                  </a:cubicBezTo>
                  <a:cubicBezTo>
                    <a:pt x="39" y="48"/>
                    <a:pt x="40" y="51"/>
                    <a:pt x="45" y="53"/>
                  </a:cubicBezTo>
                  <a:cubicBezTo>
                    <a:pt x="46" y="54"/>
                    <a:pt x="48" y="55"/>
                    <a:pt x="49" y="56"/>
                  </a:cubicBezTo>
                  <a:cubicBezTo>
                    <a:pt x="54" y="61"/>
                    <a:pt x="53" y="68"/>
                    <a:pt x="49" y="72"/>
                  </a:cubicBezTo>
                  <a:cubicBezTo>
                    <a:pt x="45" y="75"/>
                    <a:pt x="40" y="76"/>
                    <a:pt x="36" y="74"/>
                  </a:cubicBezTo>
                  <a:cubicBezTo>
                    <a:pt x="35" y="73"/>
                    <a:pt x="29" y="72"/>
                    <a:pt x="19" y="80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100" y="92"/>
                    <a:pt x="102" y="90"/>
                    <a:pt x="102" y="8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98" y="57"/>
                    <a:pt x="98" y="57"/>
                    <a:pt x="98" y="57"/>
                  </a:cubicBezTo>
                  <a:cubicBezTo>
                    <a:pt x="98" y="57"/>
                    <a:pt x="97" y="58"/>
                    <a:pt x="94" y="58"/>
                  </a:cubicBezTo>
                  <a:cubicBezTo>
                    <a:pt x="83" y="60"/>
                    <a:pt x="79" y="63"/>
                    <a:pt x="78" y="65"/>
                  </a:cubicBezTo>
                  <a:cubicBezTo>
                    <a:pt x="78" y="66"/>
                    <a:pt x="78" y="66"/>
                    <a:pt x="78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6" y="70"/>
                    <a:pt x="73" y="72"/>
                    <a:pt x="69" y="72"/>
                  </a:cubicBezTo>
                  <a:cubicBezTo>
                    <a:pt x="63" y="73"/>
                    <a:pt x="57" y="69"/>
                    <a:pt x="57" y="63"/>
                  </a:cubicBezTo>
                  <a:cubicBezTo>
                    <a:pt x="56" y="61"/>
                    <a:pt x="57" y="59"/>
                    <a:pt x="58" y="57"/>
                  </a:cubicBezTo>
                  <a:cubicBezTo>
                    <a:pt x="58" y="55"/>
                    <a:pt x="59" y="52"/>
                    <a:pt x="56" y="47"/>
                  </a:cubicBezTo>
                  <a:cubicBezTo>
                    <a:pt x="55" y="46"/>
                    <a:pt x="55" y="44"/>
                    <a:pt x="55" y="42"/>
                  </a:cubicBezTo>
                  <a:cubicBezTo>
                    <a:pt x="54" y="36"/>
                    <a:pt x="58" y="31"/>
                    <a:pt x="64" y="30"/>
                  </a:cubicBezTo>
                  <a:close/>
                  <a:moveTo>
                    <a:pt x="48" y="46"/>
                  </a:moveTo>
                  <a:cubicBezTo>
                    <a:pt x="45" y="47"/>
                    <a:pt x="39" y="39"/>
                    <a:pt x="39" y="39"/>
                  </a:cubicBezTo>
                  <a:cubicBezTo>
                    <a:pt x="35" y="34"/>
                    <a:pt x="47" y="30"/>
                    <a:pt x="49" y="31"/>
                  </a:cubicBezTo>
                  <a:cubicBezTo>
                    <a:pt x="51" y="33"/>
                    <a:pt x="51" y="46"/>
                    <a:pt x="48" y="46"/>
                  </a:cubicBezTo>
                  <a:close/>
                  <a:moveTo>
                    <a:pt x="48" y="46"/>
                  </a:moveTo>
                  <a:cubicBezTo>
                    <a:pt x="48" y="46"/>
                    <a:pt x="48" y="46"/>
                    <a:pt x="48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5068BE8A-4DB2-CD47-AB66-9A1F8D9C6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0" y="1501"/>
              <a:ext cx="229" cy="91"/>
            </a:xfrm>
            <a:custGeom>
              <a:avLst/>
              <a:gdLst/>
              <a:ahLst/>
              <a:cxnLst>
                <a:cxn ang="0">
                  <a:pos x="48" y="4"/>
                </a:cxn>
                <a:cxn ang="0">
                  <a:pos x="4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15"/>
                </a:cxn>
                <a:cxn ang="0">
                  <a:pos x="4" y="19"/>
                </a:cxn>
                <a:cxn ang="0">
                  <a:pos x="44" y="19"/>
                </a:cxn>
                <a:cxn ang="0">
                  <a:pos x="48" y="15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4"/>
                </a:cxn>
              </a:cxnLst>
              <a:rect l="0" t="0" r="r" b="b"/>
              <a:pathLst>
                <a:path w="48" h="19">
                  <a:moveTo>
                    <a:pt x="48" y="4"/>
                  </a:moveTo>
                  <a:cubicBezTo>
                    <a:pt x="48" y="2"/>
                    <a:pt x="46" y="0"/>
                    <a:pt x="4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2" y="19"/>
                    <a:pt x="4" y="19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6" y="19"/>
                    <a:pt x="48" y="17"/>
                    <a:pt x="48" y="15"/>
                  </a:cubicBezTo>
                  <a:lnTo>
                    <a:pt x="48" y="4"/>
                  </a:lnTo>
                  <a:close/>
                  <a:moveTo>
                    <a:pt x="48" y="4"/>
                  </a:moveTo>
                  <a:cubicBezTo>
                    <a:pt x="48" y="4"/>
                    <a:pt x="48" y="4"/>
                    <a:pt x="48" y="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94" name="Group 19">
            <a:extLst>
              <a:ext uri="{FF2B5EF4-FFF2-40B4-BE49-F238E27FC236}">
                <a16:creationId xmlns:a16="http://schemas.microsoft.com/office/drawing/2014/main" id="{BBDD19C2-4D9C-6146-998B-09CEC4E204C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31871" y="4164694"/>
            <a:ext cx="620466" cy="617018"/>
            <a:chOff x="3008" y="1466"/>
            <a:chExt cx="540" cy="537"/>
          </a:xfrm>
          <a:solidFill>
            <a:srgbClr val="42929D"/>
          </a:solidFill>
        </p:grpSpPr>
        <p:sp>
          <p:nvSpPr>
            <p:cNvPr id="195" name="Freeform 20">
              <a:extLst>
                <a:ext uri="{FF2B5EF4-FFF2-40B4-BE49-F238E27FC236}">
                  <a16:creationId xmlns:a16="http://schemas.microsoft.com/office/drawing/2014/main" id="{F8F28615-B72D-FF44-8BCB-8F0C3599AA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94"/>
              <a:ext cx="340" cy="310"/>
            </a:xfrm>
            <a:custGeom>
              <a:avLst/>
              <a:gdLst/>
              <a:ahLst/>
              <a:cxnLst>
                <a:cxn ang="0">
                  <a:pos x="274" y="68"/>
                </a:cxn>
                <a:cxn ang="0">
                  <a:pos x="73" y="40"/>
                </a:cxn>
                <a:cxn ang="0">
                  <a:pos x="0" y="0"/>
                </a:cxn>
                <a:cxn ang="0">
                  <a:pos x="0" y="240"/>
                </a:cxn>
                <a:cxn ang="0">
                  <a:pos x="14" y="223"/>
                </a:cxn>
                <a:cxn ang="0">
                  <a:pos x="66" y="208"/>
                </a:cxn>
                <a:cxn ang="0">
                  <a:pos x="81" y="209"/>
                </a:cxn>
                <a:cxn ang="0">
                  <a:pos x="96" y="209"/>
                </a:cxn>
                <a:cxn ang="0">
                  <a:pos x="112" y="208"/>
                </a:cxn>
                <a:cxn ang="0">
                  <a:pos x="116" y="208"/>
                </a:cxn>
                <a:cxn ang="0">
                  <a:pos x="145" y="227"/>
                </a:cxn>
                <a:cxn ang="0">
                  <a:pos x="161" y="255"/>
                </a:cxn>
                <a:cxn ang="0">
                  <a:pos x="181" y="302"/>
                </a:cxn>
                <a:cxn ang="0">
                  <a:pos x="155" y="362"/>
                </a:cxn>
                <a:cxn ang="0">
                  <a:pos x="154" y="363"/>
                </a:cxn>
                <a:cxn ang="0">
                  <a:pos x="153" y="364"/>
                </a:cxn>
                <a:cxn ang="0">
                  <a:pos x="154" y="363"/>
                </a:cxn>
                <a:cxn ang="0">
                  <a:pos x="167" y="362"/>
                </a:cxn>
                <a:cxn ang="0">
                  <a:pos x="219" y="388"/>
                </a:cxn>
                <a:cxn ang="0">
                  <a:pos x="237" y="430"/>
                </a:cxn>
                <a:cxn ang="0">
                  <a:pos x="248" y="459"/>
                </a:cxn>
                <a:cxn ang="0">
                  <a:pos x="240" y="497"/>
                </a:cxn>
                <a:cxn ang="0">
                  <a:pos x="239" y="498"/>
                </a:cxn>
                <a:cxn ang="0">
                  <a:pos x="274" y="499"/>
                </a:cxn>
                <a:cxn ang="0">
                  <a:pos x="547" y="407"/>
                </a:cxn>
                <a:cxn ang="0">
                  <a:pos x="547" y="343"/>
                </a:cxn>
                <a:cxn ang="0">
                  <a:pos x="311" y="416"/>
                </a:cxn>
                <a:cxn ang="0">
                  <a:pos x="283" y="389"/>
                </a:cxn>
                <a:cxn ang="0">
                  <a:pos x="283" y="174"/>
                </a:cxn>
                <a:cxn ang="0">
                  <a:pos x="309" y="147"/>
                </a:cxn>
                <a:cxn ang="0">
                  <a:pos x="547" y="83"/>
                </a:cxn>
                <a:cxn ang="0">
                  <a:pos x="547" y="0"/>
                </a:cxn>
                <a:cxn ang="0">
                  <a:pos x="474" y="40"/>
                </a:cxn>
                <a:cxn ang="0">
                  <a:pos x="274" y="68"/>
                </a:cxn>
                <a:cxn ang="0">
                  <a:pos x="274" y="68"/>
                </a:cxn>
                <a:cxn ang="0">
                  <a:pos x="274" y="68"/>
                </a:cxn>
              </a:cxnLst>
              <a:rect l="0" t="0" r="r" b="b"/>
              <a:pathLst>
                <a:path w="547" h="499">
                  <a:moveTo>
                    <a:pt x="274" y="68"/>
                  </a:moveTo>
                  <a:cubicBezTo>
                    <a:pt x="198" y="68"/>
                    <a:pt x="127" y="58"/>
                    <a:pt x="73" y="40"/>
                  </a:cubicBezTo>
                  <a:cubicBezTo>
                    <a:pt x="37" y="28"/>
                    <a:pt x="14" y="14"/>
                    <a:pt x="0" y="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4" y="234"/>
                    <a:pt x="8" y="228"/>
                    <a:pt x="14" y="223"/>
                  </a:cubicBezTo>
                  <a:cubicBezTo>
                    <a:pt x="30" y="210"/>
                    <a:pt x="49" y="208"/>
                    <a:pt x="66" y="208"/>
                  </a:cubicBezTo>
                  <a:cubicBezTo>
                    <a:pt x="71" y="208"/>
                    <a:pt x="76" y="209"/>
                    <a:pt x="81" y="209"/>
                  </a:cubicBezTo>
                  <a:cubicBezTo>
                    <a:pt x="86" y="209"/>
                    <a:pt x="91" y="209"/>
                    <a:pt x="96" y="209"/>
                  </a:cubicBezTo>
                  <a:cubicBezTo>
                    <a:pt x="102" y="209"/>
                    <a:pt x="107" y="209"/>
                    <a:pt x="112" y="208"/>
                  </a:cubicBezTo>
                  <a:cubicBezTo>
                    <a:pt x="114" y="208"/>
                    <a:pt x="115" y="208"/>
                    <a:pt x="116" y="208"/>
                  </a:cubicBezTo>
                  <a:cubicBezTo>
                    <a:pt x="129" y="208"/>
                    <a:pt x="141" y="216"/>
                    <a:pt x="145" y="227"/>
                  </a:cubicBezTo>
                  <a:cubicBezTo>
                    <a:pt x="149" y="237"/>
                    <a:pt x="155" y="246"/>
                    <a:pt x="161" y="255"/>
                  </a:cubicBezTo>
                  <a:cubicBezTo>
                    <a:pt x="170" y="269"/>
                    <a:pt x="179" y="284"/>
                    <a:pt x="181" y="302"/>
                  </a:cubicBezTo>
                  <a:cubicBezTo>
                    <a:pt x="184" y="324"/>
                    <a:pt x="175" y="344"/>
                    <a:pt x="155" y="362"/>
                  </a:cubicBezTo>
                  <a:cubicBezTo>
                    <a:pt x="155" y="362"/>
                    <a:pt x="154" y="362"/>
                    <a:pt x="154" y="363"/>
                  </a:cubicBezTo>
                  <a:cubicBezTo>
                    <a:pt x="153" y="363"/>
                    <a:pt x="153" y="363"/>
                    <a:pt x="153" y="364"/>
                  </a:cubicBezTo>
                  <a:cubicBezTo>
                    <a:pt x="153" y="364"/>
                    <a:pt x="153" y="363"/>
                    <a:pt x="154" y="363"/>
                  </a:cubicBezTo>
                  <a:cubicBezTo>
                    <a:pt x="158" y="363"/>
                    <a:pt x="163" y="362"/>
                    <a:pt x="167" y="362"/>
                  </a:cubicBezTo>
                  <a:cubicBezTo>
                    <a:pt x="190" y="362"/>
                    <a:pt x="207" y="371"/>
                    <a:pt x="219" y="388"/>
                  </a:cubicBezTo>
                  <a:cubicBezTo>
                    <a:pt x="228" y="400"/>
                    <a:pt x="233" y="415"/>
                    <a:pt x="237" y="430"/>
                  </a:cubicBezTo>
                  <a:cubicBezTo>
                    <a:pt x="241" y="441"/>
                    <a:pt x="244" y="451"/>
                    <a:pt x="248" y="459"/>
                  </a:cubicBezTo>
                  <a:cubicBezTo>
                    <a:pt x="254" y="472"/>
                    <a:pt x="251" y="488"/>
                    <a:pt x="240" y="497"/>
                  </a:cubicBezTo>
                  <a:cubicBezTo>
                    <a:pt x="240" y="498"/>
                    <a:pt x="240" y="498"/>
                    <a:pt x="239" y="498"/>
                  </a:cubicBezTo>
                  <a:cubicBezTo>
                    <a:pt x="251" y="499"/>
                    <a:pt x="262" y="499"/>
                    <a:pt x="274" y="499"/>
                  </a:cubicBezTo>
                  <a:cubicBezTo>
                    <a:pt x="425" y="499"/>
                    <a:pt x="547" y="458"/>
                    <a:pt x="547" y="407"/>
                  </a:cubicBezTo>
                  <a:cubicBezTo>
                    <a:pt x="547" y="343"/>
                    <a:pt x="547" y="343"/>
                    <a:pt x="547" y="343"/>
                  </a:cubicBezTo>
                  <a:cubicBezTo>
                    <a:pt x="496" y="406"/>
                    <a:pt x="367" y="415"/>
                    <a:pt x="311" y="416"/>
                  </a:cubicBezTo>
                  <a:cubicBezTo>
                    <a:pt x="296" y="416"/>
                    <a:pt x="283" y="404"/>
                    <a:pt x="283" y="389"/>
                  </a:cubicBezTo>
                  <a:cubicBezTo>
                    <a:pt x="283" y="174"/>
                    <a:pt x="283" y="174"/>
                    <a:pt x="283" y="174"/>
                  </a:cubicBezTo>
                  <a:cubicBezTo>
                    <a:pt x="283" y="160"/>
                    <a:pt x="295" y="148"/>
                    <a:pt x="309" y="147"/>
                  </a:cubicBezTo>
                  <a:cubicBezTo>
                    <a:pt x="367" y="144"/>
                    <a:pt x="505" y="131"/>
                    <a:pt x="547" y="83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3" y="14"/>
                    <a:pt x="510" y="28"/>
                    <a:pt x="474" y="40"/>
                  </a:cubicBezTo>
                  <a:cubicBezTo>
                    <a:pt x="420" y="58"/>
                    <a:pt x="349" y="68"/>
                    <a:pt x="274" y="68"/>
                  </a:cubicBezTo>
                  <a:close/>
                  <a:moveTo>
                    <a:pt x="274" y="68"/>
                  </a:moveTo>
                  <a:cubicBezTo>
                    <a:pt x="274" y="68"/>
                    <a:pt x="274" y="68"/>
                    <a:pt x="274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6" name="Freeform 21">
              <a:extLst>
                <a:ext uri="{FF2B5EF4-FFF2-40B4-BE49-F238E27FC236}">
                  <a16:creationId xmlns:a16="http://schemas.microsoft.com/office/drawing/2014/main" id="{C6E38E59-6107-A640-AC83-06A6A8A3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466"/>
              <a:ext cx="335" cy="103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0" y="77"/>
                </a:cxn>
                <a:cxn ang="0">
                  <a:pos x="74" y="137"/>
                </a:cxn>
                <a:cxn ang="0">
                  <a:pos x="206" y="165"/>
                </a:cxn>
                <a:cxn ang="0">
                  <a:pos x="269" y="167"/>
                </a:cxn>
                <a:cxn ang="0">
                  <a:pos x="333" y="165"/>
                </a:cxn>
                <a:cxn ang="0">
                  <a:pos x="465" y="137"/>
                </a:cxn>
                <a:cxn ang="0">
                  <a:pos x="539" y="77"/>
                </a:cxn>
                <a:cxn ang="0">
                  <a:pos x="270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539" h="167">
                  <a:moveTo>
                    <a:pt x="270" y="0"/>
                  </a:moveTo>
                  <a:cubicBezTo>
                    <a:pt x="133" y="0"/>
                    <a:pt x="20" y="34"/>
                    <a:pt x="0" y="77"/>
                  </a:cubicBezTo>
                  <a:cubicBezTo>
                    <a:pt x="2" y="98"/>
                    <a:pt x="30" y="120"/>
                    <a:pt x="74" y="137"/>
                  </a:cubicBezTo>
                  <a:cubicBezTo>
                    <a:pt x="111" y="151"/>
                    <a:pt x="157" y="160"/>
                    <a:pt x="206" y="165"/>
                  </a:cubicBezTo>
                  <a:cubicBezTo>
                    <a:pt x="227" y="166"/>
                    <a:pt x="248" y="167"/>
                    <a:pt x="269" y="167"/>
                  </a:cubicBezTo>
                  <a:cubicBezTo>
                    <a:pt x="291" y="167"/>
                    <a:pt x="312" y="166"/>
                    <a:pt x="333" y="165"/>
                  </a:cubicBezTo>
                  <a:cubicBezTo>
                    <a:pt x="382" y="160"/>
                    <a:pt x="428" y="151"/>
                    <a:pt x="465" y="137"/>
                  </a:cubicBezTo>
                  <a:cubicBezTo>
                    <a:pt x="509" y="120"/>
                    <a:pt x="537" y="98"/>
                    <a:pt x="539" y="77"/>
                  </a:cubicBezTo>
                  <a:cubicBezTo>
                    <a:pt x="519" y="34"/>
                    <a:pt x="406" y="0"/>
                    <a:pt x="270" y="0"/>
                  </a:cubicBezTo>
                  <a:close/>
                  <a:moveTo>
                    <a:pt x="270" y="0"/>
                  </a:moveTo>
                  <a:cubicBezTo>
                    <a:pt x="270" y="0"/>
                    <a:pt x="270" y="0"/>
                    <a:pt x="27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7" name="Freeform 22">
              <a:extLst>
                <a:ext uri="{FF2B5EF4-FFF2-40B4-BE49-F238E27FC236}">
                  <a16:creationId xmlns:a16="http://schemas.microsoft.com/office/drawing/2014/main" id="{D40EBDDA-6979-574E-92B1-E760096E6F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38"/>
              <a:ext cx="340" cy="84"/>
            </a:xfrm>
            <a:custGeom>
              <a:avLst/>
              <a:gdLst/>
              <a:ahLst/>
              <a:cxnLst>
                <a:cxn ang="0">
                  <a:pos x="476" y="42"/>
                </a:cxn>
                <a:cxn ang="0">
                  <a:pos x="456" y="49"/>
                </a:cxn>
                <a:cxn ang="0">
                  <a:pos x="274" y="74"/>
                </a:cxn>
                <a:cxn ang="0">
                  <a:pos x="91" y="49"/>
                </a:cxn>
                <a:cxn ang="0">
                  <a:pos x="71" y="42"/>
                </a:cxn>
                <a:cxn ang="0">
                  <a:pos x="0" y="0"/>
                </a:cxn>
                <a:cxn ang="0">
                  <a:pos x="0" y="45"/>
                </a:cxn>
                <a:cxn ang="0">
                  <a:pos x="0" y="49"/>
                </a:cxn>
                <a:cxn ang="0">
                  <a:pos x="274" y="136"/>
                </a:cxn>
                <a:cxn ang="0">
                  <a:pos x="547" y="49"/>
                </a:cxn>
                <a:cxn ang="0">
                  <a:pos x="547" y="45"/>
                </a:cxn>
                <a:cxn ang="0">
                  <a:pos x="547" y="0"/>
                </a:cxn>
                <a:cxn ang="0">
                  <a:pos x="476" y="42"/>
                </a:cxn>
                <a:cxn ang="0">
                  <a:pos x="476" y="42"/>
                </a:cxn>
                <a:cxn ang="0">
                  <a:pos x="476" y="42"/>
                </a:cxn>
              </a:cxnLst>
              <a:rect l="0" t="0" r="r" b="b"/>
              <a:pathLst>
                <a:path w="547" h="136">
                  <a:moveTo>
                    <a:pt x="476" y="42"/>
                  </a:moveTo>
                  <a:cubicBezTo>
                    <a:pt x="470" y="44"/>
                    <a:pt x="463" y="47"/>
                    <a:pt x="456" y="49"/>
                  </a:cubicBezTo>
                  <a:cubicBezTo>
                    <a:pt x="405" y="65"/>
                    <a:pt x="341" y="74"/>
                    <a:pt x="274" y="74"/>
                  </a:cubicBezTo>
                  <a:cubicBezTo>
                    <a:pt x="207" y="74"/>
                    <a:pt x="142" y="65"/>
                    <a:pt x="91" y="49"/>
                  </a:cubicBezTo>
                  <a:cubicBezTo>
                    <a:pt x="84" y="47"/>
                    <a:pt x="77" y="44"/>
                    <a:pt x="71" y="42"/>
                  </a:cubicBezTo>
                  <a:cubicBezTo>
                    <a:pt x="39" y="30"/>
                    <a:pt x="15" y="16"/>
                    <a:pt x="0" y="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6" y="98"/>
                    <a:pt x="126" y="136"/>
                    <a:pt x="274" y="136"/>
                  </a:cubicBezTo>
                  <a:cubicBezTo>
                    <a:pt x="421" y="136"/>
                    <a:pt x="541" y="97"/>
                    <a:pt x="547" y="49"/>
                  </a:cubicBezTo>
                  <a:cubicBezTo>
                    <a:pt x="547" y="47"/>
                    <a:pt x="547" y="46"/>
                    <a:pt x="547" y="45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2" y="16"/>
                    <a:pt x="508" y="30"/>
                    <a:pt x="476" y="42"/>
                  </a:cubicBezTo>
                  <a:close/>
                  <a:moveTo>
                    <a:pt x="476" y="42"/>
                  </a:moveTo>
                  <a:cubicBezTo>
                    <a:pt x="476" y="42"/>
                    <a:pt x="476" y="42"/>
                    <a:pt x="476" y="4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8" name="Freeform 23">
              <a:extLst>
                <a:ext uri="{FF2B5EF4-FFF2-40B4-BE49-F238E27FC236}">
                  <a16:creationId xmlns:a16="http://schemas.microsoft.com/office/drawing/2014/main" id="{AFF98008-2B10-0340-B873-66D7B4B75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5" y="1705"/>
              <a:ext cx="31" cy="31"/>
            </a:xfrm>
            <a:custGeom>
              <a:avLst/>
              <a:gdLst/>
              <a:ahLst/>
              <a:cxnLst>
                <a:cxn ang="0">
                  <a:pos x="15" y="44"/>
                </a:cxn>
                <a:cxn ang="0">
                  <a:pos x="45" y="35"/>
                </a:cxn>
                <a:cxn ang="0">
                  <a:pos x="35" y="5"/>
                </a:cxn>
                <a:cxn ang="0">
                  <a:pos x="6" y="15"/>
                </a:cxn>
                <a:cxn ang="0">
                  <a:pos x="15" y="44"/>
                </a:cxn>
                <a:cxn ang="0">
                  <a:pos x="15" y="44"/>
                </a:cxn>
                <a:cxn ang="0">
                  <a:pos x="15" y="44"/>
                </a:cxn>
              </a:cxnLst>
              <a:rect l="0" t="0" r="r" b="b"/>
              <a:pathLst>
                <a:path w="50" h="50">
                  <a:moveTo>
                    <a:pt x="15" y="44"/>
                  </a:moveTo>
                  <a:cubicBezTo>
                    <a:pt x="26" y="50"/>
                    <a:pt x="39" y="45"/>
                    <a:pt x="45" y="35"/>
                  </a:cubicBezTo>
                  <a:cubicBezTo>
                    <a:pt x="50" y="24"/>
                    <a:pt x="46" y="11"/>
                    <a:pt x="35" y="5"/>
                  </a:cubicBezTo>
                  <a:cubicBezTo>
                    <a:pt x="24" y="0"/>
                    <a:pt x="11" y="4"/>
                    <a:pt x="6" y="15"/>
                  </a:cubicBezTo>
                  <a:cubicBezTo>
                    <a:pt x="0" y="25"/>
                    <a:pt x="5" y="39"/>
                    <a:pt x="15" y="44"/>
                  </a:cubicBezTo>
                  <a:close/>
                  <a:moveTo>
                    <a:pt x="15" y="44"/>
                  </a:moveTo>
                  <a:cubicBezTo>
                    <a:pt x="15" y="44"/>
                    <a:pt x="15" y="44"/>
                    <a:pt x="1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9" name="Freeform 24">
              <a:extLst>
                <a:ext uri="{FF2B5EF4-FFF2-40B4-BE49-F238E27FC236}">
                  <a16:creationId xmlns:a16="http://schemas.microsoft.com/office/drawing/2014/main" id="{8C0FEA4A-94E3-1A45-AF9F-D929636978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8" y="1662"/>
              <a:ext cx="75" cy="72"/>
            </a:xfrm>
            <a:custGeom>
              <a:avLst/>
              <a:gdLst/>
              <a:ahLst/>
              <a:cxnLst>
                <a:cxn ang="0">
                  <a:pos x="45" y="115"/>
                </a:cxn>
                <a:cxn ang="0">
                  <a:pos x="110" y="100"/>
                </a:cxn>
                <a:cxn ang="0">
                  <a:pos x="113" y="96"/>
                </a:cxn>
                <a:cxn ang="0">
                  <a:pos x="109" y="86"/>
                </a:cxn>
                <a:cxn ang="0">
                  <a:pos x="59" y="67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111" y="78"/>
                </a:cxn>
                <a:cxn ang="0">
                  <a:pos x="120" y="72"/>
                </a:cxn>
                <a:cxn ang="0">
                  <a:pos x="120" y="67"/>
                </a:cxn>
                <a:cxn ang="0">
                  <a:pos x="74" y="18"/>
                </a:cxn>
                <a:cxn ang="0">
                  <a:pos x="21" y="29"/>
                </a:cxn>
                <a:cxn ang="0">
                  <a:pos x="3" y="46"/>
                </a:cxn>
                <a:cxn ang="0">
                  <a:pos x="1" y="49"/>
                </a:cxn>
                <a:cxn ang="0">
                  <a:pos x="1" y="53"/>
                </a:cxn>
                <a:cxn ang="0">
                  <a:pos x="7" y="76"/>
                </a:cxn>
                <a:cxn ang="0">
                  <a:pos x="45" y="115"/>
                </a:cxn>
                <a:cxn ang="0">
                  <a:pos x="45" y="115"/>
                </a:cxn>
                <a:cxn ang="0">
                  <a:pos x="45" y="115"/>
                </a:cxn>
              </a:cxnLst>
              <a:rect l="0" t="0" r="r" b="b"/>
              <a:pathLst>
                <a:path w="121" h="116">
                  <a:moveTo>
                    <a:pt x="45" y="115"/>
                  </a:moveTo>
                  <a:cubicBezTo>
                    <a:pt x="54" y="115"/>
                    <a:pt x="93" y="110"/>
                    <a:pt x="110" y="100"/>
                  </a:cubicBezTo>
                  <a:cubicBezTo>
                    <a:pt x="112" y="99"/>
                    <a:pt x="113" y="98"/>
                    <a:pt x="113" y="96"/>
                  </a:cubicBezTo>
                  <a:cubicBezTo>
                    <a:pt x="115" y="92"/>
                    <a:pt x="113" y="88"/>
                    <a:pt x="109" y="86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7"/>
                    <a:pt x="58" y="67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5" y="78"/>
                    <a:pt x="119" y="76"/>
                    <a:pt x="120" y="72"/>
                  </a:cubicBezTo>
                  <a:cubicBezTo>
                    <a:pt x="121" y="71"/>
                    <a:pt x="121" y="69"/>
                    <a:pt x="120" y="67"/>
                  </a:cubicBezTo>
                  <a:cubicBezTo>
                    <a:pt x="112" y="49"/>
                    <a:pt x="82" y="23"/>
                    <a:pt x="74" y="18"/>
                  </a:cubicBezTo>
                  <a:cubicBezTo>
                    <a:pt x="50" y="0"/>
                    <a:pt x="36" y="14"/>
                    <a:pt x="21" y="29"/>
                  </a:cubicBezTo>
                  <a:cubicBezTo>
                    <a:pt x="16" y="35"/>
                    <a:pt x="10" y="41"/>
                    <a:pt x="3" y="46"/>
                  </a:cubicBezTo>
                  <a:cubicBezTo>
                    <a:pt x="2" y="46"/>
                    <a:pt x="1" y="47"/>
                    <a:pt x="1" y="49"/>
                  </a:cubicBezTo>
                  <a:cubicBezTo>
                    <a:pt x="0" y="50"/>
                    <a:pt x="0" y="52"/>
                    <a:pt x="1" y="53"/>
                  </a:cubicBezTo>
                  <a:cubicBezTo>
                    <a:pt x="4" y="61"/>
                    <a:pt x="6" y="69"/>
                    <a:pt x="7" y="76"/>
                  </a:cubicBezTo>
                  <a:cubicBezTo>
                    <a:pt x="11" y="97"/>
                    <a:pt x="15" y="116"/>
                    <a:pt x="45" y="115"/>
                  </a:cubicBezTo>
                  <a:close/>
                  <a:moveTo>
                    <a:pt x="45" y="115"/>
                  </a:moveTo>
                  <a:cubicBezTo>
                    <a:pt x="45" y="115"/>
                    <a:pt x="45" y="115"/>
                    <a:pt x="45" y="11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0" name="Freeform 25">
              <a:extLst>
                <a:ext uri="{FF2B5EF4-FFF2-40B4-BE49-F238E27FC236}">
                  <a16:creationId xmlns:a16="http://schemas.microsoft.com/office/drawing/2014/main" id="{4B3D5D7A-789F-9047-BE35-DD8E5239D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9" y="1733"/>
              <a:ext cx="68" cy="72"/>
            </a:xfrm>
            <a:custGeom>
              <a:avLst/>
              <a:gdLst/>
              <a:ahLst/>
              <a:cxnLst>
                <a:cxn ang="0">
                  <a:pos x="98" y="88"/>
                </a:cxn>
                <a:cxn ang="0">
                  <a:pos x="99" y="87"/>
                </a:cxn>
                <a:cxn ang="0">
                  <a:pos x="106" y="58"/>
                </a:cxn>
                <a:cxn ang="0">
                  <a:pos x="109" y="22"/>
                </a:cxn>
                <a:cxn ang="0">
                  <a:pos x="103" y="16"/>
                </a:cxn>
                <a:cxn ang="0">
                  <a:pos x="95" y="18"/>
                </a:cxn>
                <a:cxn ang="0">
                  <a:pos x="59" y="57"/>
                </a:cxn>
                <a:cxn ang="0">
                  <a:pos x="58" y="57"/>
                </a:cxn>
                <a:cxn ang="0">
                  <a:pos x="58" y="56"/>
                </a:cxn>
                <a:cxn ang="0">
                  <a:pos x="58" y="56"/>
                </a:cxn>
                <a:cxn ang="0">
                  <a:pos x="89" y="12"/>
                </a:cxn>
                <a:cxn ang="0">
                  <a:pos x="90" y="10"/>
                </a:cxn>
                <a:cxn ang="0">
                  <a:pos x="88" y="3"/>
                </a:cxn>
                <a:cxn ang="0">
                  <a:pos x="82" y="0"/>
                </a:cxn>
                <a:cxn ang="0">
                  <a:pos x="19" y="24"/>
                </a:cxn>
                <a:cxn ang="0">
                  <a:pos x="3" y="42"/>
                </a:cxn>
                <a:cxn ang="0">
                  <a:pos x="10" y="77"/>
                </a:cxn>
                <a:cxn ang="0">
                  <a:pos x="18" y="100"/>
                </a:cxn>
                <a:cxn ang="0">
                  <a:pos x="24" y="105"/>
                </a:cxn>
                <a:cxn ang="0">
                  <a:pos x="48" y="108"/>
                </a:cxn>
                <a:cxn ang="0">
                  <a:pos x="98" y="88"/>
                </a:cxn>
                <a:cxn ang="0">
                  <a:pos x="98" y="88"/>
                </a:cxn>
                <a:cxn ang="0">
                  <a:pos x="98" y="88"/>
                </a:cxn>
              </a:cxnLst>
              <a:rect l="0" t="0" r="r" b="b"/>
              <a:pathLst>
                <a:path w="110" h="116">
                  <a:moveTo>
                    <a:pt x="98" y="88"/>
                  </a:moveTo>
                  <a:cubicBezTo>
                    <a:pt x="98" y="88"/>
                    <a:pt x="99" y="88"/>
                    <a:pt x="99" y="87"/>
                  </a:cubicBezTo>
                  <a:cubicBezTo>
                    <a:pt x="100" y="83"/>
                    <a:pt x="103" y="72"/>
                    <a:pt x="106" y="58"/>
                  </a:cubicBezTo>
                  <a:cubicBezTo>
                    <a:pt x="108" y="47"/>
                    <a:pt x="110" y="32"/>
                    <a:pt x="109" y="22"/>
                  </a:cubicBezTo>
                  <a:cubicBezTo>
                    <a:pt x="108" y="19"/>
                    <a:pt x="106" y="16"/>
                    <a:pt x="103" y="16"/>
                  </a:cubicBezTo>
                  <a:cubicBezTo>
                    <a:pt x="100" y="15"/>
                    <a:pt x="97" y="16"/>
                    <a:pt x="95" y="18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57"/>
                    <a:pt x="59" y="57"/>
                    <a:pt x="58" y="57"/>
                  </a:cubicBezTo>
                  <a:cubicBezTo>
                    <a:pt x="58" y="57"/>
                    <a:pt x="58" y="57"/>
                    <a:pt x="58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1"/>
                    <a:pt x="90" y="10"/>
                  </a:cubicBezTo>
                  <a:cubicBezTo>
                    <a:pt x="90" y="8"/>
                    <a:pt x="90" y="5"/>
                    <a:pt x="88" y="3"/>
                  </a:cubicBezTo>
                  <a:cubicBezTo>
                    <a:pt x="87" y="1"/>
                    <a:pt x="85" y="0"/>
                    <a:pt x="82" y="0"/>
                  </a:cubicBezTo>
                  <a:cubicBezTo>
                    <a:pt x="62" y="1"/>
                    <a:pt x="27" y="19"/>
                    <a:pt x="19" y="24"/>
                  </a:cubicBezTo>
                  <a:cubicBezTo>
                    <a:pt x="11" y="29"/>
                    <a:pt x="6" y="35"/>
                    <a:pt x="3" y="42"/>
                  </a:cubicBezTo>
                  <a:cubicBezTo>
                    <a:pt x="0" y="53"/>
                    <a:pt x="5" y="65"/>
                    <a:pt x="10" y="77"/>
                  </a:cubicBezTo>
                  <a:cubicBezTo>
                    <a:pt x="13" y="85"/>
                    <a:pt x="16" y="92"/>
                    <a:pt x="18" y="100"/>
                  </a:cubicBezTo>
                  <a:cubicBezTo>
                    <a:pt x="19" y="103"/>
                    <a:pt x="21" y="105"/>
                    <a:pt x="24" y="105"/>
                  </a:cubicBezTo>
                  <a:cubicBezTo>
                    <a:pt x="32" y="105"/>
                    <a:pt x="40" y="107"/>
                    <a:pt x="48" y="108"/>
                  </a:cubicBezTo>
                  <a:cubicBezTo>
                    <a:pt x="69" y="112"/>
                    <a:pt x="88" y="116"/>
                    <a:pt x="98" y="88"/>
                  </a:cubicBezTo>
                  <a:close/>
                  <a:moveTo>
                    <a:pt x="98" y="88"/>
                  </a:moveTo>
                  <a:cubicBezTo>
                    <a:pt x="98" y="88"/>
                    <a:pt x="98" y="88"/>
                    <a:pt x="98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1" name="Freeform 26">
              <a:extLst>
                <a:ext uri="{FF2B5EF4-FFF2-40B4-BE49-F238E27FC236}">
                  <a16:creationId xmlns:a16="http://schemas.microsoft.com/office/drawing/2014/main" id="{865A0BC8-2D4D-884E-B7E4-9EBEB168F6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1" y="1660"/>
              <a:ext cx="74" cy="70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13" y="89"/>
                </a:cxn>
                <a:cxn ang="0">
                  <a:pos x="9" y="94"/>
                </a:cxn>
                <a:cxn ang="0">
                  <a:pos x="13" y="103"/>
                </a:cxn>
                <a:cxn ang="0">
                  <a:pos x="79" y="114"/>
                </a:cxn>
                <a:cxn ang="0">
                  <a:pos x="110" y="94"/>
                </a:cxn>
                <a:cxn ang="0">
                  <a:pos x="114" y="73"/>
                </a:cxn>
                <a:cxn ang="0">
                  <a:pos x="119" y="50"/>
                </a:cxn>
                <a:cxn ang="0">
                  <a:pos x="116" y="42"/>
                </a:cxn>
                <a:cxn ang="0">
                  <a:pos x="97" y="27"/>
                </a:cxn>
                <a:cxn ang="0">
                  <a:pos x="44" y="19"/>
                </a:cxn>
                <a:cxn ang="0">
                  <a:pos x="1" y="71"/>
                </a:cxn>
                <a:cxn ang="0">
                  <a:pos x="3" y="79"/>
                </a:cxn>
                <a:cxn ang="0">
                  <a:pos x="10" y="81"/>
                </a:cxn>
                <a:cxn ang="0">
                  <a:pos x="62" y="66"/>
                </a:cxn>
                <a:cxn ang="0">
                  <a:pos x="62" y="66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</a:cxnLst>
              <a:rect l="0" t="0" r="r" b="b"/>
              <a:pathLst>
                <a:path w="120" h="114">
                  <a:moveTo>
                    <a:pt x="62" y="67"/>
                  </a:moveTo>
                  <a:cubicBezTo>
                    <a:pt x="13" y="89"/>
                    <a:pt x="13" y="89"/>
                    <a:pt x="13" y="89"/>
                  </a:cubicBezTo>
                  <a:cubicBezTo>
                    <a:pt x="11" y="90"/>
                    <a:pt x="10" y="92"/>
                    <a:pt x="9" y="94"/>
                  </a:cubicBezTo>
                  <a:cubicBezTo>
                    <a:pt x="8" y="97"/>
                    <a:pt x="10" y="101"/>
                    <a:pt x="13" y="103"/>
                  </a:cubicBezTo>
                  <a:cubicBezTo>
                    <a:pt x="30" y="112"/>
                    <a:pt x="70" y="114"/>
                    <a:pt x="79" y="114"/>
                  </a:cubicBezTo>
                  <a:cubicBezTo>
                    <a:pt x="96" y="114"/>
                    <a:pt x="105" y="108"/>
                    <a:pt x="110" y="94"/>
                  </a:cubicBezTo>
                  <a:cubicBezTo>
                    <a:pt x="112" y="88"/>
                    <a:pt x="113" y="81"/>
                    <a:pt x="114" y="73"/>
                  </a:cubicBezTo>
                  <a:cubicBezTo>
                    <a:pt x="115" y="65"/>
                    <a:pt x="116" y="57"/>
                    <a:pt x="119" y="50"/>
                  </a:cubicBezTo>
                  <a:cubicBezTo>
                    <a:pt x="120" y="47"/>
                    <a:pt x="119" y="44"/>
                    <a:pt x="116" y="42"/>
                  </a:cubicBezTo>
                  <a:cubicBezTo>
                    <a:pt x="109" y="38"/>
                    <a:pt x="103" y="33"/>
                    <a:pt x="97" y="27"/>
                  </a:cubicBezTo>
                  <a:cubicBezTo>
                    <a:pt x="81" y="13"/>
                    <a:pt x="67" y="0"/>
                    <a:pt x="44" y="19"/>
                  </a:cubicBezTo>
                  <a:cubicBezTo>
                    <a:pt x="37" y="25"/>
                    <a:pt x="8" y="52"/>
                    <a:pt x="1" y="71"/>
                  </a:cubicBezTo>
                  <a:cubicBezTo>
                    <a:pt x="0" y="73"/>
                    <a:pt x="1" y="76"/>
                    <a:pt x="3" y="79"/>
                  </a:cubicBezTo>
                  <a:cubicBezTo>
                    <a:pt x="5" y="81"/>
                    <a:pt x="8" y="82"/>
                    <a:pt x="10" y="81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7"/>
                  </a:cubicBezTo>
                  <a:cubicBezTo>
                    <a:pt x="62" y="67"/>
                    <a:pt x="62" y="67"/>
                    <a:pt x="62" y="67"/>
                  </a:cubicBezTo>
                  <a:close/>
                  <a:moveTo>
                    <a:pt x="62" y="67"/>
                  </a:moveTo>
                  <a:cubicBezTo>
                    <a:pt x="62" y="67"/>
                    <a:pt x="62" y="67"/>
                    <a:pt x="62" y="6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2" name="Freeform 27">
              <a:extLst>
                <a:ext uri="{FF2B5EF4-FFF2-40B4-BE49-F238E27FC236}">
                  <a16:creationId xmlns:a16="http://schemas.microsoft.com/office/drawing/2014/main" id="{DB485B34-4CF5-FB44-A802-10D5AF29C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" y="1623"/>
              <a:ext cx="72" cy="76"/>
            </a:xfrm>
            <a:custGeom>
              <a:avLst/>
              <a:gdLst/>
              <a:ahLst/>
              <a:cxnLst>
                <a:cxn ang="0">
                  <a:pos x="78" y="13"/>
                </a:cxn>
                <a:cxn ang="0">
                  <a:pos x="57" y="1"/>
                </a:cxn>
                <a:cxn ang="0">
                  <a:pos x="49" y="2"/>
                </a:cxn>
                <a:cxn ang="0">
                  <a:pos x="29" y="15"/>
                </a:cxn>
                <a:cxn ang="0">
                  <a:pos x="2" y="39"/>
                </a:cxn>
                <a:cxn ang="0">
                  <a:pos x="4" y="63"/>
                </a:cxn>
                <a:cxn ang="0">
                  <a:pos x="39" y="120"/>
                </a:cxn>
                <a:cxn ang="0">
                  <a:pos x="46" y="121"/>
                </a:cxn>
                <a:cxn ang="0">
                  <a:pos x="51" y="116"/>
                </a:cxn>
                <a:cxn ang="0">
                  <a:pos x="52" y="114"/>
                </a:cxn>
                <a:cxn ang="0">
                  <a:pos x="55" y="61"/>
                </a:cxn>
                <a:cxn ang="0">
                  <a:pos x="55" y="61"/>
                </a:cxn>
                <a:cxn ang="0">
                  <a:pos x="55" y="60"/>
                </a:cxn>
                <a:cxn ang="0">
                  <a:pos x="55" y="61"/>
                </a:cxn>
                <a:cxn ang="0">
                  <a:pos x="61" y="114"/>
                </a:cxn>
                <a:cxn ang="0">
                  <a:pos x="66" y="121"/>
                </a:cxn>
                <a:cxn ang="0">
                  <a:pos x="74" y="119"/>
                </a:cxn>
                <a:cxn ang="0">
                  <a:pos x="94" y="89"/>
                </a:cxn>
                <a:cxn ang="0">
                  <a:pos x="106" y="61"/>
                </a:cxn>
                <a:cxn ang="0">
                  <a:pos x="106" y="60"/>
                </a:cxn>
                <a:cxn ang="0">
                  <a:pos x="78" y="13"/>
                </a:cxn>
                <a:cxn ang="0">
                  <a:pos x="78" y="13"/>
                </a:cxn>
                <a:cxn ang="0">
                  <a:pos x="78" y="13"/>
                </a:cxn>
              </a:cxnLst>
              <a:rect l="0" t="0" r="r" b="b"/>
              <a:pathLst>
                <a:path w="115" h="122">
                  <a:moveTo>
                    <a:pt x="78" y="13"/>
                  </a:moveTo>
                  <a:cubicBezTo>
                    <a:pt x="71" y="10"/>
                    <a:pt x="64" y="6"/>
                    <a:pt x="57" y="1"/>
                  </a:cubicBezTo>
                  <a:cubicBezTo>
                    <a:pt x="55" y="0"/>
                    <a:pt x="52" y="0"/>
                    <a:pt x="49" y="2"/>
                  </a:cubicBezTo>
                  <a:cubicBezTo>
                    <a:pt x="43" y="7"/>
                    <a:pt x="36" y="11"/>
                    <a:pt x="29" y="15"/>
                  </a:cubicBezTo>
                  <a:cubicBezTo>
                    <a:pt x="17" y="22"/>
                    <a:pt x="6" y="28"/>
                    <a:pt x="2" y="39"/>
                  </a:cubicBezTo>
                  <a:cubicBezTo>
                    <a:pt x="0" y="46"/>
                    <a:pt x="1" y="53"/>
                    <a:pt x="4" y="63"/>
                  </a:cubicBezTo>
                  <a:cubicBezTo>
                    <a:pt x="7" y="71"/>
                    <a:pt x="24" y="107"/>
                    <a:pt x="39" y="120"/>
                  </a:cubicBezTo>
                  <a:cubicBezTo>
                    <a:pt x="41" y="122"/>
                    <a:pt x="44" y="122"/>
                    <a:pt x="46" y="121"/>
                  </a:cubicBezTo>
                  <a:cubicBezTo>
                    <a:pt x="49" y="121"/>
                    <a:pt x="51" y="119"/>
                    <a:pt x="51" y="116"/>
                  </a:cubicBezTo>
                  <a:cubicBezTo>
                    <a:pt x="52" y="116"/>
                    <a:pt x="52" y="115"/>
                    <a:pt x="52" y="114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1"/>
                    <a:pt x="55" y="61"/>
                  </a:cubicBezTo>
                  <a:cubicBezTo>
                    <a:pt x="61" y="114"/>
                    <a:pt x="61" y="114"/>
                    <a:pt x="61" y="114"/>
                  </a:cubicBezTo>
                  <a:cubicBezTo>
                    <a:pt x="61" y="117"/>
                    <a:pt x="63" y="119"/>
                    <a:pt x="66" y="121"/>
                  </a:cubicBezTo>
                  <a:cubicBezTo>
                    <a:pt x="68" y="122"/>
                    <a:pt x="72" y="121"/>
                    <a:pt x="74" y="119"/>
                  </a:cubicBezTo>
                  <a:cubicBezTo>
                    <a:pt x="81" y="112"/>
                    <a:pt x="89" y="99"/>
                    <a:pt x="94" y="89"/>
                  </a:cubicBezTo>
                  <a:cubicBezTo>
                    <a:pt x="100" y="76"/>
                    <a:pt x="104" y="65"/>
                    <a:pt x="106" y="61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15" y="32"/>
                    <a:pt x="97" y="23"/>
                    <a:pt x="78" y="13"/>
                  </a:cubicBezTo>
                  <a:close/>
                  <a:moveTo>
                    <a:pt x="78" y="13"/>
                  </a:moveTo>
                  <a:cubicBezTo>
                    <a:pt x="78" y="13"/>
                    <a:pt x="78" y="13"/>
                    <a:pt x="78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3" name="Freeform 28">
              <a:extLst>
                <a:ext uri="{FF2B5EF4-FFF2-40B4-BE49-F238E27FC236}">
                  <a16:creationId xmlns:a16="http://schemas.microsoft.com/office/drawing/2014/main" id="{648DB6CA-AF8B-2D4C-BCD1-A8B5100C5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6" y="1745"/>
              <a:ext cx="107" cy="100"/>
            </a:xfrm>
            <a:custGeom>
              <a:avLst/>
              <a:gdLst/>
              <a:ahLst/>
              <a:cxnLst>
                <a:cxn ang="0">
                  <a:pos x="92" y="80"/>
                </a:cxn>
                <a:cxn ang="0">
                  <a:pos x="92" y="79"/>
                </a:cxn>
                <a:cxn ang="0">
                  <a:pos x="93" y="80"/>
                </a:cxn>
                <a:cxn ang="0">
                  <a:pos x="148" y="134"/>
                </a:cxn>
                <a:cxn ang="0">
                  <a:pos x="156" y="137"/>
                </a:cxn>
                <a:cxn ang="0">
                  <a:pos x="163" y="134"/>
                </a:cxn>
                <a:cxn ang="0">
                  <a:pos x="167" y="127"/>
                </a:cxn>
                <a:cxn ang="0">
                  <a:pos x="148" y="32"/>
                </a:cxn>
                <a:cxn ang="0">
                  <a:pos x="107" y="0"/>
                </a:cxn>
                <a:cxn ang="0">
                  <a:pos x="74" y="6"/>
                </a:cxn>
                <a:cxn ang="0">
                  <a:pos x="39" y="12"/>
                </a:cxn>
                <a:cxn ang="0">
                  <a:pos x="34" y="14"/>
                </a:cxn>
                <a:cxn ang="0">
                  <a:pos x="31" y="20"/>
                </a:cxn>
                <a:cxn ang="0">
                  <a:pos x="21" y="53"/>
                </a:cxn>
                <a:cxn ang="0">
                  <a:pos x="37" y="130"/>
                </a:cxn>
                <a:cxn ang="0">
                  <a:pos x="130" y="160"/>
                </a:cxn>
                <a:cxn ang="0">
                  <a:pos x="130" y="160"/>
                </a:cxn>
                <a:cxn ang="0">
                  <a:pos x="137" y="158"/>
                </a:cxn>
                <a:cxn ang="0">
                  <a:pos x="139" y="142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</a:cxnLst>
              <a:rect l="0" t="0" r="r" b="b"/>
              <a:pathLst>
                <a:path w="171" h="160">
                  <a:moveTo>
                    <a:pt x="92" y="80"/>
                  </a:moveTo>
                  <a:cubicBezTo>
                    <a:pt x="92" y="79"/>
                    <a:pt x="92" y="79"/>
                    <a:pt x="92" y="79"/>
                  </a:cubicBezTo>
                  <a:cubicBezTo>
                    <a:pt x="92" y="79"/>
                    <a:pt x="93" y="79"/>
                    <a:pt x="93" y="80"/>
                  </a:cubicBezTo>
                  <a:cubicBezTo>
                    <a:pt x="148" y="134"/>
                    <a:pt x="148" y="134"/>
                    <a:pt x="148" y="134"/>
                  </a:cubicBezTo>
                  <a:cubicBezTo>
                    <a:pt x="150" y="136"/>
                    <a:pt x="153" y="137"/>
                    <a:pt x="156" y="137"/>
                  </a:cubicBezTo>
                  <a:cubicBezTo>
                    <a:pt x="159" y="137"/>
                    <a:pt x="161" y="136"/>
                    <a:pt x="163" y="134"/>
                  </a:cubicBezTo>
                  <a:cubicBezTo>
                    <a:pt x="166" y="133"/>
                    <a:pt x="167" y="130"/>
                    <a:pt x="167" y="127"/>
                  </a:cubicBezTo>
                  <a:cubicBezTo>
                    <a:pt x="171" y="99"/>
                    <a:pt x="153" y="44"/>
                    <a:pt x="148" y="32"/>
                  </a:cubicBezTo>
                  <a:cubicBezTo>
                    <a:pt x="138" y="7"/>
                    <a:pt x="123" y="0"/>
                    <a:pt x="107" y="0"/>
                  </a:cubicBezTo>
                  <a:cubicBezTo>
                    <a:pt x="97" y="0"/>
                    <a:pt x="85" y="3"/>
                    <a:pt x="74" y="6"/>
                  </a:cubicBezTo>
                  <a:cubicBezTo>
                    <a:pt x="63" y="9"/>
                    <a:pt x="51" y="11"/>
                    <a:pt x="39" y="12"/>
                  </a:cubicBezTo>
                  <a:cubicBezTo>
                    <a:pt x="37" y="12"/>
                    <a:pt x="36" y="13"/>
                    <a:pt x="34" y="14"/>
                  </a:cubicBezTo>
                  <a:cubicBezTo>
                    <a:pt x="33" y="16"/>
                    <a:pt x="31" y="18"/>
                    <a:pt x="31" y="20"/>
                  </a:cubicBezTo>
                  <a:cubicBezTo>
                    <a:pt x="29" y="31"/>
                    <a:pt x="25" y="42"/>
                    <a:pt x="21" y="53"/>
                  </a:cubicBezTo>
                  <a:cubicBezTo>
                    <a:pt x="10" y="82"/>
                    <a:pt x="0" y="109"/>
                    <a:pt x="37" y="130"/>
                  </a:cubicBezTo>
                  <a:cubicBezTo>
                    <a:pt x="50" y="136"/>
                    <a:pt x="101" y="160"/>
                    <a:pt x="130" y="160"/>
                  </a:cubicBezTo>
                  <a:cubicBezTo>
                    <a:pt x="130" y="160"/>
                    <a:pt x="130" y="160"/>
                    <a:pt x="130" y="160"/>
                  </a:cubicBezTo>
                  <a:cubicBezTo>
                    <a:pt x="133" y="160"/>
                    <a:pt x="135" y="159"/>
                    <a:pt x="137" y="158"/>
                  </a:cubicBezTo>
                  <a:cubicBezTo>
                    <a:pt x="142" y="154"/>
                    <a:pt x="143" y="147"/>
                    <a:pt x="139" y="142"/>
                  </a:cubicBezTo>
                  <a:cubicBezTo>
                    <a:pt x="92" y="80"/>
                    <a:pt x="92" y="80"/>
                    <a:pt x="92" y="80"/>
                  </a:cubicBezTo>
                  <a:cubicBezTo>
                    <a:pt x="92" y="80"/>
                    <a:pt x="92" y="80"/>
                    <a:pt x="92" y="80"/>
                  </a:cubicBezTo>
                  <a:close/>
                  <a:moveTo>
                    <a:pt x="92" y="80"/>
                  </a:moveTo>
                  <a:cubicBezTo>
                    <a:pt x="92" y="80"/>
                    <a:pt x="92" y="80"/>
                    <a:pt x="92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4" name="Freeform 29">
              <a:extLst>
                <a:ext uri="{FF2B5EF4-FFF2-40B4-BE49-F238E27FC236}">
                  <a16:creationId xmlns:a16="http://schemas.microsoft.com/office/drawing/2014/main" id="{53CC1D47-EE12-5C41-9BC5-D9B135C889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0" y="1893"/>
              <a:ext cx="105" cy="110"/>
            </a:xfrm>
            <a:custGeom>
              <a:avLst/>
              <a:gdLst/>
              <a:ahLst/>
              <a:cxnLst>
                <a:cxn ang="0">
                  <a:pos x="111" y="2"/>
                </a:cxn>
                <a:cxn ang="0">
                  <a:pos x="104" y="0"/>
                </a:cxn>
                <a:cxn ang="0">
                  <a:pos x="97" y="2"/>
                </a:cxn>
                <a:cxn ang="0">
                  <a:pos x="93" y="10"/>
                </a:cxn>
                <a:cxn ang="0">
                  <a:pos x="88" y="88"/>
                </a:cxn>
                <a:cxn ang="0">
                  <a:pos x="88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0" y="10"/>
                </a:cxn>
                <a:cxn ang="0">
                  <a:pos x="73" y="1"/>
                </a:cxn>
                <a:cxn ang="0">
                  <a:pos x="69" y="0"/>
                </a:cxn>
                <a:cxn ang="0">
                  <a:pos x="61" y="3"/>
                </a:cxn>
                <a:cxn ang="0">
                  <a:pos x="13" y="88"/>
                </a:cxn>
                <a:cxn ang="0">
                  <a:pos x="52" y="156"/>
                </a:cxn>
                <a:cxn ang="0">
                  <a:pos x="83" y="174"/>
                </a:cxn>
                <a:cxn ang="0">
                  <a:pos x="88" y="176"/>
                </a:cxn>
                <a:cxn ang="0">
                  <a:pos x="94" y="174"/>
                </a:cxn>
                <a:cxn ang="0">
                  <a:pos x="124" y="155"/>
                </a:cxn>
                <a:cxn ang="0">
                  <a:pos x="150" y="139"/>
                </a:cxn>
                <a:cxn ang="0">
                  <a:pos x="161" y="86"/>
                </a:cxn>
                <a:cxn ang="0">
                  <a:pos x="111" y="2"/>
                </a:cxn>
                <a:cxn ang="0">
                  <a:pos x="111" y="2"/>
                </a:cxn>
                <a:cxn ang="0">
                  <a:pos x="111" y="2"/>
                </a:cxn>
              </a:cxnLst>
              <a:rect l="0" t="0" r="r" b="b"/>
              <a:pathLst>
                <a:path w="169" h="176">
                  <a:moveTo>
                    <a:pt x="111" y="2"/>
                  </a:moveTo>
                  <a:cubicBezTo>
                    <a:pt x="109" y="1"/>
                    <a:pt x="106" y="0"/>
                    <a:pt x="104" y="0"/>
                  </a:cubicBezTo>
                  <a:cubicBezTo>
                    <a:pt x="101" y="0"/>
                    <a:pt x="99" y="1"/>
                    <a:pt x="97" y="2"/>
                  </a:cubicBezTo>
                  <a:cubicBezTo>
                    <a:pt x="94" y="4"/>
                    <a:pt x="93" y="7"/>
                    <a:pt x="93" y="10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79" y="6"/>
                    <a:pt x="77" y="3"/>
                    <a:pt x="73" y="1"/>
                  </a:cubicBezTo>
                  <a:cubicBezTo>
                    <a:pt x="72" y="0"/>
                    <a:pt x="70" y="0"/>
                    <a:pt x="69" y="0"/>
                  </a:cubicBezTo>
                  <a:cubicBezTo>
                    <a:pt x="66" y="0"/>
                    <a:pt x="63" y="1"/>
                    <a:pt x="61" y="3"/>
                  </a:cubicBezTo>
                  <a:cubicBezTo>
                    <a:pt x="40" y="22"/>
                    <a:pt x="18" y="75"/>
                    <a:pt x="13" y="88"/>
                  </a:cubicBezTo>
                  <a:cubicBezTo>
                    <a:pt x="0" y="128"/>
                    <a:pt x="25" y="142"/>
                    <a:pt x="52" y="156"/>
                  </a:cubicBezTo>
                  <a:cubicBezTo>
                    <a:pt x="63" y="161"/>
                    <a:pt x="73" y="167"/>
                    <a:pt x="83" y="174"/>
                  </a:cubicBezTo>
                  <a:cubicBezTo>
                    <a:pt x="84" y="175"/>
                    <a:pt x="86" y="176"/>
                    <a:pt x="88" y="176"/>
                  </a:cubicBezTo>
                  <a:cubicBezTo>
                    <a:pt x="90" y="176"/>
                    <a:pt x="92" y="175"/>
                    <a:pt x="94" y="174"/>
                  </a:cubicBezTo>
                  <a:cubicBezTo>
                    <a:pt x="103" y="166"/>
                    <a:pt x="113" y="161"/>
                    <a:pt x="124" y="155"/>
                  </a:cubicBezTo>
                  <a:cubicBezTo>
                    <a:pt x="133" y="150"/>
                    <a:pt x="142" y="145"/>
                    <a:pt x="150" y="139"/>
                  </a:cubicBezTo>
                  <a:cubicBezTo>
                    <a:pt x="166" y="125"/>
                    <a:pt x="169" y="109"/>
                    <a:pt x="161" y="86"/>
                  </a:cubicBezTo>
                  <a:cubicBezTo>
                    <a:pt x="156" y="73"/>
                    <a:pt x="133" y="21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5" name="Freeform 30">
              <a:extLst>
                <a:ext uri="{FF2B5EF4-FFF2-40B4-BE49-F238E27FC236}">
                  <a16:creationId xmlns:a16="http://schemas.microsoft.com/office/drawing/2014/main" id="{FD527E59-132B-6545-B5D4-B1605D6352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7" y="1847"/>
              <a:ext cx="108" cy="95"/>
            </a:xfrm>
            <a:custGeom>
              <a:avLst/>
              <a:gdLst/>
              <a:ahLst/>
              <a:cxnLst>
                <a:cxn ang="0">
                  <a:pos x="171" y="54"/>
                </a:cxn>
                <a:cxn ang="0">
                  <a:pos x="162" y="50"/>
                </a:cxn>
                <a:cxn ang="0">
                  <a:pos x="159" y="50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0"/>
                </a:cxn>
                <a:cxn ang="0">
                  <a:pos x="84" y="70"/>
                </a:cxn>
                <a:cxn ang="0">
                  <a:pos x="155" y="39"/>
                </a:cxn>
                <a:cxn ang="0">
                  <a:pos x="158" y="37"/>
                </a:cxn>
                <a:cxn ang="0">
                  <a:pos x="162" y="27"/>
                </a:cxn>
                <a:cxn ang="0">
                  <a:pos x="156" y="18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27" y="10"/>
                </a:cxn>
                <a:cxn ang="0">
                  <a:pos x="8" y="59"/>
                </a:cxn>
                <a:cxn ang="0">
                  <a:pos x="1" y="94"/>
                </a:cxn>
                <a:cxn ang="0">
                  <a:pos x="5" y="104"/>
                </a:cxn>
                <a:cxn ang="0">
                  <a:pos x="32" y="126"/>
                </a:cxn>
                <a:cxn ang="0">
                  <a:pos x="78" y="153"/>
                </a:cxn>
                <a:cxn ang="0">
                  <a:pos x="109" y="140"/>
                </a:cxn>
                <a:cxn ang="0">
                  <a:pos x="110" y="139"/>
                </a:cxn>
                <a:cxn ang="0">
                  <a:pos x="142" y="108"/>
                </a:cxn>
                <a:cxn ang="0">
                  <a:pos x="172" y="66"/>
                </a:cxn>
                <a:cxn ang="0">
                  <a:pos x="171" y="54"/>
                </a:cxn>
                <a:cxn ang="0">
                  <a:pos x="171" y="54"/>
                </a:cxn>
                <a:cxn ang="0">
                  <a:pos x="171" y="54"/>
                </a:cxn>
              </a:cxnLst>
              <a:rect l="0" t="0" r="r" b="b"/>
              <a:pathLst>
                <a:path w="174" h="153">
                  <a:moveTo>
                    <a:pt x="171" y="54"/>
                  </a:moveTo>
                  <a:cubicBezTo>
                    <a:pt x="169" y="51"/>
                    <a:pt x="165" y="50"/>
                    <a:pt x="162" y="50"/>
                  </a:cubicBezTo>
                  <a:cubicBezTo>
                    <a:pt x="161" y="50"/>
                    <a:pt x="160" y="50"/>
                    <a:pt x="159" y="50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3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6" y="38"/>
                    <a:pt x="157" y="38"/>
                    <a:pt x="158" y="37"/>
                  </a:cubicBezTo>
                  <a:cubicBezTo>
                    <a:pt x="161" y="35"/>
                    <a:pt x="162" y="31"/>
                    <a:pt x="162" y="27"/>
                  </a:cubicBezTo>
                  <a:cubicBezTo>
                    <a:pt x="161" y="23"/>
                    <a:pt x="159" y="20"/>
                    <a:pt x="156" y="18"/>
                  </a:cubicBezTo>
                  <a:cubicBezTo>
                    <a:pt x="131" y="5"/>
                    <a:pt x="74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6" y="0"/>
                    <a:pt x="35" y="4"/>
                    <a:pt x="27" y="10"/>
                  </a:cubicBezTo>
                  <a:cubicBezTo>
                    <a:pt x="14" y="21"/>
                    <a:pt x="11" y="40"/>
                    <a:pt x="8" y="59"/>
                  </a:cubicBezTo>
                  <a:cubicBezTo>
                    <a:pt x="7" y="71"/>
                    <a:pt x="5" y="82"/>
                    <a:pt x="1" y="94"/>
                  </a:cubicBezTo>
                  <a:cubicBezTo>
                    <a:pt x="0" y="98"/>
                    <a:pt x="1" y="102"/>
                    <a:pt x="5" y="104"/>
                  </a:cubicBezTo>
                  <a:cubicBezTo>
                    <a:pt x="15" y="111"/>
                    <a:pt x="24" y="119"/>
                    <a:pt x="32" y="126"/>
                  </a:cubicBezTo>
                  <a:cubicBezTo>
                    <a:pt x="47" y="140"/>
                    <a:pt x="61" y="153"/>
                    <a:pt x="78" y="153"/>
                  </a:cubicBezTo>
                  <a:cubicBezTo>
                    <a:pt x="87" y="153"/>
                    <a:pt x="97" y="149"/>
                    <a:pt x="109" y="140"/>
                  </a:cubicBezTo>
                  <a:cubicBezTo>
                    <a:pt x="109" y="140"/>
                    <a:pt x="110" y="139"/>
                    <a:pt x="110" y="139"/>
                  </a:cubicBezTo>
                  <a:cubicBezTo>
                    <a:pt x="115" y="135"/>
                    <a:pt x="128" y="123"/>
                    <a:pt x="142" y="108"/>
                  </a:cubicBezTo>
                  <a:cubicBezTo>
                    <a:pt x="153" y="97"/>
                    <a:pt x="167" y="80"/>
                    <a:pt x="172" y="66"/>
                  </a:cubicBezTo>
                  <a:cubicBezTo>
                    <a:pt x="174" y="62"/>
                    <a:pt x="174" y="57"/>
                    <a:pt x="171" y="54"/>
                  </a:cubicBezTo>
                  <a:close/>
                  <a:moveTo>
                    <a:pt x="171" y="54"/>
                  </a:moveTo>
                  <a:cubicBezTo>
                    <a:pt x="171" y="54"/>
                    <a:pt x="171" y="54"/>
                    <a:pt x="171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6" name="Freeform 31">
              <a:extLst>
                <a:ext uri="{FF2B5EF4-FFF2-40B4-BE49-F238E27FC236}">
                  <a16:creationId xmlns:a16="http://schemas.microsoft.com/office/drawing/2014/main" id="{6ECC1BD5-2336-2B40-9F46-1C5A6DDC5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737"/>
              <a:ext cx="105" cy="102"/>
            </a:xfrm>
            <a:custGeom>
              <a:avLst/>
              <a:gdLst/>
              <a:ahLst/>
              <a:cxnLst>
                <a:cxn ang="0">
                  <a:pos x="40" y="148"/>
                </a:cxn>
                <a:cxn ang="0">
                  <a:pos x="41" y="159"/>
                </a:cxn>
                <a:cxn ang="0">
                  <a:pos x="49" y="164"/>
                </a:cxn>
                <a:cxn ang="0">
                  <a:pos x="52" y="163"/>
                </a:cxn>
                <a:cxn ang="0">
                  <a:pos x="99" y="141"/>
                </a:cxn>
                <a:cxn ang="0">
                  <a:pos x="135" y="116"/>
                </a:cxn>
                <a:cxn ang="0">
                  <a:pos x="136" y="115"/>
                </a:cxn>
                <a:cxn ang="0">
                  <a:pos x="138" y="37"/>
                </a:cxn>
                <a:cxn ang="0">
                  <a:pos x="121" y="6"/>
                </a:cxn>
                <a:cxn ang="0">
                  <a:pos x="112" y="0"/>
                </a:cxn>
                <a:cxn ang="0">
                  <a:pos x="111" y="0"/>
                </a:cxn>
                <a:cxn ang="0">
                  <a:pos x="92" y="1"/>
                </a:cxn>
                <a:cxn ang="0">
                  <a:pos x="76" y="1"/>
                </a:cxn>
                <a:cxn ang="0">
                  <a:pos x="62" y="1"/>
                </a:cxn>
                <a:cxn ang="0">
                  <a:pos x="24" y="10"/>
                </a:cxn>
                <a:cxn ang="0">
                  <a:pos x="9" y="41"/>
                </a:cxn>
                <a:cxn ang="0">
                  <a:pos x="9" y="138"/>
                </a:cxn>
                <a:cxn ang="0">
                  <a:pos x="16" y="145"/>
                </a:cxn>
                <a:cxn ang="0">
                  <a:pos x="19" y="146"/>
                </a:cxn>
                <a:cxn ang="0">
                  <a:pos x="27" y="143"/>
                </a:cxn>
                <a:cxn ang="0">
                  <a:pos x="29" y="141"/>
                </a:cxn>
                <a:cxn ang="0">
                  <a:pos x="72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8"/>
                </a:cxn>
                <a:cxn ang="0">
                  <a:pos x="40" y="148"/>
                </a:cxn>
                <a:cxn ang="0">
                  <a:pos x="40" y="148"/>
                </a:cxn>
                <a:cxn ang="0">
                  <a:pos x="40" y="148"/>
                </a:cxn>
              </a:cxnLst>
              <a:rect l="0" t="0" r="r" b="b"/>
              <a:pathLst>
                <a:path w="169" h="164">
                  <a:moveTo>
                    <a:pt x="40" y="148"/>
                  </a:moveTo>
                  <a:cubicBezTo>
                    <a:pt x="38" y="152"/>
                    <a:pt x="38" y="156"/>
                    <a:pt x="41" y="159"/>
                  </a:cubicBezTo>
                  <a:cubicBezTo>
                    <a:pt x="43" y="162"/>
                    <a:pt x="46" y="164"/>
                    <a:pt x="49" y="164"/>
                  </a:cubicBezTo>
                  <a:cubicBezTo>
                    <a:pt x="50" y="164"/>
                    <a:pt x="51" y="164"/>
                    <a:pt x="52" y="163"/>
                  </a:cubicBezTo>
                  <a:cubicBezTo>
                    <a:pt x="67" y="160"/>
                    <a:pt x="86" y="150"/>
                    <a:pt x="99" y="141"/>
                  </a:cubicBezTo>
                  <a:cubicBezTo>
                    <a:pt x="116" y="130"/>
                    <a:pt x="130" y="120"/>
                    <a:pt x="135" y="116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69" y="87"/>
                    <a:pt x="154" y="62"/>
                    <a:pt x="138" y="37"/>
                  </a:cubicBezTo>
                  <a:cubicBezTo>
                    <a:pt x="132" y="27"/>
                    <a:pt x="125" y="17"/>
                    <a:pt x="121" y="6"/>
                  </a:cubicBezTo>
                  <a:cubicBezTo>
                    <a:pt x="119" y="2"/>
                    <a:pt x="116" y="0"/>
                    <a:pt x="112" y="0"/>
                  </a:cubicBezTo>
                  <a:cubicBezTo>
                    <a:pt x="112" y="0"/>
                    <a:pt x="112" y="0"/>
                    <a:pt x="111" y="0"/>
                  </a:cubicBezTo>
                  <a:cubicBezTo>
                    <a:pt x="105" y="1"/>
                    <a:pt x="98" y="1"/>
                    <a:pt x="92" y="1"/>
                  </a:cubicBezTo>
                  <a:cubicBezTo>
                    <a:pt x="86" y="1"/>
                    <a:pt x="81" y="1"/>
                    <a:pt x="76" y="1"/>
                  </a:cubicBezTo>
                  <a:cubicBezTo>
                    <a:pt x="71" y="1"/>
                    <a:pt x="66" y="1"/>
                    <a:pt x="62" y="1"/>
                  </a:cubicBezTo>
                  <a:cubicBezTo>
                    <a:pt x="47" y="1"/>
                    <a:pt x="34" y="2"/>
                    <a:pt x="24" y="10"/>
                  </a:cubicBezTo>
                  <a:cubicBezTo>
                    <a:pt x="17" y="17"/>
                    <a:pt x="11" y="27"/>
                    <a:pt x="9" y="41"/>
                  </a:cubicBezTo>
                  <a:cubicBezTo>
                    <a:pt x="6" y="54"/>
                    <a:pt x="0" y="111"/>
                    <a:pt x="9" y="138"/>
                  </a:cubicBezTo>
                  <a:cubicBezTo>
                    <a:pt x="10" y="142"/>
                    <a:pt x="13" y="145"/>
                    <a:pt x="16" y="145"/>
                  </a:cubicBezTo>
                  <a:cubicBezTo>
                    <a:pt x="17" y="146"/>
                    <a:pt x="18" y="146"/>
                    <a:pt x="19" y="146"/>
                  </a:cubicBezTo>
                  <a:cubicBezTo>
                    <a:pt x="22" y="146"/>
                    <a:pt x="24" y="145"/>
                    <a:pt x="27" y="143"/>
                  </a:cubicBezTo>
                  <a:cubicBezTo>
                    <a:pt x="27" y="143"/>
                    <a:pt x="28" y="142"/>
                    <a:pt x="29" y="141"/>
                  </a:cubicBezTo>
                  <a:cubicBezTo>
                    <a:pt x="72" y="77"/>
                    <a:pt x="72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4" y="77"/>
                    <a:pt x="74" y="77"/>
                    <a:pt x="73" y="78"/>
                  </a:cubicBezTo>
                  <a:lnTo>
                    <a:pt x="40" y="148"/>
                  </a:lnTo>
                  <a:close/>
                  <a:moveTo>
                    <a:pt x="40" y="148"/>
                  </a:moveTo>
                  <a:cubicBezTo>
                    <a:pt x="40" y="148"/>
                    <a:pt x="40" y="148"/>
                    <a:pt x="40" y="14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7" name="Freeform 32">
              <a:extLst>
                <a:ext uri="{FF2B5EF4-FFF2-40B4-BE49-F238E27FC236}">
                  <a16:creationId xmlns:a16="http://schemas.microsoft.com/office/drawing/2014/main" id="{A2824208-F6F6-3446-AC20-C06A71FA2F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834"/>
              <a:ext cx="110" cy="95"/>
            </a:xfrm>
            <a:custGeom>
              <a:avLst/>
              <a:gdLst/>
              <a:ahLst/>
              <a:cxnLst>
                <a:cxn ang="0">
                  <a:pos x="163" y="52"/>
                </a:cxn>
                <a:cxn ang="0">
                  <a:pos x="114" y="0"/>
                </a:cxn>
                <a:cxn ang="0">
                  <a:pos x="104" y="1"/>
                </a:cxn>
                <a:cxn ang="0">
                  <a:pos x="11" y="32"/>
                </a:cxn>
                <a:cxn ang="0">
                  <a:pos x="7" y="43"/>
                </a:cxn>
                <a:cxn ang="0">
                  <a:pos x="15" y="52"/>
                </a:cxn>
                <a:cxn ang="0">
                  <a:pos x="90" y="73"/>
                </a:cxn>
                <a:cxn ang="0">
                  <a:pos x="90" y="73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13" y="64"/>
                </a:cxn>
                <a:cxn ang="0">
                  <a:pos x="11" y="64"/>
                </a:cxn>
                <a:cxn ang="0">
                  <a:pos x="4" y="67"/>
                </a:cxn>
                <a:cxn ang="0">
                  <a:pos x="0" y="77"/>
                </a:cxn>
                <a:cxn ang="0">
                  <a:pos x="1" y="81"/>
                </a:cxn>
                <a:cxn ang="0">
                  <a:pos x="75" y="145"/>
                </a:cxn>
                <a:cxn ang="0">
                  <a:pos x="102" y="154"/>
                </a:cxn>
                <a:cxn ang="0">
                  <a:pos x="128" y="144"/>
                </a:cxn>
                <a:cxn ang="0">
                  <a:pos x="149" y="121"/>
                </a:cxn>
                <a:cxn ang="0">
                  <a:pos x="157" y="112"/>
                </a:cxn>
                <a:cxn ang="0">
                  <a:pos x="173" y="96"/>
                </a:cxn>
                <a:cxn ang="0">
                  <a:pos x="175" y="85"/>
                </a:cxn>
                <a:cxn ang="0">
                  <a:pos x="163" y="52"/>
                </a:cxn>
                <a:cxn ang="0">
                  <a:pos x="163" y="52"/>
                </a:cxn>
                <a:cxn ang="0">
                  <a:pos x="163" y="52"/>
                </a:cxn>
              </a:cxnLst>
              <a:rect l="0" t="0" r="r" b="b"/>
              <a:pathLst>
                <a:path w="177" h="154">
                  <a:moveTo>
                    <a:pt x="163" y="52"/>
                  </a:moveTo>
                  <a:cubicBezTo>
                    <a:pt x="155" y="25"/>
                    <a:pt x="147" y="0"/>
                    <a:pt x="114" y="0"/>
                  </a:cubicBezTo>
                  <a:cubicBezTo>
                    <a:pt x="111" y="0"/>
                    <a:pt x="107" y="0"/>
                    <a:pt x="104" y="1"/>
                  </a:cubicBezTo>
                  <a:cubicBezTo>
                    <a:pt x="90" y="3"/>
                    <a:pt x="34" y="15"/>
                    <a:pt x="11" y="32"/>
                  </a:cubicBezTo>
                  <a:cubicBezTo>
                    <a:pt x="8" y="35"/>
                    <a:pt x="6" y="39"/>
                    <a:pt x="7" y="43"/>
                  </a:cubicBezTo>
                  <a:cubicBezTo>
                    <a:pt x="8" y="47"/>
                    <a:pt x="11" y="51"/>
                    <a:pt x="15" y="5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2" y="64"/>
                    <a:pt x="12" y="64"/>
                    <a:pt x="11" y="64"/>
                  </a:cubicBezTo>
                  <a:cubicBezTo>
                    <a:pt x="9" y="64"/>
                    <a:pt x="6" y="65"/>
                    <a:pt x="4" y="67"/>
                  </a:cubicBezTo>
                  <a:cubicBezTo>
                    <a:pt x="1" y="69"/>
                    <a:pt x="0" y="73"/>
                    <a:pt x="0" y="77"/>
                  </a:cubicBezTo>
                  <a:cubicBezTo>
                    <a:pt x="0" y="78"/>
                    <a:pt x="1" y="80"/>
                    <a:pt x="1" y="81"/>
                  </a:cubicBezTo>
                  <a:cubicBezTo>
                    <a:pt x="16" y="106"/>
                    <a:pt x="63" y="138"/>
                    <a:pt x="75" y="145"/>
                  </a:cubicBezTo>
                  <a:cubicBezTo>
                    <a:pt x="85" y="151"/>
                    <a:pt x="94" y="154"/>
                    <a:pt x="102" y="154"/>
                  </a:cubicBezTo>
                  <a:cubicBezTo>
                    <a:pt x="111" y="154"/>
                    <a:pt x="120" y="151"/>
                    <a:pt x="128" y="144"/>
                  </a:cubicBezTo>
                  <a:cubicBezTo>
                    <a:pt x="135" y="138"/>
                    <a:pt x="142" y="130"/>
                    <a:pt x="149" y="121"/>
                  </a:cubicBezTo>
                  <a:cubicBezTo>
                    <a:pt x="152" y="118"/>
                    <a:pt x="154" y="115"/>
                    <a:pt x="157" y="112"/>
                  </a:cubicBezTo>
                  <a:cubicBezTo>
                    <a:pt x="162" y="106"/>
                    <a:pt x="167" y="101"/>
                    <a:pt x="173" y="96"/>
                  </a:cubicBezTo>
                  <a:cubicBezTo>
                    <a:pt x="176" y="93"/>
                    <a:pt x="177" y="88"/>
                    <a:pt x="175" y="85"/>
                  </a:cubicBezTo>
                  <a:cubicBezTo>
                    <a:pt x="170" y="74"/>
                    <a:pt x="166" y="63"/>
                    <a:pt x="163" y="52"/>
                  </a:cubicBezTo>
                  <a:close/>
                  <a:moveTo>
                    <a:pt x="163" y="52"/>
                  </a:moveTo>
                  <a:cubicBezTo>
                    <a:pt x="163" y="52"/>
                    <a:pt x="163" y="52"/>
                    <a:pt x="163" y="5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08" name="Freeform 33">
              <a:extLst>
                <a:ext uri="{FF2B5EF4-FFF2-40B4-BE49-F238E27FC236}">
                  <a16:creationId xmlns:a16="http://schemas.microsoft.com/office/drawing/2014/main" id="{A639FEC4-EBA0-4849-8B1D-851A167887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8" y="1839"/>
              <a:ext cx="43" cy="39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0" y="4"/>
                </a:cxn>
                <a:cxn ang="0">
                  <a:pos x="9" y="48"/>
                </a:cxn>
                <a:cxn ang="0">
                  <a:pos x="36" y="63"/>
                </a:cxn>
                <a:cxn ang="0">
                  <a:pos x="52" y="59"/>
                </a:cxn>
                <a:cxn ang="0">
                  <a:pos x="59" y="53"/>
                </a:cxn>
                <a:cxn ang="0">
                  <a:pos x="63" y="15"/>
                </a:cxn>
                <a:cxn ang="0">
                  <a:pos x="36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</a:cxnLst>
              <a:rect l="0" t="0" r="r" b="b"/>
              <a:pathLst>
                <a:path w="70" h="63">
                  <a:moveTo>
                    <a:pt x="33" y="0"/>
                  </a:moveTo>
                  <a:cubicBezTo>
                    <a:pt x="28" y="0"/>
                    <a:pt x="24" y="2"/>
                    <a:pt x="20" y="4"/>
                  </a:cubicBezTo>
                  <a:cubicBezTo>
                    <a:pt x="5" y="13"/>
                    <a:pt x="0" y="33"/>
                    <a:pt x="9" y="48"/>
                  </a:cubicBezTo>
                  <a:cubicBezTo>
                    <a:pt x="15" y="58"/>
                    <a:pt x="25" y="63"/>
                    <a:pt x="36" y="63"/>
                  </a:cubicBezTo>
                  <a:cubicBezTo>
                    <a:pt x="41" y="63"/>
                    <a:pt x="47" y="62"/>
                    <a:pt x="52" y="59"/>
                  </a:cubicBezTo>
                  <a:cubicBezTo>
                    <a:pt x="55" y="57"/>
                    <a:pt x="57" y="55"/>
                    <a:pt x="59" y="53"/>
                  </a:cubicBezTo>
                  <a:cubicBezTo>
                    <a:pt x="68" y="43"/>
                    <a:pt x="70" y="27"/>
                    <a:pt x="63" y="15"/>
                  </a:cubicBezTo>
                  <a:cubicBezTo>
                    <a:pt x="57" y="5"/>
                    <a:pt x="46" y="0"/>
                    <a:pt x="36" y="0"/>
                  </a:cubicBezTo>
                  <a:cubicBezTo>
                    <a:pt x="35" y="0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09" name="Group 36">
            <a:extLst>
              <a:ext uri="{FF2B5EF4-FFF2-40B4-BE49-F238E27FC236}">
                <a16:creationId xmlns:a16="http://schemas.microsoft.com/office/drawing/2014/main" id="{860FD2C2-1AEB-1045-AC3A-FCB14BD2CF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9994" y="3235185"/>
            <a:ext cx="631114" cy="581323"/>
            <a:chOff x="419" y="2309"/>
            <a:chExt cx="507" cy="467"/>
          </a:xfrm>
          <a:solidFill>
            <a:srgbClr val="42929D"/>
          </a:solidFill>
        </p:grpSpPr>
        <p:sp>
          <p:nvSpPr>
            <p:cNvPr id="210" name="Freeform 37">
              <a:extLst>
                <a:ext uri="{FF2B5EF4-FFF2-40B4-BE49-F238E27FC236}">
                  <a16:creationId xmlns:a16="http://schemas.microsoft.com/office/drawing/2014/main" id="{4234FEC4-EE16-934F-BB6E-50AE3B852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close/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close/>
                  <a:moveTo>
                    <a:pt x="290" y="318"/>
                  </a:moveTo>
                  <a:lnTo>
                    <a:pt x="290" y="31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1" name="Freeform 38">
              <a:extLst>
                <a:ext uri="{FF2B5EF4-FFF2-40B4-BE49-F238E27FC236}">
                  <a16:creationId xmlns:a16="http://schemas.microsoft.com/office/drawing/2014/main" id="{D602634D-C01F-CB40-A4D8-C3D59A136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moveTo>
                    <a:pt x="290" y="318"/>
                  </a:moveTo>
                  <a:lnTo>
                    <a:pt x="290" y="31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2" name="Freeform 39">
              <a:extLst>
                <a:ext uri="{FF2B5EF4-FFF2-40B4-BE49-F238E27FC236}">
                  <a16:creationId xmlns:a16="http://schemas.microsoft.com/office/drawing/2014/main" id="{ABD9FA4A-6D80-A248-ACF2-D6B35FF7EA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" y="2321"/>
              <a:ext cx="49" cy="101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14" y="58"/>
                </a:cxn>
                <a:cxn ang="0">
                  <a:pos x="28" y="35"/>
                </a:cxn>
                <a:cxn ang="0">
                  <a:pos x="14" y="0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0" y="35"/>
                </a:cxn>
              </a:cxnLst>
              <a:rect l="0" t="0" r="r" b="b"/>
              <a:pathLst>
                <a:path w="28" h="58">
                  <a:moveTo>
                    <a:pt x="0" y="35"/>
                  </a:moveTo>
                  <a:cubicBezTo>
                    <a:pt x="0" y="51"/>
                    <a:pt x="6" y="58"/>
                    <a:pt x="14" y="58"/>
                  </a:cubicBezTo>
                  <a:cubicBezTo>
                    <a:pt x="22" y="58"/>
                    <a:pt x="28" y="51"/>
                    <a:pt x="28" y="35"/>
                  </a:cubicBezTo>
                  <a:cubicBezTo>
                    <a:pt x="28" y="18"/>
                    <a:pt x="14" y="0"/>
                    <a:pt x="14" y="0"/>
                  </a:cubicBezTo>
                  <a:cubicBezTo>
                    <a:pt x="14" y="0"/>
                    <a:pt x="0" y="18"/>
                    <a:pt x="0" y="35"/>
                  </a:cubicBezTo>
                  <a:close/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13" name="Group 42">
            <a:extLst>
              <a:ext uri="{FF2B5EF4-FFF2-40B4-BE49-F238E27FC236}">
                <a16:creationId xmlns:a16="http://schemas.microsoft.com/office/drawing/2014/main" id="{9AA0E24C-E3E8-D242-BAA1-C5F6C90AE67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071" y="4158049"/>
            <a:ext cx="643048" cy="612554"/>
            <a:chOff x="2111" y="2341"/>
            <a:chExt cx="485" cy="462"/>
          </a:xfrm>
          <a:solidFill>
            <a:srgbClr val="42929D"/>
          </a:solidFill>
        </p:grpSpPr>
        <p:sp>
          <p:nvSpPr>
            <p:cNvPr id="214" name="Freeform 43">
              <a:extLst>
                <a:ext uri="{FF2B5EF4-FFF2-40B4-BE49-F238E27FC236}">
                  <a16:creationId xmlns:a16="http://schemas.microsoft.com/office/drawing/2014/main" id="{A4439D95-9E0C-E043-B45A-C49F21E4F3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341"/>
              <a:ext cx="485" cy="462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39" y="6"/>
                </a:cxn>
                <a:cxn ang="0">
                  <a:pos x="39" y="58"/>
                </a:cxn>
                <a:cxn ang="0">
                  <a:pos x="45" y="64"/>
                </a:cxn>
                <a:cxn ang="0">
                  <a:pos x="71" y="64"/>
                </a:cxn>
                <a:cxn ang="0">
                  <a:pos x="65" y="84"/>
                </a:cxn>
                <a:cxn ang="0">
                  <a:pos x="38" y="89"/>
                </a:cxn>
                <a:cxn ang="0">
                  <a:pos x="32" y="89"/>
                </a:cxn>
                <a:cxn ang="0">
                  <a:pos x="16" y="73"/>
                </a:cxn>
                <a:cxn ang="0">
                  <a:pos x="16" y="61"/>
                </a:cxn>
                <a:cxn ang="0">
                  <a:pos x="25" y="45"/>
                </a:cxn>
                <a:cxn ang="0">
                  <a:pos x="12" y="29"/>
                </a:cxn>
                <a:cxn ang="0">
                  <a:pos x="0" y="45"/>
                </a:cxn>
                <a:cxn ang="0">
                  <a:pos x="9" y="61"/>
                </a:cxn>
                <a:cxn ang="0">
                  <a:pos x="9" y="73"/>
                </a:cxn>
                <a:cxn ang="0">
                  <a:pos x="32" y="97"/>
                </a:cxn>
                <a:cxn ang="0">
                  <a:pos x="38" y="97"/>
                </a:cxn>
                <a:cxn ang="0">
                  <a:pos x="43" y="97"/>
                </a:cxn>
                <a:cxn ang="0">
                  <a:pos x="70" y="89"/>
                </a:cxn>
                <a:cxn ang="0">
                  <a:pos x="78" y="64"/>
                </a:cxn>
                <a:cxn ang="0">
                  <a:pos x="96" y="64"/>
                </a:cxn>
                <a:cxn ang="0">
                  <a:pos x="102" y="58"/>
                </a:cxn>
                <a:cxn ang="0">
                  <a:pos x="102" y="6"/>
                </a:cxn>
                <a:cxn ang="0">
                  <a:pos x="96" y="0"/>
                </a:cxn>
                <a:cxn ang="0">
                  <a:pos x="45" y="0"/>
                </a:cxn>
                <a:cxn ang="0">
                  <a:pos x="72" y="54"/>
                </a:cxn>
                <a:cxn ang="0">
                  <a:pos x="49" y="32"/>
                </a:cxn>
                <a:cxn ang="0">
                  <a:pos x="72" y="10"/>
                </a:cxn>
                <a:cxn ang="0">
                  <a:pos x="94" y="32"/>
                </a:cxn>
                <a:cxn ang="0">
                  <a:pos x="72" y="54"/>
                </a:cxn>
                <a:cxn ang="0">
                  <a:pos x="72" y="54"/>
                </a:cxn>
                <a:cxn ang="0">
                  <a:pos x="72" y="54"/>
                </a:cxn>
              </a:cxnLst>
              <a:rect l="0" t="0" r="r" b="b"/>
              <a:pathLst>
                <a:path w="102" h="97">
                  <a:moveTo>
                    <a:pt x="45" y="0"/>
                  </a:moveTo>
                  <a:cubicBezTo>
                    <a:pt x="42" y="0"/>
                    <a:pt x="39" y="3"/>
                    <a:pt x="39" y="6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9" y="61"/>
                    <a:pt x="42" y="64"/>
                    <a:pt x="45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73"/>
                    <a:pt x="69" y="80"/>
                    <a:pt x="65" y="84"/>
                  </a:cubicBezTo>
                  <a:cubicBezTo>
                    <a:pt x="59" y="90"/>
                    <a:pt x="48" y="90"/>
                    <a:pt x="38" y="89"/>
                  </a:cubicBezTo>
                  <a:cubicBezTo>
                    <a:pt x="36" y="89"/>
                    <a:pt x="34" y="89"/>
                    <a:pt x="32" y="89"/>
                  </a:cubicBezTo>
                  <a:cubicBezTo>
                    <a:pt x="17" y="89"/>
                    <a:pt x="16" y="74"/>
                    <a:pt x="16" y="73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21" y="59"/>
                    <a:pt x="25" y="53"/>
                    <a:pt x="25" y="45"/>
                  </a:cubicBezTo>
                  <a:cubicBezTo>
                    <a:pt x="25" y="36"/>
                    <a:pt x="19" y="29"/>
                    <a:pt x="12" y="29"/>
                  </a:cubicBezTo>
                  <a:cubicBezTo>
                    <a:pt x="6" y="29"/>
                    <a:pt x="0" y="36"/>
                    <a:pt x="0" y="45"/>
                  </a:cubicBezTo>
                  <a:cubicBezTo>
                    <a:pt x="0" y="52"/>
                    <a:pt x="4" y="58"/>
                    <a:pt x="9" y="61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81"/>
                    <a:pt x="14" y="97"/>
                    <a:pt x="32" y="97"/>
                  </a:cubicBezTo>
                  <a:cubicBezTo>
                    <a:pt x="34" y="97"/>
                    <a:pt x="36" y="97"/>
                    <a:pt x="38" y="97"/>
                  </a:cubicBezTo>
                  <a:cubicBezTo>
                    <a:pt x="39" y="97"/>
                    <a:pt x="41" y="97"/>
                    <a:pt x="43" y="97"/>
                  </a:cubicBezTo>
                  <a:cubicBezTo>
                    <a:pt x="53" y="97"/>
                    <a:pt x="63" y="96"/>
                    <a:pt x="70" y="89"/>
                  </a:cubicBezTo>
                  <a:cubicBezTo>
                    <a:pt x="75" y="84"/>
                    <a:pt x="78" y="76"/>
                    <a:pt x="78" y="64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100" y="64"/>
                    <a:pt x="102" y="61"/>
                    <a:pt x="102" y="58"/>
                  </a:cubicBezTo>
                  <a:cubicBezTo>
                    <a:pt x="102" y="6"/>
                    <a:pt x="102" y="6"/>
                    <a:pt x="102" y="6"/>
                  </a:cubicBezTo>
                  <a:cubicBezTo>
                    <a:pt x="102" y="3"/>
                    <a:pt x="100" y="0"/>
                    <a:pt x="96" y="0"/>
                  </a:cubicBezTo>
                  <a:lnTo>
                    <a:pt x="45" y="0"/>
                  </a:lnTo>
                  <a:close/>
                  <a:moveTo>
                    <a:pt x="72" y="54"/>
                  </a:moveTo>
                  <a:cubicBezTo>
                    <a:pt x="59" y="54"/>
                    <a:pt x="49" y="44"/>
                    <a:pt x="49" y="32"/>
                  </a:cubicBezTo>
                  <a:cubicBezTo>
                    <a:pt x="49" y="20"/>
                    <a:pt x="59" y="10"/>
                    <a:pt x="72" y="10"/>
                  </a:cubicBezTo>
                  <a:cubicBezTo>
                    <a:pt x="84" y="10"/>
                    <a:pt x="94" y="20"/>
                    <a:pt x="94" y="32"/>
                  </a:cubicBezTo>
                  <a:cubicBezTo>
                    <a:pt x="94" y="44"/>
                    <a:pt x="84" y="54"/>
                    <a:pt x="72" y="54"/>
                  </a:cubicBezTo>
                  <a:close/>
                  <a:moveTo>
                    <a:pt x="72" y="54"/>
                  </a:moveTo>
                  <a:cubicBezTo>
                    <a:pt x="72" y="54"/>
                    <a:pt x="72" y="54"/>
                    <a:pt x="72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5" name="Freeform 44">
              <a:extLst>
                <a:ext uri="{FF2B5EF4-FFF2-40B4-BE49-F238E27FC236}">
                  <a16:creationId xmlns:a16="http://schemas.microsoft.com/office/drawing/2014/main" id="{C72FDE25-9BF4-F145-9ECB-30831D68C1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72" y="2413"/>
              <a:ext cx="162" cy="16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0" y="17"/>
                </a:cxn>
                <a:cxn ang="0">
                  <a:pos x="17" y="3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17" y="30"/>
                </a:cxn>
                <a:cxn ang="0">
                  <a:pos x="4" y="17"/>
                </a:cxn>
                <a:cxn ang="0">
                  <a:pos x="17" y="4"/>
                </a:cxn>
                <a:cxn ang="0">
                  <a:pos x="30" y="17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</a:cxnLst>
              <a:rect l="0" t="0" r="r" b="b"/>
              <a:pathLst>
                <a:path w="34" h="34"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lose/>
                  <a:moveTo>
                    <a:pt x="17" y="30"/>
                  </a:moveTo>
                  <a:cubicBezTo>
                    <a:pt x="17" y="30"/>
                    <a:pt x="17" y="30"/>
                    <a:pt x="17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6" name="Freeform 45">
              <a:extLst>
                <a:ext uri="{FF2B5EF4-FFF2-40B4-BE49-F238E27FC236}">
                  <a16:creationId xmlns:a16="http://schemas.microsoft.com/office/drawing/2014/main" id="{D5C90338-DB5D-FD4C-9A05-AA627328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451"/>
              <a:ext cx="9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7" name="Freeform 46">
              <a:extLst>
                <a:ext uri="{FF2B5EF4-FFF2-40B4-BE49-F238E27FC236}">
                  <a16:creationId xmlns:a16="http://schemas.microsoft.com/office/drawing/2014/main" id="{D141CAE6-F323-C744-9156-ECDC88A1FE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522"/>
              <a:ext cx="10" cy="1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8" name="Freeform 47">
              <a:extLst>
                <a:ext uri="{FF2B5EF4-FFF2-40B4-BE49-F238E27FC236}">
                  <a16:creationId xmlns:a16="http://schemas.microsoft.com/office/drawing/2014/main" id="{38B6AAE7-9D28-8441-A9F8-9F7E6C54EE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6" y="2489"/>
              <a:ext cx="9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19" name="Freeform 48">
              <a:extLst>
                <a:ext uri="{FF2B5EF4-FFF2-40B4-BE49-F238E27FC236}">
                  <a16:creationId xmlns:a16="http://schemas.microsoft.com/office/drawing/2014/main" id="{40AAB011-4133-C04E-978C-74F7C0CB1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6" y="2489"/>
              <a:ext cx="10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0" name="Freeform 49">
              <a:extLst>
                <a:ext uri="{FF2B5EF4-FFF2-40B4-BE49-F238E27FC236}">
                  <a16:creationId xmlns:a16="http://schemas.microsoft.com/office/drawing/2014/main" id="{4671CB70-9551-C743-80A9-61903773B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522"/>
              <a:ext cx="9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1" y="0"/>
                    <a:pt x="1" y="0"/>
                    <a:pt x="0" y="1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1" name="Freeform 50">
              <a:extLst>
                <a:ext uri="{FF2B5EF4-FFF2-40B4-BE49-F238E27FC236}">
                  <a16:creationId xmlns:a16="http://schemas.microsoft.com/office/drawing/2014/main" id="{49284B85-0932-0344-AEDA-506EA0FFC9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451"/>
              <a:ext cx="10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2" name="Freeform 51">
              <a:extLst>
                <a:ext uri="{FF2B5EF4-FFF2-40B4-BE49-F238E27FC236}">
                  <a16:creationId xmlns:a16="http://schemas.microsoft.com/office/drawing/2014/main" id="{BA50812A-D598-1140-B2AD-38D27A35D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9" y="2455"/>
              <a:ext cx="28" cy="5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0" y="8"/>
                </a:cxn>
                <a:cxn ang="0">
                  <a:pos x="3" y="11"/>
                </a:cxn>
                <a:cxn ang="0">
                  <a:pos x="6" y="8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6" h="11">
                  <a:moveTo>
                    <a:pt x="4" y="5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3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0"/>
                    <a:pt x="1" y="11"/>
                    <a:pt x="3" y="11"/>
                  </a:cubicBezTo>
                  <a:cubicBezTo>
                    <a:pt x="4" y="11"/>
                    <a:pt x="6" y="10"/>
                    <a:pt x="6" y="8"/>
                  </a:cubicBezTo>
                  <a:cubicBezTo>
                    <a:pt x="6" y="7"/>
                    <a:pt x="5" y="6"/>
                    <a:pt x="4" y="5"/>
                  </a:cubicBezTo>
                  <a:close/>
                  <a:moveTo>
                    <a:pt x="4" y="5"/>
                  </a:moveTo>
                  <a:cubicBezTo>
                    <a:pt x="4" y="5"/>
                    <a:pt x="4" y="5"/>
                    <a:pt x="4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3" name="Freeform 52">
              <a:extLst>
                <a:ext uri="{FF2B5EF4-FFF2-40B4-BE49-F238E27FC236}">
                  <a16:creationId xmlns:a16="http://schemas.microsoft.com/office/drawing/2014/main" id="{80F9E687-FBB8-9E44-A6E9-C275F9D68E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4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4" name="Freeform 53">
              <a:extLst>
                <a:ext uri="{FF2B5EF4-FFF2-40B4-BE49-F238E27FC236}">
                  <a16:creationId xmlns:a16="http://schemas.microsoft.com/office/drawing/2014/main" id="{8833F93A-51CC-A44F-8A88-A64E8829C1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5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25" name="Group 107">
            <a:extLst>
              <a:ext uri="{FF2B5EF4-FFF2-40B4-BE49-F238E27FC236}">
                <a16:creationId xmlns:a16="http://schemas.microsoft.com/office/drawing/2014/main" id="{38D7F781-0D13-C54A-9049-0A7ED1F07401}"/>
              </a:ext>
            </a:extLst>
          </p:cNvPr>
          <p:cNvGrpSpPr/>
          <p:nvPr/>
        </p:nvGrpSpPr>
        <p:grpSpPr>
          <a:xfrm>
            <a:off x="2920733" y="4200177"/>
            <a:ext cx="560520" cy="563496"/>
            <a:chOff x="7839075" y="1611313"/>
            <a:chExt cx="896938" cy="901700"/>
          </a:xfrm>
          <a:solidFill>
            <a:srgbClr val="42929D"/>
          </a:solidFill>
        </p:grpSpPr>
        <p:sp>
          <p:nvSpPr>
            <p:cNvPr id="226" name="Freeform 73">
              <a:extLst>
                <a:ext uri="{FF2B5EF4-FFF2-40B4-BE49-F238E27FC236}">
                  <a16:creationId xmlns:a16="http://schemas.microsoft.com/office/drawing/2014/main" id="{F9EBFDCF-707D-294A-9780-9D1DF2B9C4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9075" y="1611313"/>
              <a:ext cx="896938" cy="901700"/>
            </a:xfrm>
            <a:custGeom>
              <a:avLst/>
              <a:gdLst/>
              <a:ahLst/>
              <a:cxnLst>
                <a:cxn ang="0">
                  <a:pos x="289" y="212"/>
                </a:cxn>
                <a:cxn ang="0">
                  <a:pos x="105" y="28"/>
                </a:cxn>
                <a:cxn ang="0">
                  <a:pos x="111" y="22"/>
                </a:cxn>
                <a:cxn ang="0">
                  <a:pos x="89" y="0"/>
                </a:cxn>
                <a:cxn ang="0">
                  <a:pos x="0" y="89"/>
                </a:cxn>
                <a:cxn ang="0">
                  <a:pos x="22" y="111"/>
                </a:cxn>
                <a:cxn ang="0">
                  <a:pos x="28" y="105"/>
                </a:cxn>
                <a:cxn ang="0">
                  <a:pos x="212" y="290"/>
                </a:cxn>
                <a:cxn ang="0">
                  <a:pos x="289" y="290"/>
                </a:cxn>
                <a:cxn ang="0">
                  <a:pos x="289" y="212"/>
                </a:cxn>
                <a:cxn ang="0">
                  <a:pos x="273" y="273"/>
                </a:cxn>
                <a:cxn ang="0">
                  <a:pos x="226" y="273"/>
                </a:cxn>
                <a:cxn ang="0">
                  <a:pos x="52" y="99"/>
                </a:cxn>
                <a:cxn ang="0">
                  <a:pos x="99" y="52"/>
                </a:cxn>
                <a:cxn ang="0">
                  <a:pos x="273" y="226"/>
                </a:cxn>
                <a:cxn ang="0">
                  <a:pos x="273" y="273"/>
                </a:cxn>
                <a:cxn ang="0">
                  <a:pos x="273" y="273"/>
                </a:cxn>
                <a:cxn ang="0">
                  <a:pos x="273" y="273"/>
                </a:cxn>
              </a:cxnLst>
              <a:rect l="0" t="0" r="r" b="b"/>
              <a:pathLst>
                <a:path w="310" h="311">
                  <a:moveTo>
                    <a:pt x="289" y="212"/>
                  </a:moveTo>
                  <a:cubicBezTo>
                    <a:pt x="105" y="28"/>
                    <a:pt x="105" y="28"/>
                    <a:pt x="105" y="28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33" y="311"/>
                    <a:pt x="268" y="311"/>
                    <a:pt x="289" y="290"/>
                  </a:cubicBezTo>
                  <a:cubicBezTo>
                    <a:pt x="310" y="268"/>
                    <a:pt x="310" y="234"/>
                    <a:pt x="289" y="212"/>
                  </a:cubicBezTo>
                  <a:close/>
                  <a:moveTo>
                    <a:pt x="273" y="273"/>
                  </a:moveTo>
                  <a:cubicBezTo>
                    <a:pt x="260" y="286"/>
                    <a:pt x="239" y="286"/>
                    <a:pt x="226" y="273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273" y="226"/>
                    <a:pt x="273" y="226"/>
                    <a:pt x="273" y="226"/>
                  </a:cubicBezTo>
                  <a:cubicBezTo>
                    <a:pt x="286" y="239"/>
                    <a:pt x="286" y="260"/>
                    <a:pt x="273" y="273"/>
                  </a:cubicBezTo>
                  <a:close/>
                  <a:moveTo>
                    <a:pt x="273" y="273"/>
                  </a:moveTo>
                  <a:cubicBezTo>
                    <a:pt x="273" y="273"/>
                    <a:pt x="273" y="273"/>
                    <a:pt x="273" y="2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27" name="Freeform 74">
              <a:extLst>
                <a:ext uri="{FF2B5EF4-FFF2-40B4-BE49-F238E27FC236}">
                  <a16:creationId xmlns:a16="http://schemas.microsoft.com/office/drawing/2014/main" id="{A9DD85E9-ED4F-A145-86C9-CD9CADD6EE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75625" y="1993900"/>
              <a:ext cx="447675" cy="403225"/>
            </a:xfrm>
            <a:custGeom>
              <a:avLst/>
              <a:gdLst/>
              <a:ahLst/>
              <a:cxnLst>
                <a:cxn ang="0">
                  <a:pos x="56" y="13"/>
                </a:cxn>
                <a:cxn ang="0">
                  <a:pos x="31" y="9"/>
                </a:cxn>
                <a:cxn ang="0">
                  <a:pos x="0" y="12"/>
                </a:cxn>
                <a:cxn ang="0">
                  <a:pos x="120" y="131"/>
                </a:cxn>
                <a:cxn ang="0">
                  <a:pos x="147" y="131"/>
                </a:cxn>
                <a:cxn ang="0">
                  <a:pos x="147" y="104"/>
                </a:cxn>
                <a:cxn ang="0">
                  <a:pos x="56" y="13"/>
                </a:cxn>
                <a:cxn ang="0">
                  <a:pos x="56" y="13"/>
                </a:cxn>
                <a:cxn ang="0">
                  <a:pos x="56" y="13"/>
                </a:cxn>
              </a:cxnLst>
              <a:rect l="0" t="0" r="r" b="b"/>
              <a:pathLst>
                <a:path w="155" h="139">
                  <a:moveTo>
                    <a:pt x="56" y="13"/>
                  </a:moveTo>
                  <a:cubicBezTo>
                    <a:pt x="56" y="13"/>
                    <a:pt x="42" y="0"/>
                    <a:pt x="31" y="9"/>
                  </a:cubicBezTo>
                  <a:cubicBezTo>
                    <a:pt x="19" y="18"/>
                    <a:pt x="0" y="12"/>
                    <a:pt x="0" y="1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7" y="139"/>
                    <a:pt x="139" y="139"/>
                    <a:pt x="147" y="131"/>
                  </a:cubicBezTo>
                  <a:cubicBezTo>
                    <a:pt x="155" y="124"/>
                    <a:pt x="155" y="111"/>
                    <a:pt x="147" y="104"/>
                  </a:cubicBezTo>
                  <a:lnTo>
                    <a:pt x="56" y="13"/>
                  </a:lnTo>
                  <a:close/>
                  <a:moveTo>
                    <a:pt x="56" y="13"/>
                  </a:moveTo>
                  <a:cubicBezTo>
                    <a:pt x="56" y="13"/>
                    <a:pt x="56" y="13"/>
                    <a:pt x="56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28" name="Group 69">
            <a:extLst>
              <a:ext uri="{FF2B5EF4-FFF2-40B4-BE49-F238E27FC236}">
                <a16:creationId xmlns:a16="http://schemas.microsoft.com/office/drawing/2014/main" id="{BF73F6BE-4FA6-E147-BAF9-4EF9340D71CA}"/>
              </a:ext>
            </a:extLst>
          </p:cNvPr>
          <p:cNvGrpSpPr/>
          <p:nvPr/>
        </p:nvGrpSpPr>
        <p:grpSpPr>
          <a:xfrm>
            <a:off x="10279756" y="3362165"/>
            <a:ext cx="617399" cy="454343"/>
            <a:chOff x="8085138" y="895350"/>
            <a:chExt cx="619125" cy="455613"/>
          </a:xfrm>
          <a:solidFill>
            <a:srgbClr val="42929D"/>
          </a:solidFill>
        </p:grpSpPr>
        <p:sp>
          <p:nvSpPr>
            <p:cNvPr id="229" name="Freeform 87">
              <a:extLst>
                <a:ext uri="{FF2B5EF4-FFF2-40B4-BE49-F238E27FC236}">
                  <a16:creationId xmlns:a16="http://schemas.microsoft.com/office/drawing/2014/main" id="{BADF162B-F39D-254F-81E4-2B7D21ADA1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138" y="895350"/>
              <a:ext cx="369888" cy="328613"/>
            </a:xfrm>
            <a:custGeom>
              <a:avLst/>
              <a:gdLst/>
              <a:ahLst/>
              <a:cxnLst>
                <a:cxn ang="0">
                  <a:pos x="80" y="113"/>
                </a:cxn>
                <a:cxn ang="0">
                  <a:pos x="82" y="104"/>
                </a:cxn>
                <a:cxn ang="0">
                  <a:pos x="119" y="47"/>
                </a:cxn>
                <a:cxn ang="0">
                  <a:pos x="128" y="41"/>
                </a:cxn>
                <a:cxn ang="0">
                  <a:pos x="72" y="6"/>
                </a:cxn>
                <a:cxn ang="0">
                  <a:pos x="49" y="0"/>
                </a:cxn>
                <a:cxn ang="0">
                  <a:pos x="12" y="21"/>
                </a:cxn>
                <a:cxn ang="0">
                  <a:pos x="26" y="80"/>
                </a:cxn>
                <a:cxn ang="0">
                  <a:pos x="80" y="113"/>
                </a:cxn>
                <a:cxn ang="0">
                  <a:pos x="23" y="28"/>
                </a:cxn>
                <a:cxn ang="0">
                  <a:pos x="49" y="13"/>
                </a:cxn>
                <a:cxn ang="0">
                  <a:pos x="65" y="18"/>
                </a:cxn>
                <a:cxn ang="0">
                  <a:pos x="104" y="41"/>
                </a:cxn>
                <a:cxn ang="0">
                  <a:pos x="72" y="92"/>
                </a:cxn>
                <a:cxn ang="0">
                  <a:pos x="33" y="69"/>
                </a:cxn>
                <a:cxn ang="0">
                  <a:pos x="23" y="28"/>
                </a:cxn>
                <a:cxn ang="0">
                  <a:pos x="23" y="28"/>
                </a:cxn>
                <a:cxn ang="0">
                  <a:pos x="23" y="28"/>
                </a:cxn>
              </a:cxnLst>
              <a:rect l="0" t="0" r="r" b="b"/>
              <a:pathLst>
                <a:path w="128" h="113">
                  <a:moveTo>
                    <a:pt x="80" y="113"/>
                  </a:moveTo>
                  <a:cubicBezTo>
                    <a:pt x="82" y="104"/>
                    <a:pt x="82" y="104"/>
                    <a:pt x="82" y="104"/>
                  </a:cubicBezTo>
                  <a:cubicBezTo>
                    <a:pt x="86" y="86"/>
                    <a:pt x="95" y="61"/>
                    <a:pt x="119" y="47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65" y="2"/>
                    <a:pt x="57" y="0"/>
                    <a:pt x="49" y="0"/>
                  </a:cubicBezTo>
                  <a:cubicBezTo>
                    <a:pt x="34" y="0"/>
                    <a:pt x="20" y="8"/>
                    <a:pt x="12" y="21"/>
                  </a:cubicBezTo>
                  <a:cubicBezTo>
                    <a:pt x="0" y="41"/>
                    <a:pt x="6" y="68"/>
                    <a:pt x="26" y="80"/>
                  </a:cubicBezTo>
                  <a:lnTo>
                    <a:pt x="80" y="113"/>
                  </a:lnTo>
                  <a:close/>
                  <a:moveTo>
                    <a:pt x="23" y="28"/>
                  </a:moveTo>
                  <a:cubicBezTo>
                    <a:pt x="29" y="19"/>
                    <a:pt x="38" y="13"/>
                    <a:pt x="49" y="13"/>
                  </a:cubicBezTo>
                  <a:cubicBezTo>
                    <a:pt x="55" y="13"/>
                    <a:pt x="60" y="15"/>
                    <a:pt x="65" y="18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85" y="56"/>
                    <a:pt x="76" y="77"/>
                    <a:pt x="72" y="92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19" y="60"/>
                    <a:pt x="15" y="42"/>
                    <a:pt x="23" y="28"/>
                  </a:cubicBezTo>
                  <a:close/>
                  <a:moveTo>
                    <a:pt x="23" y="28"/>
                  </a:moveTo>
                  <a:cubicBezTo>
                    <a:pt x="23" y="28"/>
                    <a:pt x="23" y="28"/>
                    <a:pt x="23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0" name="Freeform 88">
              <a:extLst>
                <a:ext uri="{FF2B5EF4-FFF2-40B4-BE49-F238E27FC236}">
                  <a16:creationId xmlns:a16="http://schemas.microsoft.com/office/drawing/2014/main" id="{D92EFE4C-3380-4643-B209-47FC2443C0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1838" y="1038225"/>
              <a:ext cx="352425" cy="312738"/>
            </a:xfrm>
            <a:custGeom>
              <a:avLst/>
              <a:gdLst/>
              <a:ahLst/>
              <a:cxnLst>
                <a:cxn ang="0">
                  <a:pos x="97" y="31"/>
                </a:cxn>
                <a:cxn ang="0">
                  <a:pos x="46" y="0"/>
                </a:cxn>
                <a:cxn ang="0">
                  <a:pos x="45" y="1"/>
                </a:cxn>
                <a:cxn ang="0">
                  <a:pos x="30" y="10"/>
                </a:cxn>
                <a:cxn ang="0">
                  <a:pos x="79" y="40"/>
                </a:cxn>
                <a:cxn ang="0">
                  <a:pos x="80" y="45"/>
                </a:cxn>
                <a:cxn ang="0">
                  <a:pos x="77" y="47"/>
                </a:cxn>
                <a:cxn ang="0">
                  <a:pos x="74" y="46"/>
                </a:cxn>
                <a:cxn ang="0">
                  <a:pos x="24" y="15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54" y="102"/>
                </a:cxn>
                <a:cxn ang="0">
                  <a:pos x="75" y="108"/>
                </a:cxn>
                <a:cxn ang="0">
                  <a:pos x="111" y="88"/>
                </a:cxn>
                <a:cxn ang="0">
                  <a:pos x="97" y="31"/>
                </a:cxn>
                <a:cxn ang="0">
                  <a:pos x="97" y="31"/>
                </a:cxn>
                <a:cxn ang="0">
                  <a:pos x="97" y="31"/>
                </a:cxn>
              </a:cxnLst>
              <a:rect l="0" t="0" r="r" b="b"/>
              <a:pathLst>
                <a:path w="122" h="108">
                  <a:moveTo>
                    <a:pt x="97" y="31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9" y="3"/>
                    <a:pt x="34" y="6"/>
                    <a:pt x="30" y="1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0" y="41"/>
                    <a:pt x="81" y="43"/>
                    <a:pt x="80" y="45"/>
                  </a:cubicBezTo>
                  <a:cubicBezTo>
                    <a:pt x="79" y="46"/>
                    <a:pt x="78" y="47"/>
                    <a:pt x="77" y="47"/>
                  </a:cubicBezTo>
                  <a:cubicBezTo>
                    <a:pt x="76" y="47"/>
                    <a:pt x="75" y="47"/>
                    <a:pt x="74" y="46"/>
                  </a:cubicBezTo>
                  <a:cubicBezTo>
                    <a:pt x="74" y="46"/>
                    <a:pt x="24" y="15"/>
                    <a:pt x="24" y="15"/>
                  </a:cubicBezTo>
                  <a:cubicBezTo>
                    <a:pt x="6" y="32"/>
                    <a:pt x="1" y="56"/>
                    <a:pt x="0" y="6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60" y="106"/>
                    <a:pt x="68" y="108"/>
                    <a:pt x="75" y="108"/>
                  </a:cubicBezTo>
                  <a:cubicBezTo>
                    <a:pt x="90" y="108"/>
                    <a:pt x="103" y="100"/>
                    <a:pt x="111" y="88"/>
                  </a:cubicBezTo>
                  <a:cubicBezTo>
                    <a:pt x="122" y="69"/>
                    <a:pt x="116" y="43"/>
                    <a:pt x="97" y="31"/>
                  </a:cubicBez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31" name="Freeform 18">
            <a:extLst>
              <a:ext uri="{FF2B5EF4-FFF2-40B4-BE49-F238E27FC236}">
                <a16:creationId xmlns:a16="http://schemas.microsoft.com/office/drawing/2014/main" id="{A0BFCB97-A4E7-D041-8D1F-5BBA9A142599}"/>
              </a:ext>
            </a:extLst>
          </p:cNvPr>
          <p:cNvSpPr>
            <a:spLocks noEditPoints="1"/>
          </p:cNvSpPr>
          <p:nvPr/>
        </p:nvSpPr>
        <p:spPr bwMode="auto">
          <a:xfrm>
            <a:off x="9350457" y="3279228"/>
            <a:ext cx="575365" cy="537280"/>
          </a:xfrm>
          <a:custGeom>
            <a:avLst/>
            <a:gdLst/>
            <a:ahLst/>
            <a:cxnLst>
              <a:cxn ang="0">
                <a:pos x="136" y="124"/>
              </a:cxn>
              <a:cxn ang="0">
                <a:pos x="139" y="116"/>
              </a:cxn>
              <a:cxn ang="0">
                <a:pos x="55" y="24"/>
              </a:cxn>
              <a:cxn ang="0">
                <a:pos x="44" y="28"/>
              </a:cxn>
              <a:cxn ang="0">
                <a:pos x="37" y="19"/>
              </a:cxn>
              <a:cxn ang="0">
                <a:pos x="25" y="8"/>
              </a:cxn>
              <a:cxn ang="0">
                <a:pos x="3" y="44"/>
              </a:cxn>
              <a:cxn ang="0">
                <a:pos x="20" y="39"/>
              </a:cxn>
              <a:cxn ang="0">
                <a:pos x="24" y="49"/>
              </a:cxn>
              <a:cxn ang="0">
                <a:pos x="108" y="133"/>
              </a:cxn>
              <a:cxn ang="0">
                <a:pos x="133" y="128"/>
              </a:cxn>
              <a:cxn ang="0">
                <a:pos x="176" y="163"/>
              </a:cxn>
              <a:cxn ang="0">
                <a:pos x="133" y="116"/>
              </a:cxn>
              <a:cxn ang="0">
                <a:pos x="112" y="127"/>
              </a:cxn>
              <a:cxn ang="0">
                <a:pos x="34" y="50"/>
              </a:cxn>
              <a:cxn ang="0">
                <a:pos x="19" y="29"/>
              </a:cxn>
              <a:cxn ang="0">
                <a:pos x="8" y="39"/>
              </a:cxn>
              <a:cxn ang="0">
                <a:pos x="30" y="12"/>
              </a:cxn>
              <a:cxn ang="0">
                <a:pos x="32" y="14"/>
              </a:cxn>
              <a:cxn ang="0">
                <a:pos x="40" y="34"/>
              </a:cxn>
              <a:cxn ang="0">
                <a:pos x="51" y="30"/>
              </a:cxn>
              <a:cxn ang="0">
                <a:pos x="63" y="41"/>
              </a:cxn>
              <a:cxn ang="0">
                <a:pos x="50" y="59"/>
              </a:cxn>
              <a:cxn ang="0">
                <a:pos x="66" y="44"/>
              </a:cxn>
              <a:cxn ang="0">
                <a:pos x="70" y="47"/>
              </a:cxn>
              <a:cxn ang="0">
                <a:pos x="60" y="58"/>
              </a:cxn>
              <a:cxn ang="0">
                <a:pos x="63" y="61"/>
              </a:cxn>
              <a:cxn ang="0">
                <a:pos x="73" y="50"/>
              </a:cxn>
              <a:cxn ang="0">
                <a:pos x="76" y="53"/>
              </a:cxn>
              <a:cxn ang="0">
                <a:pos x="64" y="71"/>
              </a:cxn>
              <a:cxn ang="0">
                <a:pos x="80" y="56"/>
              </a:cxn>
              <a:cxn ang="0">
                <a:pos x="83" y="59"/>
              </a:cxn>
              <a:cxn ang="0">
                <a:pos x="79" y="64"/>
              </a:cxn>
              <a:cxn ang="0">
                <a:pos x="68" y="76"/>
              </a:cxn>
              <a:cxn ang="0">
                <a:pos x="106" y="115"/>
              </a:cxn>
              <a:cxn ang="0">
                <a:pos x="107" y="117"/>
              </a:cxn>
              <a:cxn ang="0">
                <a:pos x="115" y="123"/>
              </a:cxn>
              <a:cxn ang="0">
                <a:pos x="130" y="107"/>
              </a:cxn>
              <a:cxn ang="0">
                <a:pos x="122" y="100"/>
              </a:cxn>
              <a:cxn ang="0">
                <a:pos x="84" y="65"/>
              </a:cxn>
              <a:cxn ang="0">
                <a:pos x="87" y="62"/>
              </a:cxn>
              <a:cxn ang="0">
                <a:pos x="133" y="116"/>
              </a:cxn>
              <a:cxn ang="0">
                <a:pos x="116" y="118"/>
              </a:cxn>
              <a:cxn ang="0">
                <a:pos x="114" y="118"/>
              </a:cxn>
              <a:cxn ang="0">
                <a:pos x="77" y="82"/>
              </a:cxn>
              <a:cxn ang="0">
                <a:pos x="116" y="116"/>
              </a:cxn>
              <a:cxn ang="0">
                <a:pos x="116" y="116"/>
              </a:cxn>
            </a:cxnLst>
            <a:rect l="0" t="0" r="r" b="b"/>
            <a:pathLst>
              <a:path w="176" h="164">
                <a:moveTo>
                  <a:pt x="175" y="160"/>
                </a:moveTo>
                <a:cubicBezTo>
                  <a:pt x="136" y="124"/>
                  <a:pt x="136" y="124"/>
                  <a:pt x="136" y="124"/>
                </a:cubicBezTo>
                <a:cubicBezTo>
                  <a:pt x="138" y="122"/>
                  <a:pt x="139" y="119"/>
                  <a:pt x="139" y="117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41" y="101"/>
                  <a:pt x="140" y="100"/>
                  <a:pt x="138" y="99"/>
                </a:cubicBezTo>
                <a:cubicBezTo>
                  <a:pt x="55" y="24"/>
                  <a:pt x="55" y="24"/>
                  <a:pt x="55" y="24"/>
                </a:cubicBezTo>
                <a:cubicBezTo>
                  <a:pt x="53" y="22"/>
                  <a:pt x="49" y="22"/>
                  <a:pt x="47" y="24"/>
                </a:cubicBezTo>
                <a:cubicBezTo>
                  <a:pt x="44" y="28"/>
                  <a:pt x="44" y="28"/>
                  <a:pt x="44" y="28"/>
                </a:cubicBezTo>
                <a:cubicBezTo>
                  <a:pt x="36" y="21"/>
                  <a:pt x="36" y="21"/>
                  <a:pt x="36" y="21"/>
                </a:cubicBezTo>
                <a:cubicBezTo>
                  <a:pt x="37" y="19"/>
                  <a:pt x="37" y="19"/>
                  <a:pt x="37" y="19"/>
                </a:cubicBezTo>
                <a:cubicBezTo>
                  <a:pt x="43" y="13"/>
                  <a:pt x="44" y="7"/>
                  <a:pt x="40" y="4"/>
                </a:cubicBezTo>
                <a:cubicBezTo>
                  <a:pt x="36" y="0"/>
                  <a:pt x="30" y="2"/>
                  <a:pt x="25" y="8"/>
                </a:cubicBezTo>
                <a:cubicBezTo>
                  <a:pt x="6" y="29"/>
                  <a:pt x="6" y="29"/>
                  <a:pt x="6" y="29"/>
                </a:cubicBezTo>
                <a:cubicBezTo>
                  <a:pt x="1" y="35"/>
                  <a:pt x="0" y="41"/>
                  <a:pt x="3" y="44"/>
                </a:cubicBezTo>
                <a:cubicBezTo>
                  <a:pt x="7" y="48"/>
                  <a:pt x="13" y="46"/>
                  <a:pt x="18" y="40"/>
                </a:cubicBezTo>
                <a:cubicBezTo>
                  <a:pt x="20" y="39"/>
                  <a:pt x="20" y="39"/>
                  <a:pt x="20" y="39"/>
                </a:cubicBezTo>
                <a:cubicBezTo>
                  <a:pt x="27" y="46"/>
                  <a:pt x="27" y="46"/>
                  <a:pt x="27" y="46"/>
                </a:cubicBezTo>
                <a:cubicBezTo>
                  <a:pt x="24" y="49"/>
                  <a:pt x="24" y="49"/>
                  <a:pt x="24" y="49"/>
                </a:cubicBezTo>
                <a:cubicBezTo>
                  <a:pt x="22" y="51"/>
                  <a:pt x="22" y="55"/>
                  <a:pt x="25" y="57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12" y="136"/>
                  <a:pt x="126" y="132"/>
                  <a:pt x="126" y="132"/>
                </a:cubicBezTo>
                <a:cubicBezTo>
                  <a:pt x="128" y="131"/>
                  <a:pt x="131" y="130"/>
                  <a:pt x="133" y="128"/>
                </a:cubicBezTo>
                <a:cubicBezTo>
                  <a:pt x="172" y="163"/>
                  <a:pt x="172" y="163"/>
                  <a:pt x="172" y="163"/>
                </a:cubicBezTo>
                <a:cubicBezTo>
                  <a:pt x="173" y="164"/>
                  <a:pt x="175" y="164"/>
                  <a:pt x="176" y="163"/>
                </a:cubicBezTo>
                <a:cubicBezTo>
                  <a:pt x="176" y="162"/>
                  <a:pt x="176" y="161"/>
                  <a:pt x="175" y="160"/>
                </a:cubicBezTo>
                <a:close/>
                <a:moveTo>
                  <a:pt x="133" y="116"/>
                </a:moveTo>
                <a:cubicBezTo>
                  <a:pt x="132" y="119"/>
                  <a:pt x="127" y="124"/>
                  <a:pt x="124" y="125"/>
                </a:cubicBezTo>
                <a:cubicBezTo>
                  <a:pt x="120" y="126"/>
                  <a:pt x="114" y="127"/>
                  <a:pt x="112" y="127"/>
                </a:cubicBezTo>
                <a:cubicBezTo>
                  <a:pt x="30" y="53"/>
                  <a:pt x="30" y="53"/>
                  <a:pt x="30" y="53"/>
                </a:cubicBezTo>
                <a:cubicBezTo>
                  <a:pt x="34" y="50"/>
                  <a:pt x="34" y="50"/>
                  <a:pt x="34" y="50"/>
                </a:cubicBezTo>
                <a:cubicBezTo>
                  <a:pt x="36" y="47"/>
                  <a:pt x="36" y="43"/>
                  <a:pt x="33" y="41"/>
                </a:cubicBezTo>
                <a:cubicBezTo>
                  <a:pt x="19" y="29"/>
                  <a:pt x="19" y="29"/>
                  <a:pt x="19" y="29"/>
                </a:cubicBezTo>
                <a:cubicBezTo>
                  <a:pt x="13" y="36"/>
                  <a:pt x="13" y="36"/>
                  <a:pt x="13" y="36"/>
                </a:cubicBezTo>
                <a:cubicBezTo>
                  <a:pt x="11" y="38"/>
                  <a:pt x="9" y="39"/>
                  <a:pt x="8" y="39"/>
                </a:cubicBezTo>
                <a:cubicBezTo>
                  <a:pt x="8" y="38"/>
                  <a:pt x="9" y="36"/>
                  <a:pt x="11" y="34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0"/>
                  <a:pt x="34" y="9"/>
                  <a:pt x="35" y="9"/>
                </a:cubicBezTo>
                <a:cubicBezTo>
                  <a:pt x="35" y="10"/>
                  <a:pt x="34" y="12"/>
                  <a:pt x="32" y="14"/>
                </a:cubicBezTo>
                <a:cubicBezTo>
                  <a:pt x="26" y="21"/>
                  <a:pt x="26" y="21"/>
                  <a:pt x="26" y="21"/>
                </a:cubicBezTo>
                <a:cubicBezTo>
                  <a:pt x="40" y="34"/>
                  <a:pt x="40" y="34"/>
                  <a:pt x="40" y="34"/>
                </a:cubicBezTo>
                <a:cubicBezTo>
                  <a:pt x="42" y="36"/>
                  <a:pt x="46" y="36"/>
                  <a:pt x="48" y="33"/>
                </a:cubicBezTo>
                <a:cubicBezTo>
                  <a:pt x="51" y="30"/>
                  <a:pt x="51" y="30"/>
                  <a:pt x="51" y="30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1"/>
                  <a:pt x="63" y="41"/>
                  <a:pt x="63" y="41"/>
                </a:cubicBezTo>
                <a:cubicBezTo>
                  <a:pt x="50" y="55"/>
                  <a:pt x="50" y="55"/>
                  <a:pt x="50" y="55"/>
                </a:cubicBezTo>
                <a:cubicBezTo>
                  <a:pt x="49" y="56"/>
                  <a:pt x="49" y="58"/>
                  <a:pt x="50" y="59"/>
                </a:cubicBezTo>
                <a:cubicBezTo>
                  <a:pt x="51" y="59"/>
                  <a:pt x="52" y="59"/>
                  <a:pt x="53" y="58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4"/>
                  <a:pt x="66" y="44"/>
                  <a:pt x="67" y="44"/>
                </a:cubicBezTo>
                <a:cubicBezTo>
                  <a:pt x="70" y="47"/>
                  <a:pt x="70" y="47"/>
                  <a:pt x="70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9"/>
                  <a:pt x="59" y="60"/>
                  <a:pt x="60" y="61"/>
                </a:cubicBezTo>
                <a:cubicBezTo>
                  <a:pt x="61" y="62"/>
                  <a:pt x="62" y="62"/>
                  <a:pt x="63" y="61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3" y="50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6" y="53"/>
                  <a:pt x="76" y="53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8"/>
                  <a:pt x="63" y="70"/>
                  <a:pt x="64" y="71"/>
                </a:cubicBezTo>
                <a:cubicBezTo>
                  <a:pt x="65" y="72"/>
                  <a:pt x="66" y="72"/>
                  <a:pt x="67" y="71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3" y="59"/>
                  <a:pt x="83" y="59"/>
                  <a:pt x="83" y="59"/>
                </a:cubicBezTo>
                <a:cubicBezTo>
                  <a:pt x="83" y="59"/>
                  <a:pt x="83" y="59"/>
                  <a:pt x="83" y="59"/>
                </a:cubicBezTo>
                <a:cubicBezTo>
                  <a:pt x="79" y="64"/>
                  <a:pt x="79" y="64"/>
                  <a:pt x="79" y="64"/>
                </a:cubicBezTo>
                <a:cubicBezTo>
                  <a:pt x="79" y="64"/>
                  <a:pt x="79" y="64"/>
                  <a:pt x="78" y="64"/>
                </a:cubicBezTo>
                <a:cubicBezTo>
                  <a:pt x="68" y="76"/>
                  <a:pt x="68" y="76"/>
                  <a:pt x="68" y="76"/>
                </a:cubicBezTo>
                <a:cubicBezTo>
                  <a:pt x="67" y="77"/>
                  <a:pt x="66" y="79"/>
                  <a:pt x="68" y="80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15" y="123"/>
                  <a:pt x="115" y="123"/>
                  <a:pt x="115" y="123"/>
                </a:cubicBezTo>
                <a:cubicBezTo>
                  <a:pt x="115" y="123"/>
                  <a:pt x="121" y="123"/>
                  <a:pt x="125" y="119"/>
                </a:cubicBezTo>
                <a:cubicBezTo>
                  <a:pt x="130" y="114"/>
                  <a:pt x="130" y="107"/>
                  <a:pt x="130" y="107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1" y="99"/>
                  <a:pt x="121" y="99"/>
                  <a:pt x="121" y="99"/>
                </a:cubicBezTo>
                <a:cubicBezTo>
                  <a:pt x="84" y="65"/>
                  <a:pt x="84" y="65"/>
                  <a:pt x="84" y="65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133" y="104"/>
                  <a:pt x="133" y="104"/>
                  <a:pt x="133" y="104"/>
                </a:cubicBezTo>
                <a:cubicBezTo>
                  <a:pt x="134" y="108"/>
                  <a:pt x="134" y="110"/>
                  <a:pt x="133" y="116"/>
                </a:cubicBezTo>
                <a:close/>
                <a:moveTo>
                  <a:pt x="116" y="116"/>
                </a:moveTo>
                <a:cubicBezTo>
                  <a:pt x="117" y="117"/>
                  <a:pt x="117" y="118"/>
                  <a:pt x="116" y="118"/>
                </a:cubicBezTo>
                <a:cubicBezTo>
                  <a:pt x="116" y="119"/>
                  <a:pt x="116" y="119"/>
                  <a:pt x="115" y="119"/>
                </a:cubicBezTo>
                <a:cubicBezTo>
                  <a:pt x="115" y="119"/>
                  <a:pt x="114" y="119"/>
                  <a:pt x="114" y="118"/>
                </a:cubicBezTo>
                <a:cubicBezTo>
                  <a:pt x="77" y="84"/>
                  <a:pt x="77" y="84"/>
                  <a:pt x="77" y="84"/>
                </a:cubicBezTo>
                <a:cubicBezTo>
                  <a:pt x="77" y="84"/>
                  <a:pt x="77" y="82"/>
                  <a:pt x="77" y="82"/>
                </a:cubicBezTo>
                <a:cubicBezTo>
                  <a:pt x="78" y="81"/>
                  <a:pt x="79" y="81"/>
                  <a:pt x="79" y="82"/>
                </a:cubicBezTo>
                <a:lnTo>
                  <a:pt x="116" y="116"/>
                </a:lnTo>
                <a:close/>
                <a:moveTo>
                  <a:pt x="116" y="116"/>
                </a:moveTo>
                <a:cubicBezTo>
                  <a:pt x="116" y="116"/>
                  <a:pt x="116" y="116"/>
                  <a:pt x="116" y="116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32" name="Group 11">
            <a:extLst>
              <a:ext uri="{FF2B5EF4-FFF2-40B4-BE49-F238E27FC236}">
                <a16:creationId xmlns:a16="http://schemas.microsoft.com/office/drawing/2014/main" id="{F31660D2-7ECB-6241-A7AD-476E57DD8B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28511" y="2270389"/>
            <a:ext cx="438511" cy="603153"/>
            <a:chOff x="1787" y="2114"/>
            <a:chExt cx="277" cy="381"/>
          </a:xfrm>
          <a:solidFill>
            <a:srgbClr val="42929D"/>
          </a:solidFill>
        </p:grpSpPr>
        <p:sp>
          <p:nvSpPr>
            <p:cNvPr id="233" name="Freeform 12">
              <a:extLst>
                <a:ext uri="{FF2B5EF4-FFF2-40B4-BE49-F238E27FC236}">
                  <a16:creationId xmlns:a16="http://schemas.microsoft.com/office/drawing/2014/main" id="{8C05D152-D8FA-ED4B-8F94-4C170CB5A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7" y="2114"/>
              <a:ext cx="277" cy="381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2"/>
                </a:cxn>
                <a:cxn ang="0">
                  <a:pos x="45" y="12"/>
                </a:cxn>
                <a:cxn ang="0">
                  <a:pos x="46" y="9"/>
                </a:cxn>
                <a:cxn ang="0">
                  <a:pos x="37" y="0"/>
                </a:cxn>
                <a:cxn ang="0">
                  <a:pos x="29" y="9"/>
                </a:cxn>
                <a:cxn ang="0">
                  <a:pos x="30" y="12"/>
                </a:cxn>
                <a:cxn ang="0">
                  <a:pos x="21" y="12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6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6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2" y="9"/>
                </a:cxn>
                <a:cxn ang="0">
                  <a:pos x="37" y="3"/>
                </a:cxn>
                <a:cxn ang="0">
                  <a:pos x="42" y="9"/>
                </a:cxn>
                <a:cxn ang="0">
                  <a:pos x="41" y="12"/>
                </a:cxn>
                <a:cxn ang="0">
                  <a:pos x="34" y="12"/>
                </a:cxn>
                <a:cxn ang="0">
                  <a:pos x="32" y="9"/>
                </a:cxn>
                <a:cxn ang="0">
                  <a:pos x="66" y="92"/>
                </a:cxn>
                <a:cxn ang="0">
                  <a:pos x="62" y="95"/>
                </a:cxn>
                <a:cxn ang="0">
                  <a:pos x="10" y="95"/>
                </a:cxn>
                <a:cxn ang="0">
                  <a:pos x="7" y="92"/>
                </a:cxn>
                <a:cxn ang="0">
                  <a:pos x="7" y="30"/>
                </a:cxn>
                <a:cxn ang="0">
                  <a:pos x="10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2" y="26"/>
                </a:cxn>
                <a:cxn ang="0">
                  <a:pos x="66" y="30"/>
                </a:cxn>
                <a:cxn ang="0">
                  <a:pos x="66" y="92"/>
                </a:cxn>
                <a:cxn ang="0">
                  <a:pos x="66" y="92"/>
                </a:cxn>
                <a:cxn ang="0">
                  <a:pos x="66" y="92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4"/>
                    <a:pt x="53" y="12"/>
                    <a:pt x="51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1"/>
                    <a:pt x="46" y="10"/>
                    <a:pt x="46" y="9"/>
                  </a:cubicBezTo>
                  <a:cubicBezTo>
                    <a:pt x="46" y="4"/>
                    <a:pt x="42" y="0"/>
                    <a:pt x="37" y="0"/>
                  </a:cubicBezTo>
                  <a:cubicBezTo>
                    <a:pt x="33" y="0"/>
                    <a:pt x="29" y="4"/>
                    <a:pt x="29" y="9"/>
                  </a:cubicBezTo>
                  <a:cubicBezTo>
                    <a:pt x="29" y="10"/>
                    <a:pt x="29" y="11"/>
                    <a:pt x="30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9" y="12"/>
                    <a:pt x="17" y="14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2"/>
                    <a:pt x="0" y="2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6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2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2" y="9"/>
                  </a:moveTo>
                  <a:cubicBezTo>
                    <a:pt x="32" y="6"/>
                    <a:pt x="35" y="3"/>
                    <a:pt x="37" y="3"/>
                  </a:cubicBezTo>
                  <a:cubicBezTo>
                    <a:pt x="40" y="3"/>
                    <a:pt x="42" y="6"/>
                    <a:pt x="42" y="9"/>
                  </a:cubicBezTo>
                  <a:cubicBezTo>
                    <a:pt x="42" y="10"/>
                    <a:pt x="42" y="11"/>
                    <a:pt x="41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3" y="11"/>
                    <a:pt x="32" y="10"/>
                    <a:pt x="32" y="9"/>
                  </a:cubicBezTo>
                  <a:close/>
                  <a:moveTo>
                    <a:pt x="66" y="92"/>
                  </a:moveTo>
                  <a:cubicBezTo>
                    <a:pt x="66" y="94"/>
                    <a:pt x="64" y="95"/>
                    <a:pt x="62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9" y="95"/>
                    <a:pt x="7" y="94"/>
                    <a:pt x="7" y="92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8"/>
                    <a:pt x="9" y="26"/>
                    <a:pt x="10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4" y="26"/>
                    <a:pt x="66" y="28"/>
                    <a:pt x="66" y="30"/>
                  </a:cubicBezTo>
                  <a:lnTo>
                    <a:pt x="66" y="92"/>
                  </a:lnTo>
                  <a:close/>
                  <a:moveTo>
                    <a:pt x="66" y="92"/>
                  </a:moveTo>
                  <a:cubicBezTo>
                    <a:pt x="66" y="92"/>
                    <a:pt x="66" y="92"/>
                    <a:pt x="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4" name="Freeform 13">
              <a:extLst>
                <a:ext uri="{FF2B5EF4-FFF2-40B4-BE49-F238E27FC236}">
                  <a16:creationId xmlns:a16="http://schemas.microsoft.com/office/drawing/2014/main" id="{4148013B-D366-BA42-AAAB-568EE52D77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2304"/>
              <a:ext cx="99" cy="75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6" y="7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1" y="9"/>
                </a:cxn>
                <a:cxn ang="0">
                  <a:pos x="1" y="12"/>
                </a:cxn>
                <a:cxn ang="0">
                  <a:pos x="9" y="20"/>
                </a:cxn>
                <a:cxn ang="0">
                  <a:pos x="11" y="20"/>
                </a:cxn>
                <a:cxn ang="0">
                  <a:pos x="12" y="20"/>
                </a:cxn>
                <a:cxn ang="0">
                  <a:pos x="25" y="6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</a:cxnLst>
              <a:rect l="0" t="0" r="r" b="b"/>
              <a:pathLst>
                <a:path w="26" h="20">
                  <a:moveTo>
                    <a:pt x="11" y="12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1" y="20"/>
                    <a:pt x="12" y="20"/>
                    <a:pt x="12" y="2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5"/>
                    <a:pt x="26" y="3"/>
                    <a:pt x="25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1" y="0"/>
                    <a:pt x="21" y="1"/>
                    <a:pt x="20" y="1"/>
                  </a:cubicBezTo>
                  <a:lnTo>
                    <a:pt x="11" y="12"/>
                  </a:lnTo>
                  <a:close/>
                  <a:moveTo>
                    <a:pt x="11" y="12"/>
                  </a:moveTo>
                  <a:cubicBezTo>
                    <a:pt x="11" y="12"/>
                    <a:pt x="11" y="12"/>
                    <a:pt x="11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5" name="Freeform 14">
              <a:extLst>
                <a:ext uri="{FF2B5EF4-FFF2-40B4-BE49-F238E27FC236}">
                  <a16:creationId xmlns:a16="http://schemas.microsoft.com/office/drawing/2014/main" id="{7356D26A-7F1F-A44A-9406-D877C832A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2245"/>
              <a:ext cx="193" cy="186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25"/>
                </a:cxn>
                <a:cxn ang="0">
                  <a:pos x="25" y="50"/>
                </a:cxn>
                <a:cxn ang="0">
                  <a:pos x="51" y="25"/>
                </a:cxn>
                <a:cxn ang="0">
                  <a:pos x="25" y="0"/>
                </a:cxn>
                <a:cxn ang="0">
                  <a:pos x="25" y="44"/>
                </a:cxn>
                <a:cxn ang="0">
                  <a:pos x="7" y="25"/>
                </a:cxn>
                <a:cxn ang="0">
                  <a:pos x="25" y="7"/>
                </a:cxn>
                <a:cxn ang="0">
                  <a:pos x="44" y="25"/>
                </a:cxn>
                <a:cxn ang="0">
                  <a:pos x="25" y="44"/>
                </a:cxn>
                <a:cxn ang="0">
                  <a:pos x="25" y="44"/>
                </a:cxn>
                <a:cxn ang="0">
                  <a:pos x="25" y="44"/>
                </a:cxn>
              </a:cxnLst>
              <a:rect l="0" t="0" r="r" b="b"/>
              <a:pathLst>
                <a:path w="51" h="50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1" y="39"/>
                    <a:pt x="51" y="25"/>
                  </a:cubicBezTo>
                  <a:cubicBezTo>
                    <a:pt x="51" y="11"/>
                    <a:pt x="39" y="0"/>
                    <a:pt x="25" y="0"/>
                  </a:cubicBezTo>
                  <a:close/>
                  <a:moveTo>
                    <a:pt x="25" y="44"/>
                  </a:moveTo>
                  <a:cubicBezTo>
                    <a:pt x="15" y="44"/>
                    <a:pt x="7" y="35"/>
                    <a:pt x="7" y="25"/>
                  </a:cubicBezTo>
                  <a:cubicBezTo>
                    <a:pt x="7" y="15"/>
                    <a:pt x="15" y="7"/>
                    <a:pt x="25" y="7"/>
                  </a:cubicBezTo>
                  <a:cubicBezTo>
                    <a:pt x="35" y="7"/>
                    <a:pt x="44" y="15"/>
                    <a:pt x="44" y="25"/>
                  </a:cubicBezTo>
                  <a:cubicBezTo>
                    <a:pt x="44" y="35"/>
                    <a:pt x="35" y="44"/>
                    <a:pt x="25" y="44"/>
                  </a:cubicBezTo>
                  <a:close/>
                  <a:moveTo>
                    <a:pt x="25" y="44"/>
                  </a:moveTo>
                  <a:cubicBezTo>
                    <a:pt x="25" y="44"/>
                    <a:pt x="25" y="44"/>
                    <a:pt x="2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36" name="Group 17">
            <a:extLst>
              <a:ext uri="{FF2B5EF4-FFF2-40B4-BE49-F238E27FC236}">
                <a16:creationId xmlns:a16="http://schemas.microsoft.com/office/drawing/2014/main" id="{8D9AB63A-749B-0443-B087-1B51ABC6D0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32941" y="2305655"/>
            <a:ext cx="500210" cy="567887"/>
            <a:chOff x="1340" y="2128"/>
            <a:chExt cx="340" cy="386"/>
          </a:xfrm>
          <a:solidFill>
            <a:srgbClr val="42929D"/>
          </a:solidFill>
        </p:grpSpPr>
        <p:sp>
          <p:nvSpPr>
            <p:cNvPr id="237" name="Freeform 18">
              <a:extLst>
                <a:ext uri="{FF2B5EF4-FFF2-40B4-BE49-F238E27FC236}">
                  <a16:creationId xmlns:a16="http://schemas.microsoft.com/office/drawing/2014/main" id="{AF7248AD-9212-F541-9ED3-559B316E0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0" y="2128"/>
              <a:ext cx="340" cy="386"/>
            </a:xfrm>
            <a:custGeom>
              <a:avLst/>
              <a:gdLst/>
              <a:ahLst/>
              <a:cxnLst>
                <a:cxn ang="0">
                  <a:pos x="141" y="75"/>
                </a:cxn>
                <a:cxn ang="0">
                  <a:pos x="118" y="53"/>
                </a:cxn>
                <a:cxn ang="0">
                  <a:pos x="96" y="75"/>
                </a:cxn>
                <a:cxn ang="0">
                  <a:pos x="115" y="96"/>
                </a:cxn>
                <a:cxn ang="0">
                  <a:pos x="115" y="120"/>
                </a:cxn>
                <a:cxn ang="0">
                  <a:pos x="82" y="153"/>
                </a:cxn>
                <a:cxn ang="0">
                  <a:pos x="49" y="120"/>
                </a:cxn>
                <a:cxn ang="0">
                  <a:pos x="49" y="93"/>
                </a:cxn>
                <a:cxn ang="0">
                  <a:pos x="73" y="78"/>
                </a:cxn>
                <a:cxn ang="0">
                  <a:pos x="75" y="74"/>
                </a:cxn>
                <a:cxn ang="0">
                  <a:pos x="90" y="30"/>
                </a:cxn>
                <a:cxn ang="0">
                  <a:pos x="66" y="3"/>
                </a:cxn>
                <a:cxn ang="0">
                  <a:pos x="66" y="3"/>
                </a:cxn>
                <a:cxn ang="0">
                  <a:pos x="60" y="0"/>
                </a:cxn>
                <a:cxn ang="0">
                  <a:pos x="55" y="6"/>
                </a:cxn>
                <a:cxn ang="0">
                  <a:pos x="60" y="12"/>
                </a:cxn>
                <a:cxn ang="0">
                  <a:pos x="64" y="10"/>
                </a:cxn>
                <a:cxn ang="0">
                  <a:pos x="64" y="11"/>
                </a:cxn>
                <a:cxn ang="0">
                  <a:pos x="83" y="30"/>
                </a:cxn>
                <a:cxn ang="0">
                  <a:pos x="69" y="69"/>
                </a:cxn>
                <a:cxn ang="0">
                  <a:pos x="65" y="71"/>
                </a:cxn>
                <a:cxn ang="0">
                  <a:pos x="45" y="82"/>
                </a:cxn>
                <a:cxn ang="0">
                  <a:pos x="26" y="71"/>
                </a:cxn>
                <a:cxn ang="0">
                  <a:pos x="22" y="69"/>
                </a:cxn>
                <a:cxn ang="0">
                  <a:pos x="7" y="30"/>
                </a:cxn>
                <a:cxn ang="0">
                  <a:pos x="27" y="11"/>
                </a:cxn>
                <a:cxn ang="0">
                  <a:pos x="27" y="10"/>
                </a:cxn>
                <a:cxn ang="0">
                  <a:pos x="30" y="12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25" y="3"/>
                </a:cxn>
                <a:cxn ang="0">
                  <a:pos x="25" y="3"/>
                </a:cxn>
                <a:cxn ang="0">
                  <a:pos x="0" y="30"/>
                </a:cxn>
                <a:cxn ang="0">
                  <a:pos x="16" y="74"/>
                </a:cxn>
                <a:cxn ang="0">
                  <a:pos x="17" y="78"/>
                </a:cxn>
                <a:cxn ang="0">
                  <a:pos x="42" y="93"/>
                </a:cxn>
                <a:cxn ang="0">
                  <a:pos x="42" y="120"/>
                </a:cxn>
                <a:cxn ang="0">
                  <a:pos x="82" y="160"/>
                </a:cxn>
                <a:cxn ang="0">
                  <a:pos x="122" y="120"/>
                </a:cxn>
                <a:cxn ang="0">
                  <a:pos x="122" y="96"/>
                </a:cxn>
                <a:cxn ang="0">
                  <a:pos x="141" y="75"/>
                </a:cxn>
                <a:cxn ang="0">
                  <a:pos x="118" y="90"/>
                </a:cxn>
                <a:cxn ang="0">
                  <a:pos x="104" y="75"/>
                </a:cxn>
                <a:cxn ang="0">
                  <a:pos x="118" y="60"/>
                </a:cxn>
                <a:cxn ang="0">
                  <a:pos x="133" y="75"/>
                </a:cxn>
                <a:cxn ang="0">
                  <a:pos x="118" y="90"/>
                </a:cxn>
                <a:cxn ang="0">
                  <a:pos x="118" y="90"/>
                </a:cxn>
                <a:cxn ang="0">
                  <a:pos x="118" y="90"/>
                </a:cxn>
              </a:cxnLst>
              <a:rect l="0" t="0" r="r" b="b"/>
              <a:pathLst>
                <a:path w="141" h="160">
                  <a:moveTo>
                    <a:pt x="141" y="75"/>
                  </a:moveTo>
                  <a:cubicBezTo>
                    <a:pt x="141" y="62"/>
                    <a:pt x="131" y="53"/>
                    <a:pt x="118" y="53"/>
                  </a:cubicBezTo>
                  <a:cubicBezTo>
                    <a:pt x="106" y="53"/>
                    <a:pt x="96" y="62"/>
                    <a:pt x="96" y="75"/>
                  </a:cubicBezTo>
                  <a:cubicBezTo>
                    <a:pt x="96" y="86"/>
                    <a:pt x="104" y="95"/>
                    <a:pt x="115" y="96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5" y="138"/>
                    <a:pt x="100" y="153"/>
                    <a:pt x="82" y="153"/>
                  </a:cubicBezTo>
                  <a:cubicBezTo>
                    <a:pt x="64" y="153"/>
                    <a:pt x="49" y="138"/>
                    <a:pt x="49" y="120"/>
                  </a:cubicBezTo>
                  <a:cubicBezTo>
                    <a:pt x="49" y="93"/>
                    <a:pt x="49" y="93"/>
                    <a:pt x="49" y="93"/>
                  </a:cubicBezTo>
                  <a:cubicBezTo>
                    <a:pt x="58" y="92"/>
                    <a:pt x="66" y="87"/>
                    <a:pt x="73" y="78"/>
                  </a:cubicBezTo>
                  <a:cubicBezTo>
                    <a:pt x="74" y="77"/>
                    <a:pt x="75" y="75"/>
                    <a:pt x="75" y="74"/>
                  </a:cubicBezTo>
                  <a:cubicBezTo>
                    <a:pt x="84" y="61"/>
                    <a:pt x="90" y="43"/>
                    <a:pt x="90" y="30"/>
                  </a:cubicBezTo>
                  <a:cubicBezTo>
                    <a:pt x="90" y="9"/>
                    <a:pt x="81" y="7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5" y="1"/>
                    <a:pt x="63" y="0"/>
                    <a:pt x="60" y="0"/>
                  </a:cubicBezTo>
                  <a:cubicBezTo>
                    <a:pt x="57" y="0"/>
                    <a:pt x="55" y="3"/>
                    <a:pt x="55" y="6"/>
                  </a:cubicBezTo>
                  <a:cubicBezTo>
                    <a:pt x="55" y="9"/>
                    <a:pt x="57" y="12"/>
                    <a:pt x="60" y="12"/>
                  </a:cubicBezTo>
                  <a:cubicBezTo>
                    <a:pt x="62" y="12"/>
                    <a:pt x="63" y="11"/>
                    <a:pt x="64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79" y="14"/>
                    <a:pt x="83" y="15"/>
                    <a:pt x="83" y="30"/>
                  </a:cubicBezTo>
                  <a:cubicBezTo>
                    <a:pt x="83" y="42"/>
                    <a:pt x="77" y="58"/>
                    <a:pt x="69" y="69"/>
                  </a:cubicBezTo>
                  <a:cubicBezTo>
                    <a:pt x="67" y="69"/>
                    <a:pt x="66" y="70"/>
                    <a:pt x="65" y="71"/>
                  </a:cubicBezTo>
                  <a:cubicBezTo>
                    <a:pt x="61" y="76"/>
                    <a:pt x="54" y="82"/>
                    <a:pt x="45" y="82"/>
                  </a:cubicBezTo>
                  <a:cubicBezTo>
                    <a:pt x="37" y="82"/>
                    <a:pt x="30" y="76"/>
                    <a:pt x="26" y="71"/>
                  </a:cubicBezTo>
                  <a:cubicBezTo>
                    <a:pt x="25" y="70"/>
                    <a:pt x="23" y="69"/>
                    <a:pt x="22" y="69"/>
                  </a:cubicBezTo>
                  <a:cubicBezTo>
                    <a:pt x="13" y="58"/>
                    <a:pt x="7" y="42"/>
                    <a:pt x="7" y="30"/>
                  </a:cubicBezTo>
                  <a:cubicBezTo>
                    <a:pt x="7" y="15"/>
                    <a:pt x="11" y="14"/>
                    <a:pt x="27" y="11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8" y="11"/>
                    <a:pt x="29" y="12"/>
                    <a:pt x="30" y="12"/>
                  </a:cubicBezTo>
                  <a:cubicBezTo>
                    <a:pt x="33" y="12"/>
                    <a:pt x="36" y="9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ubicBezTo>
                    <a:pt x="28" y="0"/>
                    <a:pt x="26" y="1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9" y="7"/>
                    <a:pt x="0" y="9"/>
                    <a:pt x="0" y="30"/>
                  </a:cubicBezTo>
                  <a:cubicBezTo>
                    <a:pt x="0" y="43"/>
                    <a:pt x="6" y="61"/>
                    <a:pt x="16" y="74"/>
                  </a:cubicBezTo>
                  <a:cubicBezTo>
                    <a:pt x="16" y="76"/>
                    <a:pt x="16" y="77"/>
                    <a:pt x="17" y="78"/>
                  </a:cubicBezTo>
                  <a:cubicBezTo>
                    <a:pt x="25" y="87"/>
                    <a:pt x="33" y="92"/>
                    <a:pt x="42" y="93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42"/>
                    <a:pt x="60" y="160"/>
                    <a:pt x="82" y="160"/>
                  </a:cubicBezTo>
                  <a:cubicBezTo>
                    <a:pt x="104" y="160"/>
                    <a:pt x="122" y="142"/>
                    <a:pt x="122" y="120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33" y="95"/>
                    <a:pt x="141" y="86"/>
                    <a:pt x="141" y="75"/>
                  </a:cubicBezTo>
                  <a:close/>
                  <a:moveTo>
                    <a:pt x="118" y="90"/>
                  </a:moveTo>
                  <a:cubicBezTo>
                    <a:pt x="110" y="90"/>
                    <a:pt x="104" y="83"/>
                    <a:pt x="104" y="75"/>
                  </a:cubicBezTo>
                  <a:cubicBezTo>
                    <a:pt x="104" y="67"/>
                    <a:pt x="110" y="60"/>
                    <a:pt x="118" y="60"/>
                  </a:cubicBezTo>
                  <a:cubicBezTo>
                    <a:pt x="127" y="60"/>
                    <a:pt x="133" y="67"/>
                    <a:pt x="133" y="75"/>
                  </a:cubicBezTo>
                  <a:cubicBezTo>
                    <a:pt x="133" y="83"/>
                    <a:pt x="127" y="90"/>
                    <a:pt x="118" y="90"/>
                  </a:cubicBezTo>
                  <a:close/>
                  <a:moveTo>
                    <a:pt x="118" y="90"/>
                  </a:moveTo>
                  <a:cubicBezTo>
                    <a:pt x="118" y="90"/>
                    <a:pt x="118" y="90"/>
                    <a:pt x="118" y="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8" name="Freeform 19">
              <a:extLst>
                <a:ext uri="{FF2B5EF4-FFF2-40B4-BE49-F238E27FC236}">
                  <a16:creationId xmlns:a16="http://schemas.microsoft.com/office/drawing/2014/main" id="{A9B0D901-F2EA-9B44-96BF-989B95ACC5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8" y="2282"/>
              <a:ext cx="56" cy="5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11"/>
                </a:cxn>
                <a:cxn ang="0">
                  <a:pos x="11" y="22"/>
                </a:cxn>
                <a:cxn ang="0">
                  <a:pos x="23" y="1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3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lose/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39" name="Group 66">
            <a:extLst>
              <a:ext uri="{FF2B5EF4-FFF2-40B4-BE49-F238E27FC236}">
                <a16:creationId xmlns:a16="http://schemas.microsoft.com/office/drawing/2014/main" id="{93F7444F-7A2C-7941-955D-2A751EC66C40}"/>
              </a:ext>
            </a:extLst>
          </p:cNvPr>
          <p:cNvGrpSpPr/>
          <p:nvPr/>
        </p:nvGrpSpPr>
        <p:grpSpPr>
          <a:xfrm>
            <a:off x="11066626" y="5869890"/>
            <a:ext cx="931406" cy="732354"/>
            <a:chOff x="1981200" y="1838326"/>
            <a:chExt cx="393700" cy="309563"/>
          </a:xfrm>
        </p:grpSpPr>
        <p:sp>
          <p:nvSpPr>
            <p:cNvPr id="240" name="Freeform 5">
              <a:extLst>
                <a:ext uri="{FF2B5EF4-FFF2-40B4-BE49-F238E27FC236}">
                  <a16:creationId xmlns:a16="http://schemas.microsoft.com/office/drawing/2014/main" id="{4674F8FD-0FA8-4F49-A177-77715EF45C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838326"/>
              <a:ext cx="393700" cy="96838"/>
            </a:xfrm>
            <a:custGeom>
              <a:avLst/>
              <a:gdLst/>
              <a:ahLst/>
              <a:cxnLst>
                <a:cxn ang="0">
                  <a:pos x="96" y="14"/>
                </a:cxn>
                <a:cxn ang="0">
                  <a:pos x="72" y="14"/>
                </a:cxn>
                <a:cxn ang="0">
                  <a:pos x="72" y="3"/>
                </a:cxn>
                <a:cxn ang="0">
                  <a:pos x="68" y="0"/>
                </a:cxn>
                <a:cxn ang="0">
                  <a:pos x="35" y="0"/>
                </a:cxn>
                <a:cxn ang="0">
                  <a:pos x="32" y="3"/>
                </a:cxn>
                <a:cxn ang="0">
                  <a:pos x="32" y="14"/>
                </a:cxn>
                <a:cxn ang="0">
                  <a:pos x="7" y="14"/>
                </a:cxn>
                <a:cxn ang="0">
                  <a:pos x="0" y="19"/>
                </a:cxn>
                <a:cxn ang="0">
                  <a:pos x="0" y="25"/>
                </a:cxn>
                <a:cxn ang="0">
                  <a:pos x="102" y="25"/>
                </a:cxn>
                <a:cxn ang="0">
                  <a:pos x="102" y="20"/>
                </a:cxn>
                <a:cxn ang="0">
                  <a:pos x="96" y="14"/>
                </a:cxn>
                <a:cxn ang="0">
                  <a:pos x="65" y="14"/>
                </a:cxn>
                <a:cxn ang="0">
                  <a:pos x="39" y="14"/>
                </a:cxn>
                <a:cxn ang="0">
                  <a:pos x="39" y="7"/>
                </a:cxn>
                <a:cxn ang="0">
                  <a:pos x="65" y="7"/>
                </a:cxn>
                <a:cxn ang="0">
                  <a:pos x="65" y="14"/>
                </a:cxn>
                <a:cxn ang="0">
                  <a:pos x="65" y="14"/>
                </a:cxn>
                <a:cxn ang="0">
                  <a:pos x="65" y="14"/>
                </a:cxn>
              </a:cxnLst>
              <a:rect l="0" t="0" r="r" b="b"/>
              <a:pathLst>
                <a:path w="102" h="25">
                  <a:moveTo>
                    <a:pt x="96" y="14"/>
                  </a:moveTo>
                  <a:cubicBezTo>
                    <a:pt x="72" y="14"/>
                    <a:pt x="72" y="14"/>
                    <a:pt x="72" y="1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2"/>
                    <a:pt x="70" y="0"/>
                    <a:pt x="68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2" y="2"/>
                    <a:pt x="32" y="3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6"/>
                    <a:pt x="0" y="1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17"/>
                    <a:pt x="100" y="14"/>
                    <a:pt x="96" y="14"/>
                  </a:cubicBezTo>
                  <a:close/>
                  <a:moveTo>
                    <a:pt x="65" y="14"/>
                  </a:moveTo>
                  <a:cubicBezTo>
                    <a:pt x="39" y="14"/>
                    <a:pt x="39" y="14"/>
                    <a:pt x="39" y="14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65" y="7"/>
                    <a:pt x="65" y="7"/>
                    <a:pt x="65" y="7"/>
                  </a:cubicBezTo>
                  <a:lnTo>
                    <a:pt x="65" y="14"/>
                  </a:lnTo>
                  <a:close/>
                  <a:moveTo>
                    <a:pt x="65" y="14"/>
                  </a:moveTo>
                  <a:cubicBezTo>
                    <a:pt x="65" y="14"/>
                    <a:pt x="65" y="14"/>
                    <a:pt x="65" y="14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1" name="Freeform 6">
              <a:extLst>
                <a:ext uri="{FF2B5EF4-FFF2-40B4-BE49-F238E27FC236}">
                  <a16:creationId xmlns:a16="http://schemas.microsoft.com/office/drawing/2014/main" id="{64E2AA95-3B77-AA49-B415-30CB8FBB9F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949451"/>
              <a:ext cx="393700" cy="198438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5" y="51"/>
                </a:cxn>
                <a:cxn ang="0">
                  <a:pos x="97" y="51"/>
                </a:cxn>
                <a:cxn ang="0">
                  <a:pos x="102" y="46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46"/>
                </a:cxn>
                <a:cxn ang="0">
                  <a:pos x="51" y="7"/>
                </a:cxn>
                <a:cxn ang="0">
                  <a:pos x="69" y="25"/>
                </a:cxn>
                <a:cxn ang="0">
                  <a:pos x="51" y="43"/>
                </a:cxn>
                <a:cxn ang="0">
                  <a:pos x="33" y="25"/>
                </a:cxn>
                <a:cxn ang="0">
                  <a:pos x="51" y="7"/>
                </a:cxn>
                <a:cxn ang="0">
                  <a:pos x="51" y="7"/>
                </a:cxn>
                <a:cxn ang="0">
                  <a:pos x="51" y="7"/>
                </a:cxn>
              </a:cxnLst>
              <a:rect l="0" t="0" r="r" b="b"/>
              <a:pathLst>
                <a:path w="102" h="51">
                  <a:moveTo>
                    <a:pt x="0" y="46"/>
                  </a:moveTo>
                  <a:cubicBezTo>
                    <a:pt x="0" y="49"/>
                    <a:pt x="2" y="51"/>
                    <a:pt x="5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101" y="51"/>
                    <a:pt x="102" y="48"/>
                    <a:pt x="102" y="46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6"/>
                  </a:lnTo>
                  <a:close/>
                  <a:moveTo>
                    <a:pt x="51" y="7"/>
                  </a:moveTo>
                  <a:cubicBezTo>
                    <a:pt x="61" y="7"/>
                    <a:pt x="69" y="15"/>
                    <a:pt x="69" y="25"/>
                  </a:cubicBezTo>
                  <a:cubicBezTo>
                    <a:pt x="69" y="35"/>
                    <a:pt x="61" y="43"/>
                    <a:pt x="51" y="43"/>
                  </a:cubicBezTo>
                  <a:cubicBezTo>
                    <a:pt x="41" y="43"/>
                    <a:pt x="33" y="35"/>
                    <a:pt x="33" y="25"/>
                  </a:cubicBezTo>
                  <a:cubicBezTo>
                    <a:pt x="33" y="15"/>
                    <a:pt x="41" y="7"/>
                    <a:pt x="51" y="7"/>
                  </a:cubicBezTo>
                  <a:close/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</a:path>
              </a:pathLst>
            </a:custGeom>
            <a:solidFill>
              <a:srgbClr val="4292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2" name="Freeform 7">
              <a:extLst>
                <a:ext uri="{FF2B5EF4-FFF2-40B4-BE49-F238E27FC236}">
                  <a16:creationId xmlns:a16="http://schemas.microsoft.com/office/drawing/2014/main" id="{331768A2-DF96-DE47-B64A-AF4D3E674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close/>
                  <a:moveTo>
                    <a:pt x="20" y="59"/>
                  </a:moveTo>
                  <a:lnTo>
                    <a:pt x="20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3" name="Freeform 8">
              <a:extLst>
                <a:ext uri="{FF2B5EF4-FFF2-40B4-BE49-F238E27FC236}">
                  <a16:creationId xmlns:a16="http://schemas.microsoft.com/office/drawing/2014/main" id="{6976E9EC-D6E8-FA4C-B544-11861986D9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moveTo>
                    <a:pt x="20" y="59"/>
                  </a:moveTo>
                  <a:lnTo>
                    <a:pt x="20" y="59"/>
                  </a:lnTo>
                </a:path>
              </a:pathLst>
            </a:custGeom>
            <a:solidFill>
              <a:srgbClr val="4292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44" name="Freeform 110">
            <a:extLst>
              <a:ext uri="{FF2B5EF4-FFF2-40B4-BE49-F238E27FC236}">
                <a16:creationId xmlns:a16="http://schemas.microsoft.com/office/drawing/2014/main" id="{9B8ADA0F-731E-7C49-8B0B-C0DDAAF7C485}"/>
              </a:ext>
            </a:extLst>
          </p:cNvPr>
          <p:cNvSpPr>
            <a:spLocks noEditPoints="1"/>
          </p:cNvSpPr>
          <p:nvPr/>
        </p:nvSpPr>
        <p:spPr bwMode="auto">
          <a:xfrm>
            <a:off x="10121003" y="5999155"/>
            <a:ext cx="868775" cy="594922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45" name="Group 18">
            <a:extLst>
              <a:ext uri="{FF2B5EF4-FFF2-40B4-BE49-F238E27FC236}">
                <a16:creationId xmlns:a16="http://schemas.microsoft.com/office/drawing/2014/main" id="{C3145FE2-F434-6141-A179-9E5170189BAB}"/>
              </a:ext>
            </a:extLst>
          </p:cNvPr>
          <p:cNvGrpSpPr/>
          <p:nvPr/>
        </p:nvGrpSpPr>
        <p:grpSpPr>
          <a:xfrm>
            <a:off x="8362611" y="2283701"/>
            <a:ext cx="531187" cy="589841"/>
            <a:chOff x="5265738" y="1744663"/>
            <a:chExt cx="1020762" cy="1133475"/>
          </a:xfrm>
          <a:solidFill>
            <a:srgbClr val="42929D"/>
          </a:solidFill>
        </p:grpSpPr>
        <p:sp>
          <p:nvSpPr>
            <p:cNvPr id="246" name="Freeform 5">
              <a:extLst>
                <a:ext uri="{FF2B5EF4-FFF2-40B4-BE49-F238E27FC236}">
                  <a16:creationId xmlns:a16="http://schemas.microsoft.com/office/drawing/2014/main" id="{5D4AF5CE-CB64-444B-B84B-9E1F326BAD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2108201"/>
              <a:ext cx="481012" cy="338138"/>
            </a:xfrm>
            <a:custGeom>
              <a:avLst/>
              <a:gdLst/>
              <a:ahLst/>
              <a:cxnLst>
                <a:cxn ang="0">
                  <a:pos x="64" y="88"/>
                </a:cxn>
                <a:cxn ang="0">
                  <a:pos x="127" y="0"/>
                </a:cxn>
                <a:cxn ang="0">
                  <a:pos x="0" y="0"/>
                </a:cxn>
                <a:cxn ang="0">
                  <a:pos x="64" y="88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127" h="89">
                  <a:moveTo>
                    <a:pt x="64" y="88"/>
                  </a:moveTo>
                  <a:cubicBezTo>
                    <a:pt x="102" y="87"/>
                    <a:pt x="127" y="52"/>
                    <a:pt x="1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4"/>
                    <a:pt x="25" y="89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7" name="Freeform 6">
              <a:extLst>
                <a:ext uri="{FF2B5EF4-FFF2-40B4-BE49-F238E27FC236}">
                  <a16:creationId xmlns:a16="http://schemas.microsoft.com/office/drawing/2014/main" id="{BFB31330-ED8F-EA45-972B-8CD14C1C4A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738" y="2430463"/>
              <a:ext cx="1020762" cy="447675"/>
            </a:xfrm>
            <a:custGeom>
              <a:avLst/>
              <a:gdLst/>
              <a:ahLst/>
              <a:cxnLst>
                <a:cxn ang="0">
                  <a:pos x="222" y="39"/>
                </a:cxn>
                <a:cxn ang="0">
                  <a:pos x="210" y="28"/>
                </a:cxn>
                <a:cxn ang="0">
                  <a:pos x="176" y="13"/>
                </a:cxn>
                <a:cxn ang="0">
                  <a:pos x="162" y="1"/>
                </a:cxn>
                <a:cxn ang="0">
                  <a:pos x="134" y="26"/>
                </a:cxn>
                <a:cxn ang="0">
                  <a:pos x="108" y="0"/>
                </a:cxn>
                <a:cxn ang="0">
                  <a:pos x="92" y="14"/>
                </a:cxn>
                <a:cxn ang="0">
                  <a:pos x="59" y="29"/>
                </a:cxn>
                <a:cxn ang="0">
                  <a:pos x="48" y="39"/>
                </a:cxn>
                <a:cxn ang="0">
                  <a:pos x="0" y="118"/>
                </a:cxn>
                <a:cxn ang="0">
                  <a:pos x="121" y="118"/>
                </a:cxn>
                <a:cxn ang="0">
                  <a:pos x="134" y="53"/>
                </a:cxn>
                <a:cxn ang="0">
                  <a:pos x="148" y="118"/>
                </a:cxn>
                <a:cxn ang="0">
                  <a:pos x="269" y="118"/>
                </a:cxn>
                <a:cxn ang="0">
                  <a:pos x="222" y="39"/>
                </a:cxn>
                <a:cxn ang="0">
                  <a:pos x="212" y="86"/>
                </a:cxn>
                <a:cxn ang="0">
                  <a:pos x="200" y="86"/>
                </a:cxn>
                <a:cxn ang="0">
                  <a:pos x="200" y="98"/>
                </a:cxn>
                <a:cxn ang="0">
                  <a:pos x="185" y="98"/>
                </a:cxn>
                <a:cxn ang="0">
                  <a:pos x="185" y="86"/>
                </a:cxn>
                <a:cxn ang="0">
                  <a:pos x="173" y="86"/>
                </a:cxn>
                <a:cxn ang="0">
                  <a:pos x="173" y="72"/>
                </a:cxn>
                <a:cxn ang="0">
                  <a:pos x="185" y="72"/>
                </a:cxn>
                <a:cxn ang="0">
                  <a:pos x="185" y="59"/>
                </a:cxn>
                <a:cxn ang="0">
                  <a:pos x="200" y="59"/>
                </a:cxn>
                <a:cxn ang="0">
                  <a:pos x="200" y="72"/>
                </a:cxn>
                <a:cxn ang="0">
                  <a:pos x="212" y="72"/>
                </a:cxn>
                <a:cxn ang="0">
                  <a:pos x="212" y="86"/>
                </a:cxn>
                <a:cxn ang="0">
                  <a:pos x="212" y="86"/>
                </a:cxn>
                <a:cxn ang="0">
                  <a:pos x="212" y="86"/>
                </a:cxn>
              </a:cxnLst>
              <a:rect l="0" t="0" r="r" b="b"/>
              <a:pathLst>
                <a:path w="269" h="118">
                  <a:moveTo>
                    <a:pt x="222" y="39"/>
                  </a:moveTo>
                  <a:cubicBezTo>
                    <a:pt x="219" y="34"/>
                    <a:pt x="214" y="30"/>
                    <a:pt x="210" y="28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62" y="1"/>
                    <a:pt x="162" y="1"/>
                    <a:pt x="162" y="1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5" y="31"/>
                    <a:pt x="50" y="34"/>
                    <a:pt x="48" y="39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269" y="118"/>
                    <a:pt x="269" y="118"/>
                    <a:pt x="269" y="118"/>
                  </a:cubicBezTo>
                  <a:lnTo>
                    <a:pt x="222" y="39"/>
                  </a:lnTo>
                  <a:close/>
                  <a:moveTo>
                    <a:pt x="212" y="86"/>
                  </a:moveTo>
                  <a:cubicBezTo>
                    <a:pt x="200" y="86"/>
                    <a:pt x="200" y="86"/>
                    <a:pt x="200" y="86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86"/>
                    <a:pt x="185" y="86"/>
                    <a:pt x="185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5" y="59"/>
                    <a:pt x="185" y="59"/>
                    <a:pt x="185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12" y="72"/>
                    <a:pt x="212" y="72"/>
                    <a:pt x="212" y="72"/>
                  </a:cubicBezTo>
                  <a:lnTo>
                    <a:pt x="212" y="86"/>
                  </a:lnTo>
                  <a:close/>
                  <a:moveTo>
                    <a:pt x="212" y="86"/>
                  </a:moveTo>
                  <a:cubicBezTo>
                    <a:pt x="212" y="86"/>
                    <a:pt x="212" y="86"/>
                    <a:pt x="212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8" name="Freeform 7">
              <a:extLst>
                <a:ext uri="{FF2B5EF4-FFF2-40B4-BE49-F238E27FC236}">
                  <a16:creationId xmlns:a16="http://schemas.microsoft.com/office/drawing/2014/main" id="{00027329-971B-E247-AD61-06E5C8DD3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1744663"/>
              <a:ext cx="481012" cy="311150"/>
            </a:xfrm>
            <a:custGeom>
              <a:avLst/>
              <a:gdLst/>
              <a:ahLst/>
              <a:cxnLst>
                <a:cxn ang="0">
                  <a:pos x="127" y="65"/>
                </a:cxn>
                <a:cxn ang="0">
                  <a:pos x="92" y="28"/>
                </a:cxn>
                <a:cxn ang="0">
                  <a:pos x="92" y="28"/>
                </a:cxn>
                <a:cxn ang="0">
                  <a:pos x="64" y="0"/>
                </a:cxn>
                <a:cxn ang="0">
                  <a:pos x="36" y="28"/>
                </a:cxn>
                <a:cxn ang="0">
                  <a:pos x="36" y="28"/>
                </a:cxn>
                <a:cxn ang="0">
                  <a:pos x="0" y="65"/>
                </a:cxn>
                <a:cxn ang="0">
                  <a:pos x="0" y="82"/>
                </a:cxn>
                <a:cxn ang="0">
                  <a:pos x="127" y="82"/>
                </a:cxn>
                <a:cxn ang="0">
                  <a:pos x="127" y="65"/>
                </a:cxn>
                <a:cxn ang="0">
                  <a:pos x="64" y="12"/>
                </a:cxn>
                <a:cxn ang="0">
                  <a:pos x="79" y="28"/>
                </a:cxn>
                <a:cxn ang="0">
                  <a:pos x="64" y="44"/>
                </a:cxn>
                <a:cxn ang="0">
                  <a:pos x="48" y="28"/>
                </a:cxn>
                <a:cxn ang="0">
                  <a:pos x="64" y="12"/>
                </a:cxn>
                <a:cxn ang="0">
                  <a:pos x="64" y="12"/>
                </a:cxn>
                <a:cxn ang="0">
                  <a:pos x="64" y="12"/>
                </a:cxn>
              </a:cxnLst>
              <a:rect l="0" t="0" r="r" b="b"/>
              <a:pathLst>
                <a:path w="127" h="82">
                  <a:moveTo>
                    <a:pt x="127" y="65"/>
                  </a:moveTo>
                  <a:cubicBezTo>
                    <a:pt x="127" y="45"/>
                    <a:pt x="111" y="29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12"/>
                    <a:pt x="79" y="0"/>
                    <a:pt x="64" y="0"/>
                  </a:cubicBezTo>
                  <a:cubicBezTo>
                    <a:pt x="48" y="0"/>
                    <a:pt x="36" y="12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16" y="29"/>
                    <a:pt x="0" y="45"/>
                    <a:pt x="0" y="6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27" y="82"/>
                    <a:pt x="127" y="82"/>
                    <a:pt x="127" y="82"/>
                  </a:cubicBezTo>
                  <a:lnTo>
                    <a:pt x="127" y="65"/>
                  </a:lnTo>
                  <a:close/>
                  <a:moveTo>
                    <a:pt x="64" y="12"/>
                  </a:moveTo>
                  <a:cubicBezTo>
                    <a:pt x="72" y="12"/>
                    <a:pt x="79" y="19"/>
                    <a:pt x="79" y="28"/>
                  </a:cubicBezTo>
                  <a:cubicBezTo>
                    <a:pt x="79" y="37"/>
                    <a:pt x="72" y="44"/>
                    <a:pt x="64" y="44"/>
                  </a:cubicBezTo>
                  <a:cubicBezTo>
                    <a:pt x="55" y="44"/>
                    <a:pt x="48" y="37"/>
                    <a:pt x="48" y="28"/>
                  </a:cubicBezTo>
                  <a:cubicBezTo>
                    <a:pt x="48" y="19"/>
                    <a:pt x="55" y="12"/>
                    <a:pt x="64" y="12"/>
                  </a:cubicBezTo>
                  <a:close/>
                  <a:moveTo>
                    <a:pt x="64" y="12"/>
                  </a:moveTo>
                  <a:cubicBezTo>
                    <a:pt x="64" y="12"/>
                    <a:pt x="64" y="12"/>
                    <a:pt x="64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49" name="Group 19">
            <a:extLst>
              <a:ext uri="{FF2B5EF4-FFF2-40B4-BE49-F238E27FC236}">
                <a16:creationId xmlns:a16="http://schemas.microsoft.com/office/drawing/2014/main" id="{121B36D2-6BBC-0547-977C-DB2D117CEFEB}"/>
              </a:ext>
            </a:extLst>
          </p:cNvPr>
          <p:cNvGrpSpPr/>
          <p:nvPr/>
        </p:nvGrpSpPr>
        <p:grpSpPr>
          <a:xfrm>
            <a:off x="9189153" y="2327936"/>
            <a:ext cx="548433" cy="545606"/>
            <a:chOff x="4265613" y="2273301"/>
            <a:chExt cx="615950" cy="612775"/>
          </a:xfrm>
          <a:solidFill>
            <a:srgbClr val="42929D"/>
          </a:solidFill>
        </p:grpSpPr>
        <p:sp>
          <p:nvSpPr>
            <p:cNvPr id="250" name="Freeform 11">
              <a:extLst>
                <a:ext uri="{FF2B5EF4-FFF2-40B4-BE49-F238E27FC236}">
                  <a16:creationId xmlns:a16="http://schemas.microsoft.com/office/drawing/2014/main" id="{49C04331-B974-3748-9E82-AB7D8823EE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5613" y="2273301"/>
              <a:ext cx="615950" cy="612775"/>
            </a:xfrm>
            <a:custGeom>
              <a:avLst/>
              <a:gdLst/>
              <a:ahLst/>
              <a:cxnLst>
                <a:cxn ang="0">
                  <a:pos x="147" y="135"/>
                </a:cxn>
                <a:cxn ang="0">
                  <a:pos x="120" y="125"/>
                </a:cxn>
                <a:cxn ang="0">
                  <a:pos x="113" y="120"/>
                </a:cxn>
                <a:cxn ang="0">
                  <a:pos x="110" y="119"/>
                </a:cxn>
                <a:cxn ang="0">
                  <a:pos x="103" y="114"/>
                </a:cxn>
                <a:cxn ang="0">
                  <a:pos x="102" y="100"/>
                </a:cxn>
                <a:cxn ang="0">
                  <a:pos x="106" y="96"/>
                </a:cxn>
                <a:cxn ang="0">
                  <a:pos x="127" y="90"/>
                </a:cxn>
                <a:cxn ang="0">
                  <a:pos x="130" y="85"/>
                </a:cxn>
                <a:cxn ang="0">
                  <a:pos x="118" y="50"/>
                </a:cxn>
                <a:cxn ang="0">
                  <a:pos x="119" y="49"/>
                </a:cxn>
                <a:cxn ang="0">
                  <a:pos x="124" y="13"/>
                </a:cxn>
                <a:cxn ang="0">
                  <a:pos x="122" y="10"/>
                </a:cxn>
                <a:cxn ang="0">
                  <a:pos x="80" y="0"/>
                </a:cxn>
                <a:cxn ang="0">
                  <a:pos x="78" y="0"/>
                </a:cxn>
                <a:cxn ang="0">
                  <a:pos x="36" y="10"/>
                </a:cxn>
                <a:cxn ang="0">
                  <a:pos x="34" y="13"/>
                </a:cxn>
                <a:cxn ang="0">
                  <a:pos x="39" y="49"/>
                </a:cxn>
                <a:cxn ang="0">
                  <a:pos x="40" y="51"/>
                </a:cxn>
                <a:cxn ang="0">
                  <a:pos x="39" y="53"/>
                </a:cxn>
                <a:cxn ang="0">
                  <a:pos x="31" y="85"/>
                </a:cxn>
                <a:cxn ang="0">
                  <a:pos x="34" y="90"/>
                </a:cxn>
                <a:cxn ang="0">
                  <a:pos x="55" y="96"/>
                </a:cxn>
                <a:cxn ang="0">
                  <a:pos x="59" y="100"/>
                </a:cxn>
                <a:cxn ang="0">
                  <a:pos x="58" y="114"/>
                </a:cxn>
                <a:cxn ang="0">
                  <a:pos x="51" y="119"/>
                </a:cxn>
                <a:cxn ang="0">
                  <a:pos x="48" y="120"/>
                </a:cxn>
                <a:cxn ang="0">
                  <a:pos x="41" y="125"/>
                </a:cxn>
                <a:cxn ang="0">
                  <a:pos x="14" y="135"/>
                </a:cxn>
                <a:cxn ang="0">
                  <a:pos x="3" y="160"/>
                </a:cxn>
                <a:cxn ang="0">
                  <a:pos x="158" y="160"/>
                </a:cxn>
                <a:cxn ang="0">
                  <a:pos x="147" y="135"/>
                </a:cxn>
                <a:cxn ang="0">
                  <a:pos x="79" y="5"/>
                </a:cxn>
                <a:cxn ang="0">
                  <a:pos x="118" y="15"/>
                </a:cxn>
                <a:cxn ang="0">
                  <a:pos x="114" y="46"/>
                </a:cxn>
                <a:cxn ang="0">
                  <a:pos x="44" y="46"/>
                </a:cxn>
                <a:cxn ang="0">
                  <a:pos x="40" y="15"/>
                </a:cxn>
                <a:cxn ang="0">
                  <a:pos x="79" y="5"/>
                </a:cxn>
                <a:cxn ang="0">
                  <a:pos x="79" y="5"/>
                </a:cxn>
                <a:cxn ang="0">
                  <a:pos x="79" y="5"/>
                </a:cxn>
              </a:cxnLst>
              <a:rect l="0" t="0" r="r" b="b"/>
              <a:pathLst>
                <a:path w="161" h="160">
                  <a:moveTo>
                    <a:pt x="147" y="135"/>
                  </a:moveTo>
                  <a:cubicBezTo>
                    <a:pt x="138" y="132"/>
                    <a:pt x="129" y="128"/>
                    <a:pt x="120" y="125"/>
                  </a:cubicBezTo>
                  <a:cubicBezTo>
                    <a:pt x="117" y="124"/>
                    <a:pt x="116" y="122"/>
                    <a:pt x="113" y="120"/>
                  </a:cubicBezTo>
                  <a:cubicBezTo>
                    <a:pt x="112" y="120"/>
                    <a:pt x="111" y="119"/>
                    <a:pt x="110" y="119"/>
                  </a:cubicBezTo>
                  <a:cubicBezTo>
                    <a:pt x="106" y="118"/>
                    <a:pt x="104" y="117"/>
                    <a:pt x="103" y="114"/>
                  </a:cubicBezTo>
                  <a:cubicBezTo>
                    <a:pt x="102" y="109"/>
                    <a:pt x="101" y="104"/>
                    <a:pt x="102" y="100"/>
                  </a:cubicBezTo>
                  <a:cubicBezTo>
                    <a:pt x="102" y="98"/>
                    <a:pt x="103" y="96"/>
                    <a:pt x="106" y="96"/>
                  </a:cubicBezTo>
                  <a:cubicBezTo>
                    <a:pt x="110" y="94"/>
                    <a:pt x="122" y="92"/>
                    <a:pt x="127" y="90"/>
                  </a:cubicBezTo>
                  <a:cubicBezTo>
                    <a:pt x="131" y="89"/>
                    <a:pt x="131" y="88"/>
                    <a:pt x="130" y="85"/>
                  </a:cubicBezTo>
                  <a:cubicBezTo>
                    <a:pt x="127" y="77"/>
                    <a:pt x="123" y="62"/>
                    <a:pt x="118" y="50"/>
                  </a:cubicBezTo>
                  <a:cubicBezTo>
                    <a:pt x="119" y="50"/>
                    <a:pt x="119" y="50"/>
                    <a:pt x="119" y="49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4" y="12"/>
                    <a:pt x="123" y="10"/>
                    <a:pt x="122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50"/>
                    <a:pt x="39" y="50"/>
                    <a:pt x="40" y="51"/>
                  </a:cubicBezTo>
                  <a:cubicBezTo>
                    <a:pt x="40" y="52"/>
                    <a:pt x="39" y="53"/>
                    <a:pt x="39" y="53"/>
                  </a:cubicBezTo>
                  <a:cubicBezTo>
                    <a:pt x="38" y="64"/>
                    <a:pt x="35" y="75"/>
                    <a:pt x="31" y="85"/>
                  </a:cubicBezTo>
                  <a:cubicBezTo>
                    <a:pt x="30" y="88"/>
                    <a:pt x="30" y="89"/>
                    <a:pt x="34" y="90"/>
                  </a:cubicBezTo>
                  <a:cubicBezTo>
                    <a:pt x="38" y="92"/>
                    <a:pt x="51" y="94"/>
                    <a:pt x="55" y="96"/>
                  </a:cubicBezTo>
                  <a:cubicBezTo>
                    <a:pt x="58" y="96"/>
                    <a:pt x="59" y="98"/>
                    <a:pt x="59" y="100"/>
                  </a:cubicBezTo>
                  <a:cubicBezTo>
                    <a:pt x="60" y="104"/>
                    <a:pt x="59" y="109"/>
                    <a:pt x="58" y="114"/>
                  </a:cubicBezTo>
                  <a:cubicBezTo>
                    <a:pt x="57" y="117"/>
                    <a:pt x="55" y="118"/>
                    <a:pt x="51" y="119"/>
                  </a:cubicBezTo>
                  <a:cubicBezTo>
                    <a:pt x="50" y="119"/>
                    <a:pt x="49" y="120"/>
                    <a:pt x="48" y="120"/>
                  </a:cubicBezTo>
                  <a:cubicBezTo>
                    <a:pt x="45" y="122"/>
                    <a:pt x="44" y="124"/>
                    <a:pt x="41" y="125"/>
                  </a:cubicBezTo>
                  <a:cubicBezTo>
                    <a:pt x="32" y="128"/>
                    <a:pt x="23" y="132"/>
                    <a:pt x="14" y="135"/>
                  </a:cubicBezTo>
                  <a:cubicBezTo>
                    <a:pt x="0" y="139"/>
                    <a:pt x="5" y="147"/>
                    <a:pt x="3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6" y="147"/>
                    <a:pt x="161" y="139"/>
                    <a:pt x="147" y="135"/>
                  </a:cubicBezTo>
                  <a:close/>
                  <a:moveTo>
                    <a:pt x="79" y="5"/>
                  </a:moveTo>
                  <a:cubicBezTo>
                    <a:pt x="118" y="15"/>
                    <a:pt x="118" y="15"/>
                    <a:pt x="118" y="1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0" y="15"/>
                    <a:pt x="40" y="15"/>
                    <a:pt x="40" y="15"/>
                  </a:cubicBezTo>
                  <a:lnTo>
                    <a:pt x="79" y="5"/>
                  </a:lnTo>
                  <a:close/>
                  <a:moveTo>
                    <a:pt x="79" y="5"/>
                  </a:moveTo>
                  <a:cubicBezTo>
                    <a:pt x="79" y="5"/>
                    <a:pt x="79" y="5"/>
                    <a:pt x="79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1" name="Freeform 12">
              <a:extLst>
                <a:ext uri="{FF2B5EF4-FFF2-40B4-BE49-F238E27FC236}">
                  <a16:creationId xmlns:a16="http://schemas.microsoft.com/office/drawing/2014/main" id="{D73C6CC5-C3A3-B943-988B-E459602977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close/>
                  <a:moveTo>
                    <a:pt x="22" y="60"/>
                  </a:moveTo>
                  <a:lnTo>
                    <a:pt x="22" y="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2" name="Freeform 13">
              <a:extLst>
                <a:ext uri="{FF2B5EF4-FFF2-40B4-BE49-F238E27FC236}">
                  <a16:creationId xmlns:a16="http://schemas.microsoft.com/office/drawing/2014/main" id="{DA091321-5FF6-9D40-92E4-78388B680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moveTo>
                    <a:pt x="22" y="60"/>
                  </a:moveTo>
                  <a:lnTo>
                    <a:pt x="22" y="6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53" name="Group 50">
            <a:extLst>
              <a:ext uri="{FF2B5EF4-FFF2-40B4-BE49-F238E27FC236}">
                <a16:creationId xmlns:a16="http://schemas.microsoft.com/office/drawing/2014/main" id="{F8F50A79-C4DA-3C43-8464-CB12EF1BA8F0}"/>
              </a:ext>
            </a:extLst>
          </p:cNvPr>
          <p:cNvGrpSpPr/>
          <p:nvPr/>
        </p:nvGrpSpPr>
        <p:grpSpPr>
          <a:xfrm>
            <a:off x="6198063" y="2212820"/>
            <a:ext cx="581983" cy="660722"/>
            <a:chOff x="1697038" y="3125788"/>
            <a:chExt cx="809625" cy="919163"/>
          </a:xfrm>
          <a:solidFill>
            <a:srgbClr val="42929D"/>
          </a:solidFill>
        </p:grpSpPr>
        <p:sp>
          <p:nvSpPr>
            <p:cNvPr id="254" name="Freeform 31">
              <a:extLst>
                <a:ext uri="{FF2B5EF4-FFF2-40B4-BE49-F238E27FC236}">
                  <a16:creationId xmlns:a16="http://schemas.microsoft.com/office/drawing/2014/main" id="{D63094FB-5D94-A24E-BC23-7DCE7724DF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5988" y="3294063"/>
              <a:ext cx="171450" cy="174625"/>
            </a:xfrm>
            <a:custGeom>
              <a:avLst/>
              <a:gdLst/>
              <a:ahLst/>
              <a:cxnLst>
                <a:cxn ang="0">
                  <a:pos x="59" y="30"/>
                </a:cxn>
                <a:cxn ang="0">
                  <a:pos x="29" y="60"/>
                </a:cxn>
                <a:cxn ang="0">
                  <a:pos x="0" y="30"/>
                </a:cxn>
                <a:cxn ang="0">
                  <a:pos x="29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0" t="0" r="r" b="b"/>
              <a:pathLst>
                <a:path w="59" h="60">
                  <a:moveTo>
                    <a:pt x="59" y="30"/>
                  </a:moveTo>
                  <a:cubicBezTo>
                    <a:pt x="59" y="47"/>
                    <a:pt x="46" y="60"/>
                    <a:pt x="29" y="60"/>
                  </a:cubicBezTo>
                  <a:cubicBezTo>
                    <a:pt x="13" y="60"/>
                    <a:pt x="0" y="47"/>
                    <a:pt x="0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lose/>
                  <a:moveTo>
                    <a:pt x="59" y="30"/>
                  </a:moveTo>
                  <a:cubicBezTo>
                    <a:pt x="59" y="30"/>
                    <a:pt x="59" y="30"/>
                    <a:pt x="59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5" name="Freeform 32">
              <a:extLst>
                <a:ext uri="{FF2B5EF4-FFF2-40B4-BE49-F238E27FC236}">
                  <a16:creationId xmlns:a16="http://schemas.microsoft.com/office/drawing/2014/main" id="{9C89EB68-35EE-CA48-B115-1B574CC6CA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7038" y="3125788"/>
              <a:ext cx="809625" cy="919163"/>
            </a:xfrm>
            <a:custGeom>
              <a:avLst/>
              <a:gdLst/>
              <a:ahLst/>
              <a:cxnLst>
                <a:cxn ang="0">
                  <a:pos x="277" y="294"/>
                </a:cxn>
                <a:cxn ang="0">
                  <a:pos x="268" y="261"/>
                </a:cxn>
                <a:cxn ang="0">
                  <a:pos x="253" y="209"/>
                </a:cxn>
                <a:cxn ang="0">
                  <a:pos x="265" y="198"/>
                </a:cxn>
                <a:cxn ang="0">
                  <a:pos x="219" y="142"/>
                </a:cxn>
                <a:cxn ang="0">
                  <a:pos x="198" y="120"/>
                </a:cxn>
                <a:cxn ang="0">
                  <a:pos x="185" y="120"/>
                </a:cxn>
                <a:cxn ang="0">
                  <a:pos x="164" y="142"/>
                </a:cxn>
                <a:cxn ang="0">
                  <a:pos x="161" y="178"/>
                </a:cxn>
                <a:cxn ang="0">
                  <a:pos x="145" y="132"/>
                </a:cxn>
                <a:cxn ang="0">
                  <a:pos x="141" y="170"/>
                </a:cxn>
                <a:cxn ang="0">
                  <a:pos x="120" y="165"/>
                </a:cxn>
                <a:cxn ang="0">
                  <a:pos x="106" y="128"/>
                </a:cxn>
                <a:cxn ang="0">
                  <a:pos x="83" y="102"/>
                </a:cxn>
                <a:cxn ang="0">
                  <a:pos x="83" y="74"/>
                </a:cxn>
                <a:cxn ang="0">
                  <a:pos x="85" y="64"/>
                </a:cxn>
                <a:cxn ang="0">
                  <a:pos x="92" y="25"/>
                </a:cxn>
                <a:cxn ang="0">
                  <a:pos x="80" y="18"/>
                </a:cxn>
                <a:cxn ang="0">
                  <a:pos x="80" y="15"/>
                </a:cxn>
                <a:cxn ang="0">
                  <a:pos x="90" y="6"/>
                </a:cxn>
                <a:cxn ang="0">
                  <a:pos x="81" y="12"/>
                </a:cxn>
                <a:cxn ang="0">
                  <a:pos x="76" y="9"/>
                </a:cxn>
                <a:cxn ang="0">
                  <a:pos x="50" y="12"/>
                </a:cxn>
                <a:cxn ang="0">
                  <a:pos x="41" y="0"/>
                </a:cxn>
                <a:cxn ang="0">
                  <a:pos x="9" y="12"/>
                </a:cxn>
                <a:cxn ang="0">
                  <a:pos x="0" y="6"/>
                </a:cxn>
                <a:cxn ang="0">
                  <a:pos x="41" y="15"/>
                </a:cxn>
                <a:cxn ang="0">
                  <a:pos x="40" y="277"/>
                </a:cxn>
                <a:cxn ang="0">
                  <a:pos x="13" y="292"/>
                </a:cxn>
                <a:cxn ang="0">
                  <a:pos x="15" y="310"/>
                </a:cxn>
                <a:cxn ang="0">
                  <a:pos x="22" y="295"/>
                </a:cxn>
                <a:cxn ang="0">
                  <a:pos x="55" y="287"/>
                </a:cxn>
                <a:cxn ang="0">
                  <a:pos x="65" y="301"/>
                </a:cxn>
                <a:cxn ang="0">
                  <a:pos x="83" y="301"/>
                </a:cxn>
                <a:cxn ang="0">
                  <a:pos x="55" y="277"/>
                </a:cxn>
                <a:cxn ang="0">
                  <a:pos x="50" y="15"/>
                </a:cxn>
                <a:cxn ang="0">
                  <a:pos x="72" y="16"/>
                </a:cxn>
                <a:cxn ang="0">
                  <a:pos x="67" y="18"/>
                </a:cxn>
                <a:cxn ang="0">
                  <a:pos x="60" y="57"/>
                </a:cxn>
                <a:cxn ang="0">
                  <a:pos x="68" y="64"/>
                </a:cxn>
                <a:cxn ang="0">
                  <a:pos x="74" y="68"/>
                </a:cxn>
                <a:cxn ang="0">
                  <a:pos x="78" y="64"/>
                </a:cxn>
                <a:cxn ang="0">
                  <a:pos x="79" y="74"/>
                </a:cxn>
                <a:cxn ang="0">
                  <a:pos x="96" y="126"/>
                </a:cxn>
                <a:cxn ang="0">
                  <a:pos x="112" y="149"/>
                </a:cxn>
                <a:cxn ang="0">
                  <a:pos x="142" y="180"/>
                </a:cxn>
                <a:cxn ang="0">
                  <a:pos x="140" y="255"/>
                </a:cxn>
                <a:cxn ang="0">
                  <a:pos x="246" y="284"/>
                </a:cxn>
                <a:cxn ang="0">
                  <a:pos x="246" y="283"/>
                </a:cxn>
                <a:cxn ang="0">
                  <a:pos x="269" y="315"/>
                </a:cxn>
                <a:cxn ang="0">
                  <a:pos x="77" y="18"/>
                </a:cxn>
                <a:cxn ang="0">
                  <a:pos x="75" y="16"/>
                </a:cxn>
                <a:cxn ang="0">
                  <a:pos x="77" y="15"/>
                </a:cxn>
                <a:cxn ang="0">
                  <a:pos x="77" y="18"/>
                </a:cxn>
                <a:cxn ang="0">
                  <a:pos x="232" y="205"/>
                </a:cxn>
                <a:cxn ang="0">
                  <a:pos x="212" y="191"/>
                </a:cxn>
                <a:cxn ang="0">
                  <a:pos x="164" y="202"/>
                </a:cxn>
                <a:cxn ang="0">
                  <a:pos x="164" y="182"/>
                </a:cxn>
                <a:cxn ang="0">
                  <a:pos x="160" y="255"/>
                </a:cxn>
                <a:cxn ang="0">
                  <a:pos x="164" y="242"/>
                </a:cxn>
                <a:cxn ang="0">
                  <a:pos x="235" y="255"/>
                </a:cxn>
                <a:cxn ang="0">
                  <a:pos x="197" y="292"/>
                </a:cxn>
              </a:cxnLst>
              <a:rect l="0" t="0" r="r" b="b"/>
              <a:pathLst>
                <a:path w="280" h="317">
                  <a:moveTo>
                    <a:pt x="278" y="298"/>
                  </a:moveTo>
                  <a:cubicBezTo>
                    <a:pt x="277" y="294"/>
                    <a:pt x="277" y="294"/>
                    <a:pt x="277" y="29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68" y="261"/>
                    <a:pt x="268" y="261"/>
                    <a:pt x="268" y="261"/>
                  </a:cubicBezTo>
                  <a:cubicBezTo>
                    <a:pt x="256" y="214"/>
                    <a:pt x="256" y="214"/>
                    <a:pt x="256" y="214"/>
                  </a:cubicBezTo>
                  <a:cubicBezTo>
                    <a:pt x="255" y="212"/>
                    <a:pt x="254" y="210"/>
                    <a:pt x="253" y="209"/>
                  </a:cubicBezTo>
                  <a:cubicBezTo>
                    <a:pt x="253" y="209"/>
                    <a:pt x="254" y="209"/>
                    <a:pt x="254" y="209"/>
                  </a:cubicBezTo>
                  <a:cubicBezTo>
                    <a:pt x="260" y="209"/>
                    <a:pt x="265" y="204"/>
                    <a:pt x="265" y="198"/>
                  </a:cubicBezTo>
                  <a:cubicBezTo>
                    <a:pt x="265" y="191"/>
                    <a:pt x="260" y="186"/>
                    <a:pt x="254" y="186"/>
                  </a:cubicBezTo>
                  <a:cubicBezTo>
                    <a:pt x="236" y="186"/>
                    <a:pt x="225" y="179"/>
                    <a:pt x="219" y="142"/>
                  </a:cubicBezTo>
                  <a:cubicBezTo>
                    <a:pt x="219" y="141"/>
                    <a:pt x="219" y="141"/>
                    <a:pt x="219" y="140"/>
                  </a:cubicBezTo>
                  <a:cubicBezTo>
                    <a:pt x="217" y="129"/>
                    <a:pt x="207" y="122"/>
                    <a:pt x="198" y="120"/>
                  </a:cubicBezTo>
                  <a:cubicBezTo>
                    <a:pt x="198" y="120"/>
                    <a:pt x="195" y="119"/>
                    <a:pt x="192" y="119"/>
                  </a:cubicBezTo>
                  <a:cubicBezTo>
                    <a:pt x="189" y="119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75" y="122"/>
                    <a:pt x="164" y="130"/>
                    <a:pt x="164" y="142"/>
                  </a:cubicBezTo>
                  <a:cubicBezTo>
                    <a:pt x="164" y="178"/>
                    <a:pt x="164" y="178"/>
                    <a:pt x="164" y="178"/>
                  </a:cubicBezTo>
                  <a:cubicBezTo>
                    <a:pt x="163" y="178"/>
                    <a:pt x="162" y="178"/>
                    <a:pt x="161" y="178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5" y="135"/>
                    <a:pt x="150" y="131"/>
                    <a:pt x="145" y="132"/>
                  </a:cubicBezTo>
                  <a:cubicBezTo>
                    <a:pt x="140" y="133"/>
                    <a:pt x="136" y="137"/>
                    <a:pt x="137" y="143"/>
                  </a:cubicBezTo>
                  <a:cubicBezTo>
                    <a:pt x="141" y="170"/>
                    <a:pt x="141" y="170"/>
                    <a:pt x="141" y="170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3" y="175"/>
                    <a:pt x="125" y="172"/>
                    <a:pt x="120" y="165"/>
                  </a:cubicBezTo>
                  <a:cubicBezTo>
                    <a:pt x="115" y="159"/>
                    <a:pt x="115" y="154"/>
                    <a:pt x="115" y="149"/>
                  </a:cubicBezTo>
                  <a:cubicBezTo>
                    <a:pt x="116" y="142"/>
                    <a:pt x="116" y="135"/>
                    <a:pt x="106" y="128"/>
                  </a:cubicBezTo>
                  <a:cubicBezTo>
                    <a:pt x="103" y="126"/>
                    <a:pt x="100" y="124"/>
                    <a:pt x="97" y="123"/>
                  </a:cubicBezTo>
                  <a:cubicBezTo>
                    <a:pt x="89" y="118"/>
                    <a:pt x="85" y="116"/>
                    <a:pt x="83" y="102"/>
                  </a:cubicBezTo>
                  <a:cubicBezTo>
                    <a:pt x="82" y="93"/>
                    <a:pt x="81" y="84"/>
                    <a:pt x="82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4"/>
                    <a:pt x="83" y="64"/>
                    <a:pt x="83" y="64"/>
                  </a:cubicBezTo>
                  <a:cubicBezTo>
                    <a:pt x="85" y="64"/>
                    <a:pt x="85" y="64"/>
                    <a:pt x="85" y="64"/>
                  </a:cubicBezTo>
                  <a:cubicBezTo>
                    <a:pt x="89" y="64"/>
                    <a:pt x="92" y="61"/>
                    <a:pt x="92" y="57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1"/>
                    <a:pt x="89" y="18"/>
                    <a:pt x="85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7"/>
                    <a:pt x="80" y="17"/>
                    <a:pt x="80" y="16"/>
                  </a:cubicBezTo>
                  <a:cubicBezTo>
                    <a:pt x="80" y="16"/>
                    <a:pt x="80" y="15"/>
                    <a:pt x="80" y="15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6" y="15"/>
                    <a:pt x="90" y="11"/>
                    <a:pt x="90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9"/>
                    <a:pt x="85" y="12"/>
                    <a:pt x="81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0"/>
                    <a:pt x="77" y="9"/>
                    <a:pt x="76" y="9"/>
                  </a:cubicBezTo>
                  <a:cubicBezTo>
                    <a:pt x="74" y="9"/>
                    <a:pt x="73" y="10"/>
                    <a:pt x="72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2"/>
                    <a:pt x="3" y="9"/>
                    <a:pt x="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1"/>
                    <a:pt x="4" y="15"/>
                    <a:pt x="9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277"/>
                    <a:pt x="41" y="277"/>
                    <a:pt x="41" y="277"/>
                  </a:cubicBezTo>
                  <a:cubicBezTo>
                    <a:pt x="40" y="277"/>
                    <a:pt x="40" y="277"/>
                    <a:pt x="40" y="277"/>
                  </a:cubicBezTo>
                  <a:cubicBezTo>
                    <a:pt x="34" y="277"/>
                    <a:pt x="34" y="277"/>
                    <a:pt x="34" y="277"/>
                  </a:cubicBezTo>
                  <a:cubicBezTo>
                    <a:pt x="25" y="277"/>
                    <a:pt x="16" y="284"/>
                    <a:pt x="13" y="292"/>
                  </a:cubicBezTo>
                  <a:cubicBezTo>
                    <a:pt x="9" y="293"/>
                    <a:pt x="6" y="297"/>
                    <a:pt x="6" y="301"/>
                  </a:cubicBezTo>
                  <a:cubicBezTo>
                    <a:pt x="6" y="306"/>
                    <a:pt x="10" y="310"/>
                    <a:pt x="15" y="310"/>
                  </a:cubicBezTo>
                  <a:cubicBezTo>
                    <a:pt x="20" y="310"/>
                    <a:pt x="24" y="306"/>
                    <a:pt x="24" y="301"/>
                  </a:cubicBezTo>
                  <a:cubicBezTo>
                    <a:pt x="24" y="298"/>
                    <a:pt x="23" y="296"/>
                    <a:pt x="22" y="295"/>
                  </a:cubicBezTo>
                  <a:cubicBezTo>
                    <a:pt x="24" y="290"/>
                    <a:pt x="29" y="287"/>
                    <a:pt x="34" y="287"/>
                  </a:cubicBezTo>
                  <a:cubicBezTo>
                    <a:pt x="55" y="287"/>
                    <a:pt x="55" y="287"/>
                    <a:pt x="55" y="287"/>
                  </a:cubicBezTo>
                  <a:cubicBezTo>
                    <a:pt x="61" y="287"/>
                    <a:pt x="65" y="290"/>
                    <a:pt x="68" y="295"/>
                  </a:cubicBezTo>
                  <a:cubicBezTo>
                    <a:pt x="66" y="296"/>
                    <a:pt x="65" y="298"/>
                    <a:pt x="65" y="301"/>
                  </a:cubicBezTo>
                  <a:cubicBezTo>
                    <a:pt x="65" y="306"/>
                    <a:pt x="69" y="310"/>
                    <a:pt x="74" y="310"/>
                  </a:cubicBezTo>
                  <a:cubicBezTo>
                    <a:pt x="79" y="310"/>
                    <a:pt x="83" y="306"/>
                    <a:pt x="83" y="301"/>
                  </a:cubicBezTo>
                  <a:cubicBezTo>
                    <a:pt x="83" y="297"/>
                    <a:pt x="80" y="293"/>
                    <a:pt x="77" y="292"/>
                  </a:cubicBezTo>
                  <a:cubicBezTo>
                    <a:pt x="73" y="284"/>
                    <a:pt x="65" y="277"/>
                    <a:pt x="55" y="277"/>
                  </a:cubicBezTo>
                  <a:cubicBezTo>
                    <a:pt x="50" y="277"/>
                    <a:pt x="50" y="277"/>
                    <a:pt x="50" y="277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7"/>
                    <a:pt x="72" y="17"/>
                    <a:pt x="72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8"/>
                    <a:pt x="60" y="21"/>
                    <a:pt x="60" y="25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60" y="61"/>
                    <a:pt x="63" y="64"/>
                    <a:pt x="67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78" y="84"/>
                    <a:pt x="78" y="93"/>
                    <a:pt x="80" y="102"/>
                  </a:cubicBezTo>
                  <a:cubicBezTo>
                    <a:pt x="82" y="118"/>
                    <a:pt x="87" y="120"/>
                    <a:pt x="96" y="126"/>
                  </a:cubicBezTo>
                  <a:cubicBezTo>
                    <a:pt x="98" y="127"/>
                    <a:pt x="101" y="129"/>
                    <a:pt x="104" y="131"/>
                  </a:cubicBezTo>
                  <a:cubicBezTo>
                    <a:pt x="112" y="137"/>
                    <a:pt x="112" y="142"/>
                    <a:pt x="112" y="149"/>
                  </a:cubicBezTo>
                  <a:cubicBezTo>
                    <a:pt x="112" y="154"/>
                    <a:pt x="112" y="160"/>
                    <a:pt x="117" y="167"/>
                  </a:cubicBezTo>
                  <a:cubicBezTo>
                    <a:pt x="123" y="175"/>
                    <a:pt x="132" y="179"/>
                    <a:pt x="142" y="180"/>
                  </a:cubicBezTo>
                  <a:cubicBezTo>
                    <a:pt x="148" y="226"/>
                    <a:pt x="148" y="226"/>
                    <a:pt x="148" y="226"/>
                  </a:cubicBezTo>
                  <a:cubicBezTo>
                    <a:pt x="143" y="234"/>
                    <a:pt x="140" y="244"/>
                    <a:pt x="140" y="255"/>
                  </a:cubicBezTo>
                  <a:cubicBezTo>
                    <a:pt x="140" y="286"/>
                    <a:pt x="166" y="312"/>
                    <a:pt x="197" y="312"/>
                  </a:cubicBezTo>
                  <a:cubicBezTo>
                    <a:pt x="218" y="312"/>
                    <a:pt x="236" y="300"/>
                    <a:pt x="246" y="284"/>
                  </a:cubicBezTo>
                  <a:cubicBezTo>
                    <a:pt x="246" y="284"/>
                    <a:pt x="246" y="284"/>
                    <a:pt x="246" y="284"/>
                  </a:cubicBezTo>
                  <a:cubicBezTo>
                    <a:pt x="246" y="284"/>
                    <a:pt x="246" y="283"/>
                    <a:pt x="246" y="283"/>
                  </a:cubicBezTo>
                  <a:cubicBezTo>
                    <a:pt x="252" y="306"/>
                    <a:pt x="252" y="306"/>
                    <a:pt x="252" y="306"/>
                  </a:cubicBezTo>
                  <a:cubicBezTo>
                    <a:pt x="254" y="313"/>
                    <a:pt x="262" y="317"/>
                    <a:pt x="269" y="315"/>
                  </a:cubicBezTo>
                  <a:cubicBezTo>
                    <a:pt x="276" y="313"/>
                    <a:pt x="280" y="306"/>
                    <a:pt x="278" y="298"/>
                  </a:cubicBezTo>
                  <a:close/>
                  <a:moveTo>
                    <a:pt x="77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6"/>
                  </a:cubicBezTo>
                  <a:cubicBezTo>
                    <a:pt x="75" y="16"/>
                    <a:pt x="75" y="15"/>
                    <a:pt x="75" y="15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5"/>
                    <a:pt x="77" y="16"/>
                    <a:pt x="77" y="16"/>
                  </a:cubicBezTo>
                  <a:cubicBezTo>
                    <a:pt x="77" y="17"/>
                    <a:pt x="77" y="17"/>
                    <a:pt x="77" y="18"/>
                  </a:cubicBezTo>
                  <a:close/>
                  <a:moveTo>
                    <a:pt x="212" y="191"/>
                  </a:moveTo>
                  <a:cubicBezTo>
                    <a:pt x="218" y="197"/>
                    <a:pt x="225" y="201"/>
                    <a:pt x="232" y="205"/>
                  </a:cubicBezTo>
                  <a:cubicBezTo>
                    <a:pt x="212" y="205"/>
                    <a:pt x="212" y="205"/>
                    <a:pt x="212" y="205"/>
                  </a:cubicBezTo>
                  <a:lnTo>
                    <a:pt x="212" y="191"/>
                  </a:lnTo>
                  <a:close/>
                  <a:moveTo>
                    <a:pt x="164" y="182"/>
                  </a:moveTo>
                  <a:cubicBezTo>
                    <a:pt x="164" y="202"/>
                    <a:pt x="164" y="202"/>
                    <a:pt x="164" y="202"/>
                  </a:cubicBezTo>
                  <a:cubicBezTo>
                    <a:pt x="162" y="182"/>
                    <a:pt x="162" y="182"/>
                    <a:pt x="162" y="182"/>
                  </a:cubicBezTo>
                  <a:cubicBezTo>
                    <a:pt x="162" y="182"/>
                    <a:pt x="163" y="182"/>
                    <a:pt x="164" y="182"/>
                  </a:cubicBezTo>
                  <a:close/>
                  <a:moveTo>
                    <a:pt x="197" y="292"/>
                  </a:moveTo>
                  <a:cubicBezTo>
                    <a:pt x="177" y="292"/>
                    <a:pt x="160" y="275"/>
                    <a:pt x="160" y="255"/>
                  </a:cubicBezTo>
                  <a:cubicBezTo>
                    <a:pt x="160" y="250"/>
                    <a:pt x="161" y="246"/>
                    <a:pt x="162" y="241"/>
                  </a:cubicBezTo>
                  <a:cubicBezTo>
                    <a:pt x="163" y="241"/>
                    <a:pt x="164" y="242"/>
                    <a:pt x="164" y="242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4" y="246"/>
                    <a:pt x="235" y="250"/>
                    <a:pt x="235" y="255"/>
                  </a:cubicBezTo>
                  <a:cubicBezTo>
                    <a:pt x="235" y="275"/>
                    <a:pt x="218" y="292"/>
                    <a:pt x="197" y="292"/>
                  </a:cubicBezTo>
                  <a:close/>
                  <a:moveTo>
                    <a:pt x="197" y="292"/>
                  </a:moveTo>
                  <a:cubicBezTo>
                    <a:pt x="197" y="292"/>
                    <a:pt x="197" y="292"/>
                    <a:pt x="197" y="2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56" name="Freeform 5">
            <a:extLst>
              <a:ext uri="{FF2B5EF4-FFF2-40B4-BE49-F238E27FC236}">
                <a16:creationId xmlns:a16="http://schemas.microsoft.com/office/drawing/2014/main" id="{9D211EAA-DA69-1948-A94A-A5466A063D13}"/>
              </a:ext>
            </a:extLst>
          </p:cNvPr>
          <p:cNvSpPr>
            <a:spLocks noEditPoints="1"/>
          </p:cNvSpPr>
          <p:nvPr/>
        </p:nvSpPr>
        <p:spPr bwMode="auto">
          <a:xfrm>
            <a:off x="7075401" y="2499276"/>
            <a:ext cx="390698" cy="374266"/>
          </a:xfrm>
          <a:custGeom>
            <a:avLst/>
            <a:gdLst/>
            <a:ahLst/>
            <a:cxnLst>
              <a:cxn ang="0">
                <a:pos x="457" y="10"/>
              </a:cxn>
              <a:cxn ang="0">
                <a:pos x="456" y="10"/>
              </a:cxn>
              <a:cxn ang="0">
                <a:pos x="430" y="1"/>
              </a:cxn>
              <a:cxn ang="0">
                <a:pos x="323" y="3"/>
              </a:cxn>
              <a:cxn ang="0">
                <a:pos x="293" y="34"/>
              </a:cxn>
              <a:cxn ang="0">
                <a:pos x="324" y="64"/>
              </a:cxn>
              <a:cxn ang="0">
                <a:pos x="360" y="63"/>
              </a:cxn>
              <a:cxn ang="0">
                <a:pos x="307" y="116"/>
              </a:cxn>
              <a:cxn ang="0">
                <a:pos x="200" y="80"/>
              </a:cxn>
              <a:cxn ang="0">
                <a:pos x="71" y="134"/>
              </a:cxn>
              <a:cxn ang="0">
                <a:pos x="71" y="391"/>
              </a:cxn>
              <a:cxn ang="0">
                <a:pos x="200" y="445"/>
              </a:cxn>
              <a:cxn ang="0">
                <a:pos x="329" y="391"/>
              </a:cxn>
              <a:cxn ang="0">
                <a:pos x="350" y="160"/>
              </a:cxn>
              <a:cxn ang="0">
                <a:pos x="405" y="105"/>
              </a:cxn>
              <a:cxn ang="0">
                <a:pos x="405" y="145"/>
              </a:cxn>
              <a:cxn ang="0">
                <a:pos x="436" y="175"/>
              </a:cxn>
              <a:cxn ang="0">
                <a:pos x="466" y="145"/>
              </a:cxn>
              <a:cxn ang="0">
                <a:pos x="466" y="32"/>
              </a:cxn>
              <a:cxn ang="0">
                <a:pos x="457" y="10"/>
              </a:cxn>
              <a:cxn ang="0">
                <a:pos x="285" y="348"/>
              </a:cxn>
              <a:cxn ang="0">
                <a:pos x="114" y="348"/>
              </a:cxn>
              <a:cxn ang="0">
                <a:pos x="114" y="177"/>
              </a:cxn>
              <a:cxn ang="0">
                <a:pos x="200" y="141"/>
              </a:cxn>
              <a:cxn ang="0">
                <a:pos x="285" y="177"/>
              </a:cxn>
              <a:cxn ang="0">
                <a:pos x="285" y="348"/>
              </a:cxn>
              <a:cxn ang="0">
                <a:pos x="285" y="348"/>
              </a:cxn>
              <a:cxn ang="0">
                <a:pos x="285" y="348"/>
              </a:cxn>
            </a:cxnLst>
            <a:rect l="0" t="0" r="r" b="b"/>
            <a:pathLst>
              <a:path w="466" h="445">
                <a:moveTo>
                  <a:pt x="457" y="10"/>
                </a:moveTo>
                <a:cubicBezTo>
                  <a:pt x="457" y="10"/>
                  <a:pt x="457" y="10"/>
                  <a:pt x="456" y="10"/>
                </a:cubicBezTo>
                <a:cubicBezTo>
                  <a:pt x="449" y="3"/>
                  <a:pt x="439" y="0"/>
                  <a:pt x="430" y="1"/>
                </a:cubicBezTo>
                <a:cubicBezTo>
                  <a:pt x="323" y="3"/>
                  <a:pt x="323" y="3"/>
                  <a:pt x="323" y="3"/>
                </a:cubicBezTo>
                <a:cubicBezTo>
                  <a:pt x="306" y="3"/>
                  <a:pt x="293" y="17"/>
                  <a:pt x="293" y="34"/>
                </a:cubicBezTo>
                <a:cubicBezTo>
                  <a:pt x="293" y="50"/>
                  <a:pt x="306" y="63"/>
                  <a:pt x="324" y="64"/>
                </a:cubicBezTo>
                <a:cubicBezTo>
                  <a:pt x="360" y="63"/>
                  <a:pt x="360" y="63"/>
                  <a:pt x="360" y="63"/>
                </a:cubicBezTo>
                <a:cubicBezTo>
                  <a:pt x="307" y="116"/>
                  <a:pt x="307" y="116"/>
                  <a:pt x="307" y="116"/>
                </a:cubicBezTo>
                <a:cubicBezTo>
                  <a:pt x="276" y="93"/>
                  <a:pt x="239" y="80"/>
                  <a:pt x="200" y="80"/>
                </a:cubicBezTo>
                <a:cubicBezTo>
                  <a:pt x="151" y="80"/>
                  <a:pt x="105" y="99"/>
                  <a:pt x="71" y="134"/>
                </a:cubicBezTo>
                <a:cubicBezTo>
                  <a:pt x="0" y="205"/>
                  <a:pt x="0" y="320"/>
                  <a:pt x="71" y="391"/>
                </a:cubicBezTo>
                <a:cubicBezTo>
                  <a:pt x="105" y="426"/>
                  <a:pt x="151" y="445"/>
                  <a:pt x="200" y="445"/>
                </a:cubicBezTo>
                <a:cubicBezTo>
                  <a:pt x="248" y="445"/>
                  <a:pt x="294" y="426"/>
                  <a:pt x="329" y="391"/>
                </a:cubicBezTo>
                <a:cubicBezTo>
                  <a:pt x="391" y="328"/>
                  <a:pt x="399" y="230"/>
                  <a:pt x="350" y="160"/>
                </a:cubicBezTo>
                <a:cubicBezTo>
                  <a:pt x="405" y="105"/>
                  <a:pt x="405" y="105"/>
                  <a:pt x="405" y="105"/>
                </a:cubicBezTo>
                <a:cubicBezTo>
                  <a:pt x="405" y="145"/>
                  <a:pt x="405" y="145"/>
                  <a:pt x="405" y="145"/>
                </a:cubicBezTo>
                <a:cubicBezTo>
                  <a:pt x="405" y="162"/>
                  <a:pt x="419" y="175"/>
                  <a:pt x="436" y="175"/>
                </a:cubicBezTo>
                <a:cubicBezTo>
                  <a:pt x="452" y="175"/>
                  <a:pt x="466" y="162"/>
                  <a:pt x="466" y="145"/>
                </a:cubicBezTo>
                <a:cubicBezTo>
                  <a:pt x="466" y="32"/>
                  <a:pt x="466" y="32"/>
                  <a:pt x="466" y="32"/>
                </a:cubicBezTo>
                <a:cubicBezTo>
                  <a:pt x="466" y="24"/>
                  <a:pt x="463" y="16"/>
                  <a:pt x="457" y="10"/>
                </a:cubicBezTo>
                <a:close/>
                <a:moveTo>
                  <a:pt x="285" y="348"/>
                </a:moveTo>
                <a:cubicBezTo>
                  <a:pt x="240" y="394"/>
                  <a:pt x="160" y="394"/>
                  <a:pt x="114" y="348"/>
                </a:cubicBezTo>
                <a:cubicBezTo>
                  <a:pt x="67" y="301"/>
                  <a:pt x="67" y="224"/>
                  <a:pt x="114" y="177"/>
                </a:cubicBezTo>
                <a:cubicBezTo>
                  <a:pt x="137" y="154"/>
                  <a:pt x="167" y="141"/>
                  <a:pt x="200" y="141"/>
                </a:cubicBezTo>
                <a:cubicBezTo>
                  <a:pt x="232" y="141"/>
                  <a:pt x="262" y="154"/>
                  <a:pt x="285" y="177"/>
                </a:cubicBezTo>
                <a:cubicBezTo>
                  <a:pt x="333" y="224"/>
                  <a:pt x="333" y="301"/>
                  <a:pt x="285" y="348"/>
                </a:cubicBezTo>
                <a:close/>
                <a:moveTo>
                  <a:pt x="285" y="348"/>
                </a:moveTo>
                <a:cubicBezTo>
                  <a:pt x="285" y="348"/>
                  <a:pt x="285" y="348"/>
                  <a:pt x="285" y="348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257" name="Freeform 6">
            <a:extLst>
              <a:ext uri="{FF2B5EF4-FFF2-40B4-BE49-F238E27FC236}">
                <a16:creationId xmlns:a16="http://schemas.microsoft.com/office/drawing/2014/main" id="{56877CD3-A823-DD48-89A8-3AEFA8995806}"/>
              </a:ext>
            </a:extLst>
          </p:cNvPr>
          <p:cNvSpPr>
            <a:spLocks noEditPoints="1"/>
          </p:cNvSpPr>
          <p:nvPr/>
        </p:nvSpPr>
        <p:spPr bwMode="auto">
          <a:xfrm>
            <a:off x="7761454" y="2417120"/>
            <a:ext cx="305802" cy="456422"/>
          </a:xfrm>
          <a:custGeom>
            <a:avLst/>
            <a:gdLst/>
            <a:ahLst/>
            <a:cxnLst>
              <a:cxn ang="0">
                <a:pos x="183" y="0"/>
              </a:cxn>
              <a:cxn ang="0">
                <a:pos x="0" y="183"/>
              </a:cxn>
              <a:cxn ang="0">
                <a:pos x="149" y="362"/>
              </a:cxn>
              <a:cxn ang="0">
                <a:pos x="149" y="417"/>
              </a:cxn>
              <a:cxn ang="0">
                <a:pos x="101" y="417"/>
              </a:cxn>
              <a:cxn ang="0">
                <a:pos x="71" y="447"/>
              </a:cxn>
              <a:cxn ang="0">
                <a:pos x="101" y="478"/>
              </a:cxn>
              <a:cxn ang="0">
                <a:pos x="149" y="478"/>
              </a:cxn>
              <a:cxn ang="0">
                <a:pos x="149" y="512"/>
              </a:cxn>
              <a:cxn ang="0">
                <a:pos x="180" y="543"/>
              </a:cxn>
              <a:cxn ang="0">
                <a:pos x="210" y="512"/>
              </a:cxn>
              <a:cxn ang="0">
                <a:pos x="210" y="478"/>
              </a:cxn>
              <a:cxn ang="0">
                <a:pos x="260" y="478"/>
              </a:cxn>
              <a:cxn ang="0">
                <a:pos x="291" y="447"/>
              </a:cxn>
              <a:cxn ang="0">
                <a:pos x="260" y="417"/>
              </a:cxn>
              <a:cxn ang="0">
                <a:pos x="210" y="417"/>
              </a:cxn>
              <a:cxn ang="0">
                <a:pos x="210" y="363"/>
              </a:cxn>
              <a:cxn ang="0">
                <a:pos x="365" y="183"/>
              </a:cxn>
              <a:cxn ang="0">
                <a:pos x="183" y="0"/>
              </a:cxn>
              <a:cxn ang="0">
                <a:pos x="183" y="304"/>
              </a:cxn>
              <a:cxn ang="0">
                <a:pos x="62" y="183"/>
              </a:cxn>
              <a:cxn ang="0">
                <a:pos x="183" y="61"/>
              </a:cxn>
              <a:cxn ang="0">
                <a:pos x="304" y="183"/>
              </a:cxn>
              <a:cxn ang="0">
                <a:pos x="183" y="304"/>
              </a:cxn>
              <a:cxn ang="0">
                <a:pos x="183" y="304"/>
              </a:cxn>
              <a:cxn ang="0">
                <a:pos x="183" y="304"/>
              </a:cxn>
            </a:cxnLst>
            <a:rect l="0" t="0" r="r" b="b"/>
            <a:pathLst>
              <a:path w="365" h="543">
                <a:moveTo>
                  <a:pt x="183" y="0"/>
                </a:moveTo>
                <a:cubicBezTo>
                  <a:pt x="82" y="0"/>
                  <a:pt x="0" y="82"/>
                  <a:pt x="0" y="183"/>
                </a:cubicBezTo>
                <a:cubicBezTo>
                  <a:pt x="0" y="272"/>
                  <a:pt x="65" y="346"/>
                  <a:pt x="149" y="362"/>
                </a:cubicBezTo>
                <a:cubicBezTo>
                  <a:pt x="149" y="417"/>
                  <a:pt x="149" y="417"/>
                  <a:pt x="149" y="417"/>
                </a:cubicBezTo>
                <a:cubicBezTo>
                  <a:pt x="101" y="417"/>
                  <a:pt x="101" y="417"/>
                  <a:pt x="101" y="417"/>
                </a:cubicBezTo>
                <a:cubicBezTo>
                  <a:pt x="84" y="417"/>
                  <a:pt x="71" y="431"/>
                  <a:pt x="71" y="447"/>
                </a:cubicBezTo>
                <a:cubicBezTo>
                  <a:pt x="71" y="464"/>
                  <a:pt x="84" y="478"/>
                  <a:pt x="101" y="478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49" y="512"/>
                  <a:pt x="149" y="512"/>
                  <a:pt x="149" y="512"/>
                </a:cubicBezTo>
                <a:cubicBezTo>
                  <a:pt x="149" y="529"/>
                  <a:pt x="163" y="543"/>
                  <a:pt x="180" y="543"/>
                </a:cubicBezTo>
                <a:cubicBezTo>
                  <a:pt x="197" y="543"/>
                  <a:pt x="210" y="529"/>
                  <a:pt x="210" y="512"/>
                </a:cubicBezTo>
                <a:cubicBezTo>
                  <a:pt x="210" y="478"/>
                  <a:pt x="210" y="478"/>
                  <a:pt x="210" y="478"/>
                </a:cubicBezTo>
                <a:cubicBezTo>
                  <a:pt x="260" y="478"/>
                  <a:pt x="260" y="478"/>
                  <a:pt x="260" y="478"/>
                </a:cubicBezTo>
                <a:cubicBezTo>
                  <a:pt x="277" y="478"/>
                  <a:pt x="291" y="464"/>
                  <a:pt x="291" y="447"/>
                </a:cubicBezTo>
                <a:cubicBezTo>
                  <a:pt x="291" y="430"/>
                  <a:pt x="277" y="417"/>
                  <a:pt x="260" y="417"/>
                </a:cubicBezTo>
                <a:cubicBezTo>
                  <a:pt x="210" y="417"/>
                  <a:pt x="210" y="417"/>
                  <a:pt x="210" y="417"/>
                </a:cubicBezTo>
                <a:cubicBezTo>
                  <a:pt x="210" y="363"/>
                  <a:pt x="210" y="363"/>
                  <a:pt x="210" y="363"/>
                </a:cubicBezTo>
                <a:cubicBezTo>
                  <a:pt x="298" y="349"/>
                  <a:pt x="365" y="274"/>
                  <a:pt x="365" y="183"/>
                </a:cubicBezTo>
                <a:cubicBezTo>
                  <a:pt x="365" y="82"/>
                  <a:pt x="283" y="0"/>
                  <a:pt x="183" y="0"/>
                </a:cubicBezTo>
                <a:close/>
                <a:moveTo>
                  <a:pt x="183" y="304"/>
                </a:moveTo>
                <a:cubicBezTo>
                  <a:pt x="116" y="304"/>
                  <a:pt x="62" y="249"/>
                  <a:pt x="62" y="183"/>
                </a:cubicBezTo>
                <a:cubicBezTo>
                  <a:pt x="62" y="116"/>
                  <a:pt x="116" y="61"/>
                  <a:pt x="183" y="61"/>
                </a:cubicBezTo>
                <a:cubicBezTo>
                  <a:pt x="250" y="61"/>
                  <a:pt x="304" y="116"/>
                  <a:pt x="304" y="183"/>
                </a:cubicBezTo>
                <a:cubicBezTo>
                  <a:pt x="304" y="249"/>
                  <a:pt x="250" y="304"/>
                  <a:pt x="183" y="304"/>
                </a:cubicBezTo>
                <a:close/>
                <a:moveTo>
                  <a:pt x="183" y="304"/>
                </a:moveTo>
                <a:cubicBezTo>
                  <a:pt x="183" y="304"/>
                  <a:pt x="183" y="304"/>
                  <a:pt x="183" y="304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79" name="Group 144">
            <a:extLst>
              <a:ext uri="{FF2B5EF4-FFF2-40B4-BE49-F238E27FC236}">
                <a16:creationId xmlns:a16="http://schemas.microsoft.com/office/drawing/2014/main" id="{7908EB85-3E6A-5D49-93D7-4EED338339DD}"/>
              </a:ext>
            </a:extLst>
          </p:cNvPr>
          <p:cNvGrpSpPr/>
          <p:nvPr/>
        </p:nvGrpSpPr>
        <p:grpSpPr>
          <a:xfrm>
            <a:off x="6746417" y="3984459"/>
            <a:ext cx="328984" cy="790477"/>
            <a:chOff x="7380288" y="2552700"/>
            <a:chExt cx="457200" cy="1098550"/>
          </a:xfrm>
          <a:solidFill>
            <a:srgbClr val="42929D"/>
          </a:solidFill>
        </p:grpSpPr>
        <p:sp>
          <p:nvSpPr>
            <p:cNvPr id="280" name="Freeform 75">
              <a:extLst>
                <a:ext uri="{FF2B5EF4-FFF2-40B4-BE49-F238E27FC236}">
                  <a16:creationId xmlns:a16="http://schemas.microsoft.com/office/drawing/2014/main" id="{EE3DE399-00E2-4140-B644-AF12C39C83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0288" y="2790825"/>
              <a:ext cx="457200" cy="860425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14" y="0"/>
                </a:cxn>
                <a:cxn ang="0">
                  <a:pos x="0" y="14"/>
                </a:cxn>
                <a:cxn ang="0">
                  <a:pos x="14" y="29"/>
                </a:cxn>
                <a:cxn ang="0">
                  <a:pos x="25" y="29"/>
                </a:cxn>
                <a:cxn ang="0">
                  <a:pos x="25" y="243"/>
                </a:cxn>
                <a:cxn ang="0">
                  <a:pos x="79" y="297"/>
                </a:cxn>
                <a:cxn ang="0">
                  <a:pos x="133" y="243"/>
                </a:cxn>
                <a:cxn ang="0">
                  <a:pos x="133" y="29"/>
                </a:cxn>
                <a:cxn ang="0">
                  <a:pos x="143" y="29"/>
                </a:cxn>
                <a:cxn ang="0">
                  <a:pos x="158" y="14"/>
                </a:cxn>
                <a:cxn ang="0">
                  <a:pos x="143" y="0"/>
                </a:cxn>
                <a:cxn ang="0">
                  <a:pos x="102" y="29"/>
                </a:cxn>
                <a:cxn ang="0">
                  <a:pos x="102" y="165"/>
                </a:cxn>
                <a:cxn ang="0">
                  <a:pos x="56" y="165"/>
                </a:cxn>
                <a:cxn ang="0">
                  <a:pos x="56" y="29"/>
                </a:cxn>
                <a:cxn ang="0">
                  <a:pos x="102" y="29"/>
                </a:cxn>
                <a:cxn ang="0">
                  <a:pos x="102" y="29"/>
                </a:cxn>
                <a:cxn ang="0">
                  <a:pos x="102" y="29"/>
                </a:cxn>
              </a:cxnLst>
              <a:rect l="0" t="0" r="r" b="b"/>
              <a:pathLst>
                <a:path w="158" h="297">
                  <a:moveTo>
                    <a:pt x="14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73"/>
                    <a:pt x="49" y="297"/>
                    <a:pt x="79" y="297"/>
                  </a:cubicBezTo>
                  <a:cubicBezTo>
                    <a:pt x="108" y="297"/>
                    <a:pt x="133" y="273"/>
                    <a:pt x="133" y="243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52" y="29"/>
                    <a:pt x="158" y="23"/>
                    <a:pt x="158" y="14"/>
                  </a:cubicBezTo>
                  <a:cubicBezTo>
                    <a:pt x="158" y="6"/>
                    <a:pt x="152" y="0"/>
                    <a:pt x="143" y="0"/>
                  </a:cubicBezTo>
                  <a:close/>
                  <a:moveTo>
                    <a:pt x="102" y="29"/>
                  </a:moveTo>
                  <a:cubicBezTo>
                    <a:pt x="102" y="165"/>
                    <a:pt x="102" y="165"/>
                    <a:pt x="102" y="165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6" y="29"/>
                    <a:pt x="56" y="29"/>
                    <a:pt x="56" y="29"/>
                  </a:cubicBezTo>
                  <a:lnTo>
                    <a:pt x="102" y="29"/>
                  </a:lnTo>
                  <a:close/>
                  <a:moveTo>
                    <a:pt x="102" y="29"/>
                  </a:moveTo>
                  <a:cubicBezTo>
                    <a:pt x="102" y="29"/>
                    <a:pt x="102" y="29"/>
                    <a:pt x="102" y="2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1" name="Freeform 76">
              <a:extLst>
                <a:ext uri="{FF2B5EF4-FFF2-40B4-BE49-F238E27FC236}">
                  <a16:creationId xmlns:a16="http://schemas.microsoft.com/office/drawing/2014/main" id="{2EF536AD-FC74-5845-A847-27F86C2E1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7288" y="2552700"/>
              <a:ext cx="101600" cy="98425"/>
            </a:xfrm>
            <a:custGeom>
              <a:avLst/>
              <a:gdLst/>
              <a:ahLst/>
              <a:cxnLst>
                <a:cxn ang="0">
                  <a:pos x="35" y="17"/>
                </a:cxn>
                <a:cxn ang="0">
                  <a:pos x="18" y="34"/>
                </a:cxn>
                <a:cxn ang="0">
                  <a:pos x="0" y="17"/>
                </a:cxn>
                <a:cxn ang="0">
                  <a:pos x="18" y="0"/>
                </a:cxn>
                <a:cxn ang="0">
                  <a:pos x="35" y="17"/>
                </a:cxn>
                <a:cxn ang="0">
                  <a:pos x="35" y="17"/>
                </a:cxn>
                <a:cxn ang="0">
                  <a:pos x="35" y="17"/>
                </a:cxn>
              </a:cxnLst>
              <a:rect l="0" t="0" r="r" b="b"/>
              <a:pathLst>
                <a:path w="35" h="34">
                  <a:moveTo>
                    <a:pt x="35" y="17"/>
                  </a:moveTo>
                  <a:cubicBezTo>
                    <a:pt x="35" y="26"/>
                    <a:pt x="27" y="34"/>
                    <a:pt x="18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lose/>
                  <a:moveTo>
                    <a:pt x="35" y="17"/>
                  </a:moveTo>
                  <a:cubicBezTo>
                    <a:pt x="35" y="17"/>
                    <a:pt x="35" y="17"/>
                    <a:pt x="35" y="1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2" name="Freeform 77">
              <a:extLst>
                <a:ext uri="{FF2B5EF4-FFF2-40B4-BE49-F238E27FC236}">
                  <a16:creationId xmlns:a16="http://schemas.microsoft.com/office/drawing/2014/main" id="{50A6CE79-FAE7-8348-83DF-313E22457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100" y="2671763"/>
              <a:ext cx="57150" cy="57150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3" name="Freeform 78">
              <a:extLst>
                <a:ext uri="{FF2B5EF4-FFF2-40B4-BE49-F238E27FC236}">
                  <a16:creationId xmlns:a16="http://schemas.microsoft.com/office/drawing/2014/main" id="{3B6EAD3F-0468-4F45-BCE1-A2525651CA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8250" y="3111500"/>
              <a:ext cx="57150" cy="58738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4" name="Freeform 79">
              <a:extLst>
                <a:ext uri="{FF2B5EF4-FFF2-40B4-BE49-F238E27FC236}">
                  <a16:creationId xmlns:a16="http://schemas.microsoft.com/office/drawing/2014/main" id="{393AA795-E5E0-DF40-A124-E39612D6B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1900" y="2689225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5" name="Freeform 80">
              <a:extLst>
                <a:ext uri="{FF2B5EF4-FFF2-40B4-BE49-F238E27FC236}">
                  <a16:creationId xmlns:a16="http://schemas.microsoft.com/office/drawing/2014/main" id="{9DD2D2BE-22C0-3C46-BB48-E2C8F8A8AF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4438" y="3201988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86" name="Group 20">
            <a:extLst>
              <a:ext uri="{FF2B5EF4-FFF2-40B4-BE49-F238E27FC236}">
                <a16:creationId xmlns:a16="http://schemas.microsoft.com/office/drawing/2014/main" id="{F582888F-10E4-E84E-927A-009F352956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8981" y="4103883"/>
            <a:ext cx="448525" cy="700136"/>
            <a:chOff x="3578" y="2075"/>
            <a:chExt cx="451" cy="704"/>
          </a:xfrm>
          <a:solidFill>
            <a:srgbClr val="42929D"/>
          </a:solidFill>
        </p:grpSpPr>
        <p:sp>
          <p:nvSpPr>
            <p:cNvPr id="287" name="Freeform 21">
              <a:extLst>
                <a:ext uri="{FF2B5EF4-FFF2-40B4-BE49-F238E27FC236}">
                  <a16:creationId xmlns:a16="http://schemas.microsoft.com/office/drawing/2014/main" id="{99BC0436-ACA1-CB4B-A1E0-48779333D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2075"/>
              <a:ext cx="451" cy="704"/>
            </a:xfrm>
            <a:custGeom>
              <a:avLst/>
              <a:gdLst/>
              <a:ahLst/>
              <a:cxnLst>
                <a:cxn ang="0">
                  <a:pos x="137" y="117"/>
                </a:cxn>
                <a:cxn ang="0">
                  <a:pos x="137" y="64"/>
                </a:cxn>
                <a:cxn ang="0">
                  <a:pos x="147" y="50"/>
                </a:cxn>
                <a:cxn ang="0">
                  <a:pos x="147" y="15"/>
                </a:cxn>
                <a:cxn ang="0">
                  <a:pos x="132" y="0"/>
                </a:cxn>
                <a:cxn ang="0">
                  <a:pos x="56" y="0"/>
                </a:cxn>
                <a:cxn ang="0">
                  <a:pos x="41" y="15"/>
                </a:cxn>
                <a:cxn ang="0">
                  <a:pos x="41" y="50"/>
                </a:cxn>
                <a:cxn ang="0">
                  <a:pos x="52" y="64"/>
                </a:cxn>
                <a:cxn ang="0">
                  <a:pos x="52" y="117"/>
                </a:cxn>
                <a:cxn ang="0">
                  <a:pos x="0" y="201"/>
                </a:cxn>
                <a:cxn ang="0">
                  <a:pos x="94" y="295"/>
                </a:cxn>
                <a:cxn ang="0">
                  <a:pos x="188" y="201"/>
                </a:cxn>
                <a:cxn ang="0">
                  <a:pos x="137" y="117"/>
                </a:cxn>
                <a:cxn ang="0">
                  <a:pos x="15" y="201"/>
                </a:cxn>
                <a:cxn ang="0">
                  <a:pos x="66" y="126"/>
                </a:cxn>
                <a:cxn ang="0">
                  <a:pos x="66" y="50"/>
                </a:cxn>
                <a:cxn ang="0">
                  <a:pos x="56" y="50"/>
                </a:cxn>
                <a:cxn ang="0">
                  <a:pos x="56" y="15"/>
                </a:cxn>
                <a:cxn ang="0">
                  <a:pos x="132" y="15"/>
                </a:cxn>
                <a:cxn ang="0">
                  <a:pos x="132" y="50"/>
                </a:cxn>
                <a:cxn ang="0">
                  <a:pos x="122" y="50"/>
                </a:cxn>
                <a:cxn ang="0">
                  <a:pos x="122" y="126"/>
                </a:cxn>
                <a:cxn ang="0">
                  <a:pos x="174" y="201"/>
                </a:cxn>
                <a:cxn ang="0">
                  <a:pos x="15" y="201"/>
                </a:cxn>
                <a:cxn ang="0">
                  <a:pos x="15" y="201"/>
                </a:cxn>
                <a:cxn ang="0">
                  <a:pos x="15" y="201"/>
                </a:cxn>
              </a:cxnLst>
              <a:rect l="0" t="0" r="r" b="b"/>
              <a:pathLst>
                <a:path w="188" h="295">
                  <a:moveTo>
                    <a:pt x="137" y="117"/>
                  </a:moveTo>
                  <a:cubicBezTo>
                    <a:pt x="137" y="64"/>
                    <a:pt x="137" y="64"/>
                    <a:pt x="137" y="64"/>
                  </a:cubicBezTo>
                  <a:cubicBezTo>
                    <a:pt x="143" y="62"/>
                    <a:pt x="147" y="56"/>
                    <a:pt x="147" y="50"/>
                  </a:cubicBezTo>
                  <a:cubicBezTo>
                    <a:pt x="147" y="15"/>
                    <a:pt x="147" y="15"/>
                    <a:pt x="147" y="15"/>
                  </a:cubicBezTo>
                  <a:cubicBezTo>
                    <a:pt x="147" y="7"/>
                    <a:pt x="140" y="0"/>
                    <a:pt x="13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41" y="7"/>
                    <a:pt x="41" y="15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6"/>
                    <a:pt x="46" y="62"/>
                    <a:pt x="52" y="64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20" y="133"/>
                    <a:pt x="0" y="165"/>
                    <a:pt x="0" y="201"/>
                  </a:cubicBezTo>
                  <a:cubicBezTo>
                    <a:pt x="0" y="253"/>
                    <a:pt x="42" y="295"/>
                    <a:pt x="94" y="295"/>
                  </a:cubicBezTo>
                  <a:cubicBezTo>
                    <a:pt x="146" y="295"/>
                    <a:pt x="188" y="253"/>
                    <a:pt x="188" y="201"/>
                  </a:cubicBezTo>
                  <a:cubicBezTo>
                    <a:pt x="188" y="165"/>
                    <a:pt x="168" y="133"/>
                    <a:pt x="137" y="117"/>
                  </a:cubicBezTo>
                  <a:close/>
                  <a:moveTo>
                    <a:pt x="15" y="201"/>
                  </a:moveTo>
                  <a:cubicBezTo>
                    <a:pt x="15" y="167"/>
                    <a:pt x="36" y="138"/>
                    <a:pt x="66" y="12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132" y="15"/>
                    <a:pt x="132" y="15"/>
                    <a:pt x="132" y="15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126"/>
                    <a:pt x="122" y="126"/>
                    <a:pt x="122" y="126"/>
                  </a:cubicBezTo>
                  <a:cubicBezTo>
                    <a:pt x="152" y="138"/>
                    <a:pt x="174" y="167"/>
                    <a:pt x="174" y="201"/>
                  </a:cubicBezTo>
                  <a:lnTo>
                    <a:pt x="15" y="201"/>
                  </a:lnTo>
                  <a:close/>
                  <a:moveTo>
                    <a:pt x="15" y="201"/>
                  </a:moveTo>
                  <a:cubicBezTo>
                    <a:pt x="15" y="201"/>
                    <a:pt x="15" y="201"/>
                    <a:pt x="15" y="20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8" name="Freeform 22">
              <a:extLst>
                <a:ext uri="{FF2B5EF4-FFF2-40B4-BE49-F238E27FC236}">
                  <a16:creationId xmlns:a16="http://schemas.microsoft.com/office/drawing/2014/main" id="{D60DC5C0-C075-3646-8FCB-F612984460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304"/>
              <a:ext cx="53" cy="55"/>
            </a:xfrm>
            <a:custGeom>
              <a:avLst/>
              <a:gdLst/>
              <a:ahLst/>
              <a:cxnLst>
                <a:cxn ang="0">
                  <a:pos x="22" y="12"/>
                </a:cxn>
                <a:cxn ang="0">
                  <a:pos x="11" y="23"/>
                </a:cxn>
                <a:cxn ang="0">
                  <a:pos x="0" y="12"/>
                </a:cxn>
                <a:cxn ang="0">
                  <a:pos x="11" y="0"/>
                </a:cxn>
                <a:cxn ang="0">
                  <a:pos x="22" y="12"/>
                </a:cxn>
                <a:cxn ang="0">
                  <a:pos x="22" y="12"/>
                </a:cxn>
                <a:cxn ang="0">
                  <a:pos x="22" y="12"/>
                </a:cxn>
              </a:cxnLst>
              <a:rect l="0" t="0" r="r" b="b"/>
              <a:pathLst>
                <a:path w="22" h="23">
                  <a:moveTo>
                    <a:pt x="22" y="12"/>
                  </a:moveTo>
                  <a:cubicBezTo>
                    <a:pt x="22" y="18"/>
                    <a:pt x="17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2" y="5"/>
                    <a:pt x="22" y="12"/>
                  </a:cubicBezTo>
                  <a:close/>
                  <a:moveTo>
                    <a:pt x="22" y="12"/>
                  </a:moveTo>
                  <a:cubicBezTo>
                    <a:pt x="22" y="12"/>
                    <a:pt x="22" y="12"/>
                    <a:pt x="22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9" name="Freeform 23">
              <a:extLst>
                <a:ext uri="{FF2B5EF4-FFF2-40B4-BE49-F238E27FC236}">
                  <a16:creationId xmlns:a16="http://schemas.microsoft.com/office/drawing/2014/main" id="{E321A4F2-187F-324D-ADD7-45C0F61A87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1" y="2416"/>
              <a:ext cx="91" cy="93"/>
            </a:xfrm>
            <a:custGeom>
              <a:avLst/>
              <a:gdLst/>
              <a:ahLst/>
              <a:cxnLst>
                <a:cxn ang="0">
                  <a:pos x="38" y="20"/>
                </a:cxn>
                <a:cxn ang="0">
                  <a:pos x="19" y="39"/>
                </a:cxn>
                <a:cxn ang="0">
                  <a:pos x="0" y="20"/>
                </a:cxn>
                <a:cxn ang="0">
                  <a:pos x="19" y="0"/>
                </a:cxn>
                <a:cxn ang="0">
                  <a:pos x="38" y="20"/>
                </a:cxn>
                <a:cxn ang="0">
                  <a:pos x="38" y="20"/>
                </a:cxn>
                <a:cxn ang="0">
                  <a:pos x="38" y="20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cubicBezTo>
                    <a:pt x="38" y="30"/>
                    <a:pt x="30" y="39"/>
                    <a:pt x="19" y="39"/>
                  </a:cubicBezTo>
                  <a:cubicBezTo>
                    <a:pt x="8" y="39"/>
                    <a:pt x="0" y="3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30" y="0"/>
                    <a:pt x="38" y="9"/>
                    <a:pt x="38" y="20"/>
                  </a:cubicBezTo>
                  <a:close/>
                  <a:moveTo>
                    <a:pt x="38" y="20"/>
                  </a:moveTo>
                  <a:cubicBezTo>
                    <a:pt x="38" y="20"/>
                    <a:pt x="38" y="20"/>
                    <a:pt x="38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0" name="Group 26">
            <a:extLst>
              <a:ext uri="{FF2B5EF4-FFF2-40B4-BE49-F238E27FC236}">
                <a16:creationId xmlns:a16="http://schemas.microsoft.com/office/drawing/2014/main" id="{DA470024-A71F-B547-A83D-561A4CEB7A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50322" y="4134255"/>
            <a:ext cx="537036" cy="646432"/>
            <a:chOff x="2916" y="2090"/>
            <a:chExt cx="540" cy="650"/>
          </a:xfrm>
          <a:solidFill>
            <a:srgbClr val="42929D"/>
          </a:solidFill>
        </p:grpSpPr>
        <p:sp>
          <p:nvSpPr>
            <p:cNvPr id="291" name="Freeform 27">
              <a:extLst>
                <a:ext uri="{FF2B5EF4-FFF2-40B4-BE49-F238E27FC236}">
                  <a16:creationId xmlns:a16="http://schemas.microsoft.com/office/drawing/2014/main" id="{6B3D0654-B108-8F44-821D-F5AC8BF3B8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" y="2090"/>
              <a:ext cx="540" cy="650"/>
            </a:xfrm>
            <a:custGeom>
              <a:avLst/>
              <a:gdLst/>
              <a:ahLst/>
              <a:cxnLst>
                <a:cxn ang="0">
                  <a:pos x="59" y="50"/>
                </a:cxn>
                <a:cxn ang="0">
                  <a:pos x="59" y="10"/>
                </a:cxn>
                <a:cxn ang="0">
                  <a:pos x="51" y="10"/>
                </a:cxn>
                <a:cxn ang="0">
                  <a:pos x="53" y="0"/>
                </a:cxn>
                <a:cxn ang="0">
                  <a:pos x="29" y="0"/>
                </a:cxn>
                <a:cxn ang="0">
                  <a:pos x="30" y="10"/>
                </a:cxn>
                <a:cxn ang="0">
                  <a:pos x="22" y="10"/>
                </a:cxn>
                <a:cxn ang="0">
                  <a:pos x="22" y="50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23" y="102"/>
                </a:cxn>
                <a:cxn ang="0">
                  <a:pos x="61" y="102"/>
                </a:cxn>
                <a:cxn ang="0">
                  <a:pos x="76" y="100"/>
                </a:cxn>
                <a:cxn ang="0">
                  <a:pos x="84" y="86"/>
                </a:cxn>
                <a:cxn ang="0">
                  <a:pos x="84" y="85"/>
                </a:cxn>
                <a:cxn ang="0">
                  <a:pos x="59" y="50"/>
                </a:cxn>
                <a:cxn ang="0">
                  <a:pos x="77" y="86"/>
                </a:cxn>
                <a:cxn ang="0">
                  <a:pos x="73" y="93"/>
                </a:cxn>
                <a:cxn ang="0">
                  <a:pos x="61" y="95"/>
                </a:cxn>
                <a:cxn ang="0">
                  <a:pos x="24" y="95"/>
                </a:cxn>
                <a:cxn ang="0">
                  <a:pos x="7" y="86"/>
                </a:cxn>
                <a:cxn ang="0">
                  <a:pos x="7" y="85"/>
                </a:cxn>
                <a:cxn ang="0">
                  <a:pos x="28" y="55"/>
                </a:cxn>
                <a:cxn ang="0">
                  <a:pos x="29" y="54"/>
                </a:cxn>
                <a:cxn ang="0">
                  <a:pos x="29" y="18"/>
                </a:cxn>
                <a:cxn ang="0">
                  <a:pos x="31" y="18"/>
                </a:cxn>
                <a:cxn ang="0">
                  <a:pos x="32" y="21"/>
                </a:cxn>
                <a:cxn ang="0">
                  <a:pos x="49" y="21"/>
                </a:cxn>
                <a:cxn ang="0">
                  <a:pos x="49" y="18"/>
                </a:cxn>
                <a:cxn ang="0">
                  <a:pos x="51" y="18"/>
                </a:cxn>
                <a:cxn ang="0">
                  <a:pos x="51" y="54"/>
                </a:cxn>
                <a:cxn ang="0">
                  <a:pos x="53" y="55"/>
                </a:cxn>
                <a:cxn ang="0">
                  <a:pos x="77" y="85"/>
                </a:cxn>
                <a:cxn ang="0">
                  <a:pos x="77" y="86"/>
                </a:cxn>
                <a:cxn ang="0">
                  <a:pos x="77" y="86"/>
                </a:cxn>
                <a:cxn ang="0">
                  <a:pos x="77" y="86"/>
                </a:cxn>
              </a:cxnLst>
              <a:rect l="0" t="0" r="r" b="b"/>
              <a:pathLst>
                <a:path w="84" h="102">
                  <a:moveTo>
                    <a:pt x="59" y="50"/>
                  </a:moveTo>
                  <a:cubicBezTo>
                    <a:pt x="59" y="10"/>
                    <a:pt x="59" y="10"/>
                    <a:pt x="59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4" y="57"/>
                    <a:pt x="0" y="73"/>
                    <a:pt x="0" y="8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102"/>
                    <a:pt x="14" y="102"/>
                    <a:pt x="23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7" y="102"/>
                    <a:pt x="72" y="102"/>
                    <a:pt x="76" y="100"/>
                  </a:cubicBezTo>
                  <a:cubicBezTo>
                    <a:pt x="82" y="98"/>
                    <a:pt x="84" y="93"/>
                    <a:pt x="84" y="86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4" y="74"/>
                    <a:pt x="75" y="61"/>
                    <a:pt x="59" y="50"/>
                  </a:cubicBezTo>
                  <a:close/>
                  <a:moveTo>
                    <a:pt x="77" y="86"/>
                  </a:moveTo>
                  <a:cubicBezTo>
                    <a:pt x="77" y="91"/>
                    <a:pt x="75" y="92"/>
                    <a:pt x="73" y="93"/>
                  </a:cubicBezTo>
                  <a:cubicBezTo>
                    <a:pt x="71" y="94"/>
                    <a:pt x="66" y="95"/>
                    <a:pt x="61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5"/>
                    <a:pt x="7" y="93"/>
                    <a:pt x="7" y="86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76"/>
                    <a:pt x="20" y="61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67" y="65"/>
                    <a:pt x="77" y="77"/>
                    <a:pt x="77" y="85"/>
                  </a:cubicBezTo>
                  <a:lnTo>
                    <a:pt x="77" y="86"/>
                  </a:lnTo>
                  <a:close/>
                  <a:moveTo>
                    <a:pt x="77" y="86"/>
                  </a:moveTo>
                  <a:cubicBezTo>
                    <a:pt x="77" y="86"/>
                    <a:pt x="77" y="86"/>
                    <a:pt x="77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2" name="Freeform 28">
              <a:extLst>
                <a:ext uri="{FF2B5EF4-FFF2-40B4-BE49-F238E27FC236}">
                  <a16:creationId xmlns:a16="http://schemas.microsoft.com/office/drawing/2014/main" id="{594E32AC-D0DC-774B-A2F3-8FA93FA3E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" y="2460"/>
              <a:ext cx="431" cy="197"/>
            </a:xfrm>
            <a:custGeom>
              <a:avLst/>
              <a:gdLst/>
              <a:ahLst/>
              <a:cxnLst>
                <a:cxn ang="0">
                  <a:pos x="41" y="0"/>
                </a:cxn>
                <a:cxn ang="0">
                  <a:pos x="23" y="0"/>
                </a:cxn>
                <a:cxn ang="0">
                  <a:pos x="6" y="28"/>
                </a:cxn>
                <a:cxn ang="0">
                  <a:pos x="14" y="31"/>
                </a:cxn>
                <a:cxn ang="0">
                  <a:pos x="59" y="31"/>
                </a:cxn>
                <a:cxn ang="0">
                  <a:pos x="64" y="24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0" t="0" r="r" b="b"/>
              <a:pathLst>
                <a:path w="67" h="31">
                  <a:moveTo>
                    <a:pt x="41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0" y="17"/>
                    <a:pt x="6" y="28"/>
                  </a:cubicBezTo>
                  <a:cubicBezTo>
                    <a:pt x="6" y="28"/>
                    <a:pt x="8" y="31"/>
                    <a:pt x="14" y="31"/>
                  </a:cubicBezTo>
                  <a:cubicBezTo>
                    <a:pt x="19" y="31"/>
                    <a:pt x="59" y="31"/>
                    <a:pt x="59" y="31"/>
                  </a:cubicBezTo>
                  <a:cubicBezTo>
                    <a:pt x="59" y="31"/>
                    <a:pt x="67" y="31"/>
                    <a:pt x="64" y="24"/>
                  </a:cubicBezTo>
                  <a:cubicBezTo>
                    <a:pt x="62" y="21"/>
                    <a:pt x="55" y="5"/>
                    <a:pt x="41" y="0"/>
                  </a:cubicBez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3" name="Freeform 29">
              <a:extLst>
                <a:ext uri="{FF2B5EF4-FFF2-40B4-BE49-F238E27FC236}">
                  <a16:creationId xmlns:a16="http://schemas.microsoft.com/office/drawing/2014/main" id="{BB333C43-BFA0-9F42-A362-A7633D0C02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0" y="2370"/>
              <a:ext cx="32" cy="3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4" name="Freeform 30">
              <a:extLst>
                <a:ext uri="{FF2B5EF4-FFF2-40B4-BE49-F238E27FC236}">
                  <a16:creationId xmlns:a16="http://schemas.microsoft.com/office/drawing/2014/main" id="{660704A0-1075-C24B-B0E8-369928ACC0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" y="2294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2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5" name="Freeform 31">
              <a:extLst>
                <a:ext uri="{FF2B5EF4-FFF2-40B4-BE49-F238E27FC236}">
                  <a16:creationId xmlns:a16="http://schemas.microsoft.com/office/drawing/2014/main" id="{D8462E27-4B72-CC44-B757-C42F188C9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7" y="2243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7B46FEE9-A4CB-DE46-908A-12F0A0F86758}"/>
              </a:ext>
            </a:extLst>
          </p:cNvPr>
          <p:cNvGrpSpPr/>
          <p:nvPr/>
        </p:nvGrpSpPr>
        <p:grpSpPr>
          <a:xfrm>
            <a:off x="872966" y="4942512"/>
            <a:ext cx="1707289" cy="1388887"/>
            <a:chOff x="872966" y="1949832"/>
            <a:chExt cx="5386039" cy="4381567"/>
          </a:xfrm>
        </p:grpSpPr>
        <p:sp>
          <p:nvSpPr>
            <p:cNvPr id="297" name="Isosceles Triangle 82">
              <a:extLst>
                <a:ext uri="{FF2B5EF4-FFF2-40B4-BE49-F238E27FC236}">
                  <a16:creationId xmlns:a16="http://schemas.microsoft.com/office/drawing/2014/main" id="{5A6254A2-E1BC-2C4B-9F7D-3C26481BA23F}"/>
                </a:ext>
              </a:extLst>
            </p:cNvPr>
            <p:cNvSpPr/>
            <p:nvPr/>
          </p:nvSpPr>
          <p:spPr>
            <a:xfrm rot="13787019">
              <a:off x="2763471" y="2806046"/>
              <a:ext cx="2266164" cy="2699685"/>
            </a:xfrm>
            <a:prstGeom prst="triangle">
              <a:avLst>
                <a:gd name="adj" fmla="val 4920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Oval 68">
              <a:extLst>
                <a:ext uri="{FF2B5EF4-FFF2-40B4-BE49-F238E27FC236}">
                  <a16:creationId xmlns:a16="http://schemas.microsoft.com/office/drawing/2014/main" id="{81300D01-478A-BA43-BABE-EC1D47C9E170}"/>
                </a:ext>
              </a:extLst>
            </p:cNvPr>
            <p:cNvSpPr/>
            <p:nvPr/>
          </p:nvSpPr>
          <p:spPr>
            <a:xfrm rot="21366453">
              <a:off x="4012526" y="1997131"/>
              <a:ext cx="2246479" cy="2246479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5467"/>
              <a:endParaRPr lang="en-US" sz="2667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Freeform 5">
              <a:extLst>
                <a:ext uri="{FF2B5EF4-FFF2-40B4-BE49-F238E27FC236}">
                  <a16:creationId xmlns:a16="http://schemas.microsoft.com/office/drawing/2014/main" id="{C2D4CD72-0AA7-C04B-A67D-83245CB8A55F}"/>
                </a:ext>
              </a:extLst>
            </p:cNvPr>
            <p:cNvSpPr>
              <a:spLocks noEditPoints="1"/>
            </p:cNvSpPr>
            <p:nvPr/>
          </p:nvSpPr>
          <p:spPr bwMode="auto">
            <a:xfrm rot="21366453">
              <a:off x="5441736" y="3352718"/>
              <a:ext cx="459331" cy="493456"/>
            </a:xfrm>
            <a:custGeom>
              <a:avLst/>
              <a:gdLst/>
              <a:ahLst/>
              <a:cxnLst>
                <a:cxn ang="0">
                  <a:pos x="261" y="74"/>
                </a:cxn>
                <a:cxn ang="0">
                  <a:pos x="282" y="53"/>
                </a:cxn>
                <a:cxn ang="0">
                  <a:pos x="261" y="32"/>
                </a:cxn>
                <a:cxn ang="0">
                  <a:pos x="240" y="53"/>
                </a:cxn>
                <a:cxn ang="0">
                  <a:pos x="244" y="65"/>
                </a:cxn>
                <a:cxn ang="0">
                  <a:pos x="146" y="41"/>
                </a:cxn>
                <a:cxn ang="0">
                  <a:pos x="162" y="21"/>
                </a:cxn>
                <a:cxn ang="0">
                  <a:pos x="142" y="0"/>
                </a:cxn>
                <a:cxn ang="0">
                  <a:pos x="121" y="21"/>
                </a:cxn>
                <a:cxn ang="0">
                  <a:pos x="142" y="41"/>
                </a:cxn>
                <a:cxn ang="0">
                  <a:pos x="144" y="41"/>
                </a:cxn>
                <a:cxn ang="0">
                  <a:pos x="88" y="112"/>
                </a:cxn>
                <a:cxn ang="0">
                  <a:pos x="90" y="105"/>
                </a:cxn>
                <a:cxn ang="0">
                  <a:pos x="69" y="84"/>
                </a:cxn>
                <a:cxn ang="0">
                  <a:pos x="48" y="105"/>
                </a:cxn>
                <a:cxn ang="0">
                  <a:pos x="69" y="125"/>
                </a:cxn>
                <a:cxn ang="0">
                  <a:pos x="85" y="118"/>
                </a:cxn>
                <a:cxn ang="0">
                  <a:pos x="41" y="168"/>
                </a:cxn>
                <a:cxn ang="0">
                  <a:pos x="41" y="164"/>
                </a:cxn>
                <a:cxn ang="0">
                  <a:pos x="21" y="144"/>
                </a:cxn>
                <a:cxn ang="0">
                  <a:pos x="0" y="164"/>
                </a:cxn>
                <a:cxn ang="0">
                  <a:pos x="21" y="185"/>
                </a:cxn>
                <a:cxn ang="0">
                  <a:pos x="41" y="169"/>
                </a:cxn>
                <a:cxn ang="0">
                  <a:pos x="75" y="225"/>
                </a:cxn>
                <a:cxn ang="0">
                  <a:pos x="62" y="220"/>
                </a:cxn>
                <a:cxn ang="0">
                  <a:pos x="41" y="241"/>
                </a:cxn>
                <a:cxn ang="0">
                  <a:pos x="62" y="262"/>
                </a:cxn>
                <a:cxn ang="0">
                  <a:pos x="83" y="241"/>
                </a:cxn>
                <a:cxn ang="0">
                  <a:pos x="78" y="228"/>
                </a:cxn>
                <a:cxn ang="0">
                  <a:pos x="143" y="262"/>
                </a:cxn>
                <a:cxn ang="0">
                  <a:pos x="127" y="283"/>
                </a:cxn>
                <a:cxn ang="0">
                  <a:pos x="147" y="303"/>
                </a:cxn>
                <a:cxn ang="0">
                  <a:pos x="168" y="283"/>
                </a:cxn>
                <a:cxn ang="0">
                  <a:pos x="154" y="263"/>
                </a:cxn>
                <a:cxn ang="0">
                  <a:pos x="222" y="242"/>
                </a:cxn>
                <a:cxn ang="0">
                  <a:pos x="220" y="250"/>
                </a:cxn>
                <a:cxn ang="0">
                  <a:pos x="241" y="271"/>
                </a:cxn>
                <a:cxn ang="0">
                  <a:pos x="261" y="250"/>
                </a:cxn>
                <a:cxn ang="0">
                  <a:pos x="241" y="229"/>
                </a:cxn>
                <a:cxn ang="0">
                  <a:pos x="225" y="237"/>
                </a:cxn>
                <a:cxn ang="0">
                  <a:pos x="228" y="162"/>
                </a:cxn>
                <a:cxn ang="0">
                  <a:pos x="249" y="178"/>
                </a:cxn>
                <a:cxn ang="0">
                  <a:pos x="269" y="157"/>
                </a:cxn>
                <a:cxn ang="0">
                  <a:pos x="249" y="137"/>
                </a:cxn>
                <a:cxn ang="0">
                  <a:pos x="229" y="151"/>
                </a:cxn>
                <a:cxn ang="0">
                  <a:pos x="245" y="66"/>
                </a:cxn>
                <a:cxn ang="0">
                  <a:pos x="261" y="74"/>
                </a:cxn>
                <a:cxn ang="0">
                  <a:pos x="124" y="184"/>
                </a:cxn>
                <a:cxn ang="0">
                  <a:pos x="115" y="176"/>
                </a:cxn>
                <a:cxn ang="0">
                  <a:pos x="124" y="168"/>
                </a:cxn>
                <a:cxn ang="0">
                  <a:pos x="132" y="176"/>
                </a:cxn>
                <a:cxn ang="0">
                  <a:pos x="124" y="184"/>
                </a:cxn>
                <a:cxn ang="0">
                  <a:pos x="168" y="145"/>
                </a:cxn>
                <a:cxn ang="0">
                  <a:pos x="156" y="133"/>
                </a:cxn>
                <a:cxn ang="0">
                  <a:pos x="168" y="121"/>
                </a:cxn>
                <a:cxn ang="0">
                  <a:pos x="180" y="133"/>
                </a:cxn>
                <a:cxn ang="0">
                  <a:pos x="168" y="145"/>
                </a:cxn>
                <a:cxn ang="0">
                  <a:pos x="168" y="145"/>
                </a:cxn>
                <a:cxn ang="0">
                  <a:pos x="168" y="145"/>
                </a:cxn>
              </a:cxnLst>
              <a:rect l="0" t="0" r="r" b="b"/>
              <a:pathLst>
                <a:path w="282" h="303">
                  <a:moveTo>
                    <a:pt x="261" y="74"/>
                  </a:moveTo>
                  <a:cubicBezTo>
                    <a:pt x="272" y="74"/>
                    <a:pt x="282" y="64"/>
                    <a:pt x="282" y="53"/>
                  </a:cubicBezTo>
                  <a:cubicBezTo>
                    <a:pt x="282" y="41"/>
                    <a:pt x="272" y="32"/>
                    <a:pt x="261" y="32"/>
                  </a:cubicBezTo>
                  <a:cubicBezTo>
                    <a:pt x="249" y="32"/>
                    <a:pt x="240" y="41"/>
                    <a:pt x="240" y="53"/>
                  </a:cubicBezTo>
                  <a:cubicBezTo>
                    <a:pt x="240" y="57"/>
                    <a:pt x="242" y="61"/>
                    <a:pt x="244" y="65"/>
                  </a:cubicBezTo>
                  <a:cubicBezTo>
                    <a:pt x="217" y="86"/>
                    <a:pt x="165" y="114"/>
                    <a:pt x="146" y="41"/>
                  </a:cubicBezTo>
                  <a:cubicBezTo>
                    <a:pt x="155" y="39"/>
                    <a:pt x="162" y="31"/>
                    <a:pt x="162" y="21"/>
                  </a:cubicBezTo>
                  <a:cubicBezTo>
                    <a:pt x="162" y="9"/>
                    <a:pt x="153" y="0"/>
                    <a:pt x="142" y="0"/>
                  </a:cubicBezTo>
                  <a:cubicBezTo>
                    <a:pt x="130" y="0"/>
                    <a:pt x="121" y="9"/>
                    <a:pt x="121" y="21"/>
                  </a:cubicBezTo>
                  <a:cubicBezTo>
                    <a:pt x="121" y="32"/>
                    <a:pt x="130" y="41"/>
                    <a:pt x="142" y="41"/>
                  </a:cubicBezTo>
                  <a:cubicBezTo>
                    <a:pt x="142" y="41"/>
                    <a:pt x="143" y="41"/>
                    <a:pt x="144" y="41"/>
                  </a:cubicBezTo>
                  <a:cubicBezTo>
                    <a:pt x="143" y="95"/>
                    <a:pt x="145" y="143"/>
                    <a:pt x="88" y="112"/>
                  </a:cubicBezTo>
                  <a:cubicBezTo>
                    <a:pt x="89" y="110"/>
                    <a:pt x="90" y="107"/>
                    <a:pt x="90" y="105"/>
                  </a:cubicBezTo>
                  <a:cubicBezTo>
                    <a:pt x="90" y="93"/>
                    <a:pt x="81" y="84"/>
                    <a:pt x="69" y="84"/>
                  </a:cubicBezTo>
                  <a:cubicBezTo>
                    <a:pt x="58" y="84"/>
                    <a:pt x="48" y="93"/>
                    <a:pt x="48" y="105"/>
                  </a:cubicBezTo>
                  <a:cubicBezTo>
                    <a:pt x="48" y="116"/>
                    <a:pt x="58" y="125"/>
                    <a:pt x="69" y="125"/>
                  </a:cubicBezTo>
                  <a:cubicBezTo>
                    <a:pt x="75" y="125"/>
                    <a:pt x="81" y="123"/>
                    <a:pt x="85" y="118"/>
                  </a:cubicBezTo>
                  <a:cubicBezTo>
                    <a:pt x="119" y="159"/>
                    <a:pt x="102" y="167"/>
                    <a:pt x="41" y="168"/>
                  </a:cubicBezTo>
                  <a:cubicBezTo>
                    <a:pt x="41" y="167"/>
                    <a:pt x="41" y="166"/>
                    <a:pt x="41" y="164"/>
                  </a:cubicBezTo>
                  <a:cubicBezTo>
                    <a:pt x="41" y="153"/>
                    <a:pt x="32" y="144"/>
                    <a:pt x="21" y="144"/>
                  </a:cubicBezTo>
                  <a:cubicBezTo>
                    <a:pt x="9" y="144"/>
                    <a:pt x="0" y="153"/>
                    <a:pt x="0" y="164"/>
                  </a:cubicBezTo>
                  <a:cubicBezTo>
                    <a:pt x="0" y="176"/>
                    <a:pt x="9" y="185"/>
                    <a:pt x="21" y="185"/>
                  </a:cubicBezTo>
                  <a:cubicBezTo>
                    <a:pt x="31" y="185"/>
                    <a:pt x="39" y="178"/>
                    <a:pt x="41" y="169"/>
                  </a:cubicBezTo>
                  <a:cubicBezTo>
                    <a:pt x="82" y="184"/>
                    <a:pt x="92" y="196"/>
                    <a:pt x="75" y="225"/>
                  </a:cubicBezTo>
                  <a:cubicBezTo>
                    <a:pt x="71" y="222"/>
                    <a:pt x="67" y="220"/>
                    <a:pt x="62" y="220"/>
                  </a:cubicBezTo>
                  <a:cubicBezTo>
                    <a:pt x="51" y="220"/>
                    <a:pt x="41" y="230"/>
                    <a:pt x="41" y="241"/>
                  </a:cubicBezTo>
                  <a:cubicBezTo>
                    <a:pt x="41" y="253"/>
                    <a:pt x="51" y="262"/>
                    <a:pt x="62" y="262"/>
                  </a:cubicBezTo>
                  <a:cubicBezTo>
                    <a:pt x="74" y="262"/>
                    <a:pt x="83" y="253"/>
                    <a:pt x="83" y="241"/>
                  </a:cubicBezTo>
                  <a:cubicBezTo>
                    <a:pt x="83" y="236"/>
                    <a:pt x="81" y="232"/>
                    <a:pt x="78" y="228"/>
                  </a:cubicBezTo>
                  <a:cubicBezTo>
                    <a:pt x="121" y="197"/>
                    <a:pt x="141" y="198"/>
                    <a:pt x="143" y="262"/>
                  </a:cubicBezTo>
                  <a:cubicBezTo>
                    <a:pt x="134" y="264"/>
                    <a:pt x="127" y="273"/>
                    <a:pt x="127" y="283"/>
                  </a:cubicBezTo>
                  <a:cubicBezTo>
                    <a:pt x="127" y="294"/>
                    <a:pt x="136" y="303"/>
                    <a:pt x="147" y="303"/>
                  </a:cubicBezTo>
                  <a:cubicBezTo>
                    <a:pt x="159" y="303"/>
                    <a:pt x="168" y="294"/>
                    <a:pt x="168" y="283"/>
                  </a:cubicBezTo>
                  <a:cubicBezTo>
                    <a:pt x="168" y="273"/>
                    <a:pt x="162" y="265"/>
                    <a:pt x="154" y="263"/>
                  </a:cubicBezTo>
                  <a:cubicBezTo>
                    <a:pt x="172" y="230"/>
                    <a:pt x="188" y="225"/>
                    <a:pt x="222" y="242"/>
                  </a:cubicBezTo>
                  <a:cubicBezTo>
                    <a:pt x="221" y="244"/>
                    <a:pt x="220" y="247"/>
                    <a:pt x="220" y="250"/>
                  </a:cubicBezTo>
                  <a:cubicBezTo>
                    <a:pt x="220" y="261"/>
                    <a:pt x="229" y="271"/>
                    <a:pt x="241" y="271"/>
                  </a:cubicBezTo>
                  <a:cubicBezTo>
                    <a:pt x="252" y="271"/>
                    <a:pt x="261" y="261"/>
                    <a:pt x="261" y="250"/>
                  </a:cubicBezTo>
                  <a:cubicBezTo>
                    <a:pt x="261" y="238"/>
                    <a:pt x="252" y="229"/>
                    <a:pt x="241" y="229"/>
                  </a:cubicBezTo>
                  <a:cubicBezTo>
                    <a:pt x="234" y="229"/>
                    <a:pt x="229" y="232"/>
                    <a:pt x="225" y="237"/>
                  </a:cubicBezTo>
                  <a:cubicBezTo>
                    <a:pt x="200" y="211"/>
                    <a:pt x="182" y="177"/>
                    <a:pt x="228" y="162"/>
                  </a:cubicBezTo>
                  <a:cubicBezTo>
                    <a:pt x="230" y="171"/>
                    <a:pt x="239" y="178"/>
                    <a:pt x="249" y="178"/>
                  </a:cubicBezTo>
                  <a:cubicBezTo>
                    <a:pt x="260" y="178"/>
                    <a:pt x="269" y="169"/>
                    <a:pt x="269" y="157"/>
                  </a:cubicBezTo>
                  <a:cubicBezTo>
                    <a:pt x="269" y="146"/>
                    <a:pt x="260" y="137"/>
                    <a:pt x="249" y="137"/>
                  </a:cubicBezTo>
                  <a:cubicBezTo>
                    <a:pt x="239" y="137"/>
                    <a:pt x="232" y="142"/>
                    <a:pt x="229" y="151"/>
                  </a:cubicBezTo>
                  <a:cubicBezTo>
                    <a:pt x="199" y="129"/>
                    <a:pt x="226" y="89"/>
                    <a:pt x="245" y="66"/>
                  </a:cubicBezTo>
                  <a:cubicBezTo>
                    <a:pt x="249" y="71"/>
                    <a:pt x="255" y="74"/>
                    <a:pt x="261" y="74"/>
                  </a:cubicBezTo>
                  <a:close/>
                  <a:moveTo>
                    <a:pt x="124" y="184"/>
                  </a:moveTo>
                  <a:cubicBezTo>
                    <a:pt x="119" y="184"/>
                    <a:pt x="115" y="181"/>
                    <a:pt x="115" y="176"/>
                  </a:cubicBezTo>
                  <a:cubicBezTo>
                    <a:pt x="115" y="172"/>
                    <a:pt x="119" y="168"/>
                    <a:pt x="124" y="168"/>
                  </a:cubicBezTo>
                  <a:cubicBezTo>
                    <a:pt x="128" y="168"/>
                    <a:pt x="132" y="172"/>
                    <a:pt x="132" y="176"/>
                  </a:cubicBezTo>
                  <a:cubicBezTo>
                    <a:pt x="132" y="181"/>
                    <a:pt x="128" y="184"/>
                    <a:pt x="124" y="184"/>
                  </a:cubicBezTo>
                  <a:close/>
                  <a:moveTo>
                    <a:pt x="168" y="145"/>
                  </a:moveTo>
                  <a:cubicBezTo>
                    <a:pt x="161" y="145"/>
                    <a:pt x="156" y="140"/>
                    <a:pt x="156" y="133"/>
                  </a:cubicBezTo>
                  <a:cubicBezTo>
                    <a:pt x="156" y="126"/>
                    <a:pt x="161" y="121"/>
                    <a:pt x="168" y="121"/>
                  </a:cubicBezTo>
                  <a:cubicBezTo>
                    <a:pt x="175" y="121"/>
                    <a:pt x="180" y="126"/>
                    <a:pt x="180" y="133"/>
                  </a:cubicBezTo>
                  <a:cubicBezTo>
                    <a:pt x="180" y="140"/>
                    <a:pt x="175" y="145"/>
                    <a:pt x="168" y="145"/>
                  </a:cubicBezTo>
                  <a:close/>
                  <a:moveTo>
                    <a:pt x="168" y="145"/>
                  </a:moveTo>
                  <a:cubicBezTo>
                    <a:pt x="168" y="145"/>
                    <a:pt x="168" y="145"/>
                    <a:pt x="168" y="145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0" name="Freeform 9">
              <a:extLst>
                <a:ext uri="{FF2B5EF4-FFF2-40B4-BE49-F238E27FC236}">
                  <a16:creationId xmlns:a16="http://schemas.microsoft.com/office/drawing/2014/main" id="{81A18776-16AA-7749-AE48-B1E91C4AB969}"/>
                </a:ext>
              </a:extLst>
            </p:cNvPr>
            <p:cNvSpPr>
              <a:spLocks noEditPoints="1"/>
            </p:cNvSpPr>
            <p:nvPr/>
          </p:nvSpPr>
          <p:spPr bwMode="auto">
            <a:xfrm rot="20602326">
              <a:off x="4793739" y="2210046"/>
              <a:ext cx="850013" cy="465629"/>
            </a:xfrm>
            <a:custGeom>
              <a:avLst/>
              <a:gdLst/>
              <a:ahLst/>
              <a:cxnLst>
                <a:cxn ang="0">
                  <a:pos x="83" y="15"/>
                </a:cxn>
                <a:cxn ang="0">
                  <a:pos x="65" y="13"/>
                </a:cxn>
                <a:cxn ang="0">
                  <a:pos x="71" y="10"/>
                </a:cxn>
                <a:cxn ang="0">
                  <a:pos x="63" y="13"/>
                </a:cxn>
                <a:cxn ang="0">
                  <a:pos x="56" y="6"/>
                </a:cxn>
                <a:cxn ang="0">
                  <a:pos x="52" y="5"/>
                </a:cxn>
                <a:cxn ang="0">
                  <a:pos x="53" y="10"/>
                </a:cxn>
                <a:cxn ang="0">
                  <a:pos x="40" y="7"/>
                </a:cxn>
                <a:cxn ang="0">
                  <a:pos x="36" y="4"/>
                </a:cxn>
                <a:cxn ang="0">
                  <a:pos x="39" y="8"/>
                </a:cxn>
                <a:cxn ang="0">
                  <a:pos x="31" y="17"/>
                </a:cxn>
                <a:cxn ang="0">
                  <a:pos x="23" y="16"/>
                </a:cxn>
                <a:cxn ang="0">
                  <a:pos x="7" y="34"/>
                </a:cxn>
                <a:cxn ang="0">
                  <a:pos x="2" y="42"/>
                </a:cxn>
                <a:cxn ang="0">
                  <a:pos x="8" y="37"/>
                </a:cxn>
                <a:cxn ang="0">
                  <a:pos x="31" y="38"/>
                </a:cxn>
                <a:cxn ang="0">
                  <a:pos x="32" y="45"/>
                </a:cxn>
                <a:cxn ang="0">
                  <a:pos x="33" y="39"/>
                </a:cxn>
                <a:cxn ang="0">
                  <a:pos x="39" y="46"/>
                </a:cxn>
                <a:cxn ang="0">
                  <a:pos x="44" y="42"/>
                </a:cxn>
                <a:cxn ang="0">
                  <a:pos x="53" y="37"/>
                </a:cxn>
                <a:cxn ang="0">
                  <a:pos x="53" y="44"/>
                </a:cxn>
                <a:cxn ang="0">
                  <a:pos x="56" y="39"/>
                </a:cxn>
                <a:cxn ang="0">
                  <a:pos x="62" y="33"/>
                </a:cxn>
                <a:cxn ang="0">
                  <a:pos x="71" y="34"/>
                </a:cxn>
                <a:cxn ang="0">
                  <a:pos x="69" y="27"/>
                </a:cxn>
                <a:cxn ang="0">
                  <a:pos x="74" y="31"/>
                </a:cxn>
                <a:cxn ang="0">
                  <a:pos x="69" y="25"/>
                </a:cxn>
                <a:cxn ang="0">
                  <a:pos x="83" y="17"/>
                </a:cxn>
                <a:cxn ang="0">
                  <a:pos x="87" y="10"/>
                </a:cxn>
                <a:cxn ang="0">
                  <a:pos x="39" y="18"/>
                </a:cxn>
                <a:cxn ang="0">
                  <a:pos x="43" y="32"/>
                </a:cxn>
                <a:cxn ang="0">
                  <a:pos x="64" y="18"/>
                </a:cxn>
                <a:cxn ang="0">
                  <a:pos x="63" y="27"/>
                </a:cxn>
              </a:cxnLst>
              <a:rect l="0" t="0" r="r" b="b"/>
              <a:pathLst>
                <a:path w="92" h="49">
                  <a:moveTo>
                    <a:pt x="87" y="10"/>
                  </a:moveTo>
                  <a:cubicBezTo>
                    <a:pt x="84" y="10"/>
                    <a:pt x="85" y="13"/>
                    <a:pt x="83" y="15"/>
                  </a:cubicBezTo>
                  <a:cubicBezTo>
                    <a:pt x="78" y="16"/>
                    <a:pt x="73" y="17"/>
                    <a:pt x="69" y="18"/>
                  </a:cubicBezTo>
                  <a:cubicBezTo>
                    <a:pt x="68" y="16"/>
                    <a:pt x="66" y="15"/>
                    <a:pt x="65" y="13"/>
                  </a:cubicBezTo>
                  <a:cubicBezTo>
                    <a:pt x="66" y="13"/>
                    <a:pt x="66" y="11"/>
                    <a:pt x="67" y="11"/>
                  </a:cubicBezTo>
                  <a:cubicBezTo>
                    <a:pt x="68" y="10"/>
                    <a:pt x="71" y="11"/>
                    <a:pt x="71" y="10"/>
                  </a:cubicBezTo>
                  <a:cubicBezTo>
                    <a:pt x="70" y="8"/>
                    <a:pt x="70" y="6"/>
                    <a:pt x="66" y="6"/>
                  </a:cubicBezTo>
                  <a:cubicBezTo>
                    <a:pt x="64" y="8"/>
                    <a:pt x="67" y="11"/>
                    <a:pt x="63" y="13"/>
                  </a:cubicBezTo>
                  <a:cubicBezTo>
                    <a:pt x="61" y="11"/>
                    <a:pt x="57" y="11"/>
                    <a:pt x="55" y="10"/>
                  </a:cubicBezTo>
                  <a:cubicBezTo>
                    <a:pt x="56" y="9"/>
                    <a:pt x="56" y="7"/>
                    <a:pt x="56" y="6"/>
                  </a:cubicBezTo>
                  <a:cubicBezTo>
                    <a:pt x="57" y="6"/>
                    <a:pt x="59" y="7"/>
                    <a:pt x="59" y="6"/>
                  </a:cubicBezTo>
                  <a:cubicBezTo>
                    <a:pt x="59" y="3"/>
                    <a:pt x="53" y="0"/>
                    <a:pt x="52" y="5"/>
                  </a:cubicBezTo>
                  <a:cubicBezTo>
                    <a:pt x="52" y="7"/>
                    <a:pt x="54" y="5"/>
                    <a:pt x="54" y="7"/>
                  </a:cubicBezTo>
                  <a:cubicBezTo>
                    <a:pt x="54" y="8"/>
                    <a:pt x="54" y="9"/>
                    <a:pt x="53" y="10"/>
                  </a:cubicBezTo>
                  <a:cubicBezTo>
                    <a:pt x="49" y="10"/>
                    <a:pt x="45" y="9"/>
                    <a:pt x="42" y="11"/>
                  </a:cubicBezTo>
                  <a:cubicBezTo>
                    <a:pt x="41" y="9"/>
                    <a:pt x="40" y="9"/>
                    <a:pt x="40" y="7"/>
                  </a:cubicBezTo>
                  <a:cubicBezTo>
                    <a:pt x="42" y="7"/>
                    <a:pt x="43" y="7"/>
                    <a:pt x="43" y="5"/>
                  </a:cubicBezTo>
                  <a:cubicBezTo>
                    <a:pt x="42" y="3"/>
                    <a:pt x="38" y="3"/>
                    <a:pt x="36" y="4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8"/>
                    <a:pt x="39" y="7"/>
                    <a:pt x="39" y="8"/>
                  </a:cubicBezTo>
                  <a:cubicBezTo>
                    <a:pt x="40" y="9"/>
                    <a:pt x="40" y="10"/>
                    <a:pt x="40" y="11"/>
                  </a:cubicBezTo>
                  <a:cubicBezTo>
                    <a:pt x="36" y="12"/>
                    <a:pt x="34" y="15"/>
                    <a:pt x="31" y="17"/>
                  </a:cubicBezTo>
                  <a:cubicBezTo>
                    <a:pt x="28" y="15"/>
                    <a:pt x="31" y="10"/>
                    <a:pt x="27" y="9"/>
                  </a:cubicBezTo>
                  <a:cubicBezTo>
                    <a:pt x="25" y="9"/>
                    <a:pt x="22" y="12"/>
                    <a:pt x="23" y="16"/>
                  </a:cubicBezTo>
                  <a:cubicBezTo>
                    <a:pt x="37" y="15"/>
                    <a:pt x="25" y="21"/>
                    <a:pt x="26" y="29"/>
                  </a:cubicBezTo>
                  <a:cubicBezTo>
                    <a:pt x="20" y="30"/>
                    <a:pt x="14" y="33"/>
                    <a:pt x="7" y="34"/>
                  </a:cubicBezTo>
                  <a:cubicBezTo>
                    <a:pt x="6" y="34"/>
                    <a:pt x="7" y="32"/>
                    <a:pt x="5" y="33"/>
                  </a:cubicBezTo>
                  <a:cubicBezTo>
                    <a:pt x="1" y="33"/>
                    <a:pt x="0" y="39"/>
                    <a:pt x="2" y="42"/>
                  </a:cubicBezTo>
                  <a:cubicBezTo>
                    <a:pt x="4" y="42"/>
                    <a:pt x="4" y="42"/>
                    <a:pt x="6" y="42"/>
                  </a:cubicBezTo>
                  <a:cubicBezTo>
                    <a:pt x="7" y="41"/>
                    <a:pt x="7" y="39"/>
                    <a:pt x="8" y="37"/>
                  </a:cubicBezTo>
                  <a:cubicBezTo>
                    <a:pt x="14" y="35"/>
                    <a:pt x="20" y="32"/>
                    <a:pt x="27" y="31"/>
                  </a:cubicBezTo>
                  <a:cubicBezTo>
                    <a:pt x="27" y="34"/>
                    <a:pt x="29" y="36"/>
                    <a:pt x="31" y="38"/>
                  </a:cubicBezTo>
                  <a:cubicBezTo>
                    <a:pt x="30" y="41"/>
                    <a:pt x="27" y="39"/>
                    <a:pt x="25" y="41"/>
                  </a:cubicBezTo>
                  <a:cubicBezTo>
                    <a:pt x="25" y="45"/>
                    <a:pt x="29" y="46"/>
                    <a:pt x="32" y="45"/>
                  </a:cubicBezTo>
                  <a:cubicBezTo>
                    <a:pt x="32" y="43"/>
                    <a:pt x="31" y="43"/>
                    <a:pt x="31" y="42"/>
                  </a:cubicBezTo>
                  <a:cubicBezTo>
                    <a:pt x="32" y="41"/>
                    <a:pt x="32" y="39"/>
                    <a:pt x="33" y="39"/>
                  </a:cubicBezTo>
                  <a:cubicBezTo>
                    <a:pt x="35" y="40"/>
                    <a:pt x="39" y="39"/>
                    <a:pt x="41" y="40"/>
                  </a:cubicBezTo>
                  <a:cubicBezTo>
                    <a:pt x="42" y="44"/>
                    <a:pt x="39" y="43"/>
                    <a:pt x="39" y="46"/>
                  </a:cubicBezTo>
                  <a:cubicBezTo>
                    <a:pt x="40" y="49"/>
                    <a:pt x="47" y="49"/>
                    <a:pt x="46" y="44"/>
                  </a:cubicBezTo>
                  <a:cubicBezTo>
                    <a:pt x="46" y="43"/>
                    <a:pt x="43" y="44"/>
                    <a:pt x="44" y="42"/>
                  </a:cubicBezTo>
                  <a:cubicBezTo>
                    <a:pt x="43" y="41"/>
                    <a:pt x="44" y="40"/>
                    <a:pt x="44" y="39"/>
                  </a:cubicBezTo>
                  <a:cubicBezTo>
                    <a:pt x="48" y="39"/>
                    <a:pt x="50" y="38"/>
                    <a:pt x="53" y="37"/>
                  </a:cubicBezTo>
                  <a:cubicBezTo>
                    <a:pt x="54" y="38"/>
                    <a:pt x="54" y="39"/>
                    <a:pt x="55" y="40"/>
                  </a:cubicBezTo>
                  <a:cubicBezTo>
                    <a:pt x="54" y="42"/>
                    <a:pt x="53" y="42"/>
                    <a:pt x="53" y="44"/>
                  </a:cubicBezTo>
                  <a:cubicBezTo>
                    <a:pt x="56" y="46"/>
                    <a:pt x="60" y="43"/>
                    <a:pt x="60" y="40"/>
                  </a:cubicBezTo>
                  <a:cubicBezTo>
                    <a:pt x="60" y="38"/>
                    <a:pt x="57" y="40"/>
                    <a:pt x="56" y="39"/>
                  </a:cubicBezTo>
                  <a:cubicBezTo>
                    <a:pt x="56" y="38"/>
                    <a:pt x="55" y="37"/>
                    <a:pt x="55" y="36"/>
                  </a:cubicBezTo>
                  <a:cubicBezTo>
                    <a:pt x="58" y="35"/>
                    <a:pt x="59" y="33"/>
                    <a:pt x="62" y="33"/>
                  </a:cubicBezTo>
                  <a:cubicBezTo>
                    <a:pt x="65" y="34"/>
                    <a:pt x="64" y="36"/>
                    <a:pt x="65" y="39"/>
                  </a:cubicBezTo>
                  <a:cubicBezTo>
                    <a:pt x="68" y="39"/>
                    <a:pt x="70" y="38"/>
                    <a:pt x="71" y="34"/>
                  </a:cubicBezTo>
                  <a:cubicBezTo>
                    <a:pt x="68" y="32"/>
                    <a:pt x="64" y="35"/>
                    <a:pt x="64" y="31"/>
                  </a:cubicBezTo>
                  <a:cubicBezTo>
                    <a:pt x="66" y="30"/>
                    <a:pt x="67" y="28"/>
                    <a:pt x="69" y="27"/>
                  </a:cubicBezTo>
                  <a:cubicBezTo>
                    <a:pt x="70" y="27"/>
                    <a:pt x="71" y="27"/>
                    <a:pt x="72" y="27"/>
                  </a:cubicBezTo>
                  <a:cubicBezTo>
                    <a:pt x="72" y="29"/>
                    <a:pt x="72" y="31"/>
                    <a:pt x="74" y="31"/>
                  </a:cubicBezTo>
                  <a:cubicBezTo>
                    <a:pt x="78" y="32"/>
                    <a:pt x="78" y="26"/>
                    <a:pt x="76" y="24"/>
                  </a:cubicBezTo>
                  <a:cubicBezTo>
                    <a:pt x="73" y="24"/>
                    <a:pt x="72" y="27"/>
                    <a:pt x="69" y="25"/>
                  </a:cubicBezTo>
                  <a:cubicBezTo>
                    <a:pt x="70" y="23"/>
                    <a:pt x="69" y="20"/>
                    <a:pt x="70" y="19"/>
                  </a:cubicBezTo>
                  <a:cubicBezTo>
                    <a:pt x="74" y="18"/>
                    <a:pt x="79" y="17"/>
                    <a:pt x="83" y="17"/>
                  </a:cubicBezTo>
                  <a:cubicBezTo>
                    <a:pt x="85" y="19"/>
                    <a:pt x="90" y="21"/>
                    <a:pt x="92" y="17"/>
                  </a:cubicBezTo>
                  <a:cubicBezTo>
                    <a:pt x="91" y="13"/>
                    <a:pt x="90" y="10"/>
                    <a:pt x="87" y="10"/>
                  </a:cubicBezTo>
                  <a:close/>
                  <a:moveTo>
                    <a:pt x="43" y="32"/>
                  </a:moveTo>
                  <a:cubicBezTo>
                    <a:pt x="38" y="31"/>
                    <a:pt x="34" y="21"/>
                    <a:pt x="39" y="18"/>
                  </a:cubicBezTo>
                  <a:cubicBezTo>
                    <a:pt x="44" y="16"/>
                    <a:pt x="52" y="19"/>
                    <a:pt x="52" y="23"/>
                  </a:cubicBezTo>
                  <a:cubicBezTo>
                    <a:pt x="53" y="28"/>
                    <a:pt x="47" y="32"/>
                    <a:pt x="43" y="32"/>
                  </a:cubicBezTo>
                  <a:close/>
                  <a:moveTo>
                    <a:pt x="63" y="27"/>
                  </a:moveTo>
                  <a:cubicBezTo>
                    <a:pt x="55" y="27"/>
                    <a:pt x="59" y="13"/>
                    <a:pt x="64" y="18"/>
                  </a:cubicBezTo>
                  <a:cubicBezTo>
                    <a:pt x="64" y="21"/>
                    <a:pt x="65" y="25"/>
                    <a:pt x="63" y="27"/>
                  </a:cubicBezTo>
                  <a:close/>
                  <a:moveTo>
                    <a:pt x="63" y="27"/>
                  </a:moveTo>
                  <a:cubicBezTo>
                    <a:pt x="63" y="27"/>
                    <a:pt x="63" y="27"/>
                    <a:pt x="63" y="27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1" name="Freeform 5">
              <a:extLst>
                <a:ext uri="{FF2B5EF4-FFF2-40B4-BE49-F238E27FC236}">
                  <a16:creationId xmlns:a16="http://schemas.microsoft.com/office/drawing/2014/main" id="{03D9FAA6-67B7-C847-BE96-022B1DD630FD}"/>
                </a:ext>
              </a:extLst>
            </p:cNvPr>
            <p:cNvSpPr>
              <a:spLocks noEditPoints="1"/>
            </p:cNvSpPr>
            <p:nvPr/>
          </p:nvSpPr>
          <p:spPr bwMode="auto">
            <a:xfrm rot="21366453">
              <a:off x="4341879" y="2322417"/>
              <a:ext cx="459331" cy="493456"/>
            </a:xfrm>
            <a:custGeom>
              <a:avLst/>
              <a:gdLst/>
              <a:ahLst/>
              <a:cxnLst>
                <a:cxn ang="0">
                  <a:pos x="261" y="74"/>
                </a:cxn>
                <a:cxn ang="0">
                  <a:pos x="282" y="53"/>
                </a:cxn>
                <a:cxn ang="0">
                  <a:pos x="261" y="32"/>
                </a:cxn>
                <a:cxn ang="0">
                  <a:pos x="240" y="53"/>
                </a:cxn>
                <a:cxn ang="0">
                  <a:pos x="244" y="65"/>
                </a:cxn>
                <a:cxn ang="0">
                  <a:pos x="146" y="41"/>
                </a:cxn>
                <a:cxn ang="0">
                  <a:pos x="162" y="21"/>
                </a:cxn>
                <a:cxn ang="0">
                  <a:pos x="142" y="0"/>
                </a:cxn>
                <a:cxn ang="0">
                  <a:pos x="121" y="21"/>
                </a:cxn>
                <a:cxn ang="0">
                  <a:pos x="142" y="41"/>
                </a:cxn>
                <a:cxn ang="0">
                  <a:pos x="144" y="41"/>
                </a:cxn>
                <a:cxn ang="0">
                  <a:pos x="88" y="112"/>
                </a:cxn>
                <a:cxn ang="0">
                  <a:pos x="90" y="105"/>
                </a:cxn>
                <a:cxn ang="0">
                  <a:pos x="69" y="84"/>
                </a:cxn>
                <a:cxn ang="0">
                  <a:pos x="48" y="105"/>
                </a:cxn>
                <a:cxn ang="0">
                  <a:pos x="69" y="125"/>
                </a:cxn>
                <a:cxn ang="0">
                  <a:pos x="85" y="118"/>
                </a:cxn>
                <a:cxn ang="0">
                  <a:pos x="41" y="168"/>
                </a:cxn>
                <a:cxn ang="0">
                  <a:pos x="41" y="164"/>
                </a:cxn>
                <a:cxn ang="0">
                  <a:pos x="21" y="144"/>
                </a:cxn>
                <a:cxn ang="0">
                  <a:pos x="0" y="164"/>
                </a:cxn>
                <a:cxn ang="0">
                  <a:pos x="21" y="185"/>
                </a:cxn>
                <a:cxn ang="0">
                  <a:pos x="41" y="169"/>
                </a:cxn>
                <a:cxn ang="0">
                  <a:pos x="75" y="225"/>
                </a:cxn>
                <a:cxn ang="0">
                  <a:pos x="62" y="220"/>
                </a:cxn>
                <a:cxn ang="0">
                  <a:pos x="41" y="241"/>
                </a:cxn>
                <a:cxn ang="0">
                  <a:pos x="62" y="262"/>
                </a:cxn>
                <a:cxn ang="0">
                  <a:pos x="83" y="241"/>
                </a:cxn>
                <a:cxn ang="0">
                  <a:pos x="78" y="228"/>
                </a:cxn>
                <a:cxn ang="0">
                  <a:pos x="143" y="262"/>
                </a:cxn>
                <a:cxn ang="0">
                  <a:pos x="127" y="283"/>
                </a:cxn>
                <a:cxn ang="0">
                  <a:pos x="147" y="303"/>
                </a:cxn>
                <a:cxn ang="0">
                  <a:pos x="168" y="283"/>
                </a:cxn>
                <a:cxn ang="0">
                  <a:pos x="154" y="263"/>
                </a:cxn>
                <a:cxn ang="0">
                  <a:pos x="222" y="242"/>
                </a:cxn>
                <a:cxn ang="0">
                  <a:pos x="220" y="250"/>
                </a:cxn>
                <a:cxn ang="0">
                  <a:pos x="241" y="271"/>
                </a:cxn>
                <a:cxn ang="0">
                  <a:pos x="261" y="250"/>
                </a:cxn>
                <a:cxn ang="0">
                  <a:pos x="241" y="229"/>
                </a:cxn>
                <a:cxn ang="0">
                  <a:pos x="225" y="237"/>
                </a:cxn>
                <a:cxn ang="0">
                  <a:pos x="228" y="162"/>
                </a:cxn>
                <a:cxn ang="0">
                  <a:pos x="249" y="178"/>
                </a:cxn>
                <a:cxn ang="0">
                  <a:pos x="269" y="157"/>
                </a:cxn>
                <a:cxn ang="0">
                  <a:pos x="249" y="137"/>
                </a:cxn>
                <a:cxn ang="0">
                  <a:pos x="229" y="151"/>
                </a:cxn>
                <a:cxn ang="0">
                  <a:pos x="245" y="66"/>
                </a:cxn>
                <a:cxn ang="0">
                  <a:pos x="261" y="74"/>
                </a:cxn>
                <a:cxn ang="0">
                  <a:pos x="124" y="184"/>
                </a:cxn>
                <a:cxn ang="0">
                  <a:pos x="115" y="176"/>
                </a:cxn>
                <a:cxn ang="0">
                  <a:pos x="124" y="168"/>
                </a:cxn>
                <a:cxn ang="0">
                  <a:pos x="132" y="176"/>
                </a:cxn>
                <a:cxn ang="0">
                  <a:pos x="124" y="184"/>
                </a:cxn>
                <a:cxn ang="0">
                  <a:pos x="168" y="145"/>
                </a:cxn>
                <a:cxn ang="0">
                  <a:pos x="156" y="133"/>
                </a:cxn>
                <a:cxn ang="0">
                  <a:pos x="168" y="121"/>
                </a:cxn>
                <a:cxn ang="0">
                  <a:pos x="180" y="133"/>
                </a:cxn>
                <a:cxn ang="0">
                  <a:pos x="168" y="145"/>
                </a:cxn>
                <a:cxn ang="0">
                  <a:pos x="168" y="145"/>
                </a:cxn>
                <a:cxn ang="0">
                  <a:pos x="168" y="145"/>
                </a:cxn>
              </a:cxnLst>
              <a:rect l="0" t="0" r="r" b="b"/>
              <a:pathLst>
                <a:path w="282" h="303">
                  <a:moveTo>
                    <a:pt x="261" y="74"/>
                  </a:moveTo>
                  <a:cubicBezTo>
                    <a:pt x="272" y="74"/>
                    <a:pt x="282" y="64"/>
                    <a:pt x="282" y="53"/>
                  </a:cubicBezTo>
                  <a:cubicBezTo>
                    <a:pt x="282" y="41"/>
                    <a:pt x="272" y="32"/>
                    <a:pt x="261" y="32"/>
                  </a:cubicBezTo>
                  <a:cubicBezTo>
                    <a:pt x="249" y="32"/>
                    <a:pt x="240" y="41"/>
                    <a:pt x="240" y="53"/>
                  </a:cubicBezTo>
                  <a:cubicBezTo>
                    <a:pt x="240" y="57"/>
                    <a:pt x="242" y="61"/>
                    <a:pt x="244" y="65"/>
                  </a:cubicBezTo>
                  <a:cubicBezTo>
                    <a:pt x="217" y="86"/>
                    <a:pt x="165" y="114"/>
                    <a:pt x="146" y="41"/>
                  </a:cubicBezTo>
                  <a:cubicBezTo>
                    <a:pt x="155" y="39"/>
                    <a:pt x="162" y="31"/>
                    <a:pt x="162" y="21"/>
                  </a:cubicBezTo>
                  <a:cubicBezTo>
                    <a:pt x="162" y="9"/>
                    <a:pt x="153" y="0"/>
                    <a:pt x="142" y="0"/>
                  </a:cubicBezTo>
                  <a:cubicBezTo>
                    <a:pt x="130" y="0"/>
                    <a:pt x="121" y="9"/>
                    <a:pt x="121" y="21"/>
                  </a:cubicBezTo>
                  <a:cubicBezTo>
                    <a:pt x="121" y="32"/>
                    <a:pt x="130" y="41"/>
                    <a:pt x="142" y="41"/>
                  </a:cubicBezTo>
                  <a:cubicBezTo>
                    <a:pt x="142" y="41"/>
                    <a:pt x="143" y="41"/>
                    <a:pt x="144" y="41"/>
                  </a:cubicBezTo>
                  <a:cubicBezTo>
                    <a:pt x="143" y="95"/>
                    <a:pt x="145" y="143"/>
                    <a:pt x="88" y="112"/>
                  </a:cubicBezTo>
                  <a:cubicBezTo>
                    <a:pt x="89" y="110"/>
                    <a:pt x="90" y="107"/>
                    <a:pt x="90" y="105"/>
                  </a:cubicBezTo>
                  <a:cubicBezTo>
                    <a:pt x="90" y="93"/>
                    <a:pt x="81" y="84"/>
                    <a:pt x="69" y="84"/>
                  </a:cubicBezTo>
                  <a:cubicBezTo>
                    <a:pt x="58" y="84"/>
                    <a:pt x="48" y="93"/>
                    <a:pt x="48" y="105"/>
                  </a:cubicBezTo>
                  <a:cubicBezTo>
                    <a:pt x="48" y="116"/>
                    <a:pt x="58" y="125"/>
                    <a:pt x="69" y="125"/>
                  </a:cubicBezTo>
                  <a:cubicBezTo>
                    <a:pt x="75" y="125"/>
                    <a:pt x="81" y="123"/>
                    <a:pt x="85" y="118"/>
                  </a:cubicBezTo>
                  <a:cubicBezTo>
                    <a:pt x="119" y="159"/>
                    <a:pt x="102" y="167"/>
                    <a:pt x="41" y="168"/>
                  </a:cubicBezTo>
                  <a:cubicBezTo>
                    <a:pt x="41" y="167"/>
                    <a:pt x="41" y="166"/>
                    <a:pt x="41" y="164"/>
                  </a:cubicBezTo>
                  <a:cubicBezTo>
                    <a:pt x="41" y="153"/>
                    <a:pt x="32" y="144"/>
                    <a:pt x="21" y="144"/>
                  </a:cubicBezTo>
                  <a:cubicBezTo>
                    <a:pt x="9" y="144"/>
                    <a:pt x="0" y="153"/>
                    <a:pt x="0" y="164"/>
                  </a:cubicBezTo>
                  <a:cubicBezTo>
                    <a:pt x="0" y="176"/>
                    <a:pt x="9" y="185"/>
                    <a:pt x="21" y="185"/>
                  </a:cubicBezTo>
                  <a:cubicBezTo>
                    <a:pt x="31" y="185"/>
                    <a:pt x="39" y="178"/>
                    <a:pt x="41" y="169"/>
                  </a:cubicBezTo>
                  <a:cubicBezTo>
                    <a:pt x="82" y="184"/>
                    <a:pt x="92" y="196"/>
                    <a:pt x="75" y="225"/>
                  </a:cubicBezTo>
                  <a:cubicBezTo>
                    <a:pt x="71" y="222"/>
                    <a:pt x="67" y="220"/>
                    <a:pt x="62" y="220"/>
                  </a:cubicBezTo>
                  <a:cubicBezTo>
                    <a:pt x="51" y="220"/>
                    <a:pt x="41" y="230"/>
                    <a:pt x="41" y="241"/>
                  </a:cubicBezTo>
                  <a:cubicBezTo>
                    <a:pt x="41" y="253"/>
                    <a:pt x="51" y="262"/>
                    <a:pt x="62" y="262"/>
                  </a:cubicBezTo>
                  <a:cubicBezTo>
                    <a:pt x="74" y="262"/>
                    <a:pt x="83" y="253"/>
                    <a:pt x="83" y="241"/>
                  </a:cubicBezTo>
                  <a:cubicBezTo>
                    <a:pt x="83" y="236"/>
                    <a:pt x="81" y="232"/>
                    <a:pt x="78" y="228"/>
                  </a:cubicBezTo>
                  <a:cubicBezTo>
                    <a:pt x="121" y="197"/>
                    <a:pt x="141" y="198"/>
                    <a:pt x="143" y="262"/>
                  </a:cubicBezTo>
                  <a:cubicBezTo>
                    <a:pt x="134" y="264"/>
                    <a:pt x="127" y="273"/>
                    <a:pt x="127" y="283"/>
                  </a:cubicBezTo>
                  <a:cubicBezTo>
                    <a:pt x="127" y="294"/>
                    <a:pt x="136" y="303"/>
                    <a:pt x="147" y="303"/>
                  </a:cubicBezTo>
                  <a:cubicBezTo>
                    <a:pt x="159" y="303"/>
                    <a:pt x="168" y="294"/>
                    <a:pt x="168" y="283"/>
                  </a:cubicBezTo>
                  <a:cubicBezTo>
                    <a:pt x="168" y="273"/>
                    <a:pt x="162" y="265"/>
                    <a:pt x="154" y="263"/>
                  </a:cubicBezTo>
                  <a:cubicBezTo>
                    <a:pt x="172" y="230"/>
                    <a:pt x="188" y="225"/>
                    <a:pt x="222" y="242"/>
                  </a:cubicBezTo>
                  <a:cubicBezTo>
                    <a:pt x="221" y="244"/>
                    <a:pt x="220" y="247"/>
                    <a:pt x="220" y="250"/>
                  </a:cubicBezTo>
                  <a:cubicBezTo>
                    <a:pt x="220" y="261"/>
                    <a:pt x="229" y="271"/>
                    <a:pt x="241" y="271"/>
                  </a:cubicBezTo>
                  <a:cubicBezTo>
                    <a:pt x="252" y="271"/>
                    <a:pt x="261" y="261"/>
                    <a:pt x="261" y="250"/>
                  </a:cubicBezTo>
                  <a:cubicBezTo>
                    <a:pt x="261" y="238"/>
                    <a:pt x="252" y="229"/>
                    <a:pt x="241" y="229"/>
                  </a:cubicBezTo>
                  <a:cubicBezTo>
                    <a:pt x="234" y="229"/>
                    <a:pt x="229" y="232"/>
                    <a:pt x="225" y="237"/>
                  </a:cubicBezTo>
                  <a:cubicBezTo>
                    <a:pt x="200" y="211"/>
                    <a:pt x="182" y="177"/>
                    <a:pt x="228" y="162"/>
                  </a:cubicBezTo>
                  <a:cubicBezTo>
                    <a:pt x="230" y="171"/>
                    <a:pt x="239" y="178"/>
                    <a:pt x="249" y="178"/>
                  </a:cubicBezTo>
                  <a:cubicBezTo>
                    <a:pt x="260" y="178"/>
                    <a:pt x="269" y="169"/>
                    <a:pt x="269" y="157"/>
                  </a:cubicBezTo>
                  <a:cubicBezTo>
                    <a:pt x="269" y="146"/>
                    <a:pt x="260" y="137"/>
                    <a:pt x="249" y="137"/>
                  </a:cubicBezTo>
                  <a:cubicBezTo>
                    <a:pt x="239" y="137"/>
                    <a:pt x="232" y="142"/>
                    <a:pt x="229" y="151"/>
                  </a:cubicBezTo>
                  <a:cubicBezTo>
                    <a:pt x="199" y="129"/>
                    <a:pt x="226" y="89"/>
                    <a:pt x="245" y="66"/>
                  </a:cubicBezTo>
                  <a:cubicBezTo>
                    <a:pt x="249" y="71"/>
                    <a:pt x="255" y="74"/>
                    <a:pt x="261" y="74"/>
                  </a:cubicBezTo>
                  <a:close/>
                  <a:moveTo>
                    <a:pt x="124" y="184"/>
                  </a:moveTo>
                  <a:cubicBezTo>
                    <a:pt x="119" y="184"/>
                    <a:pt x="115" y="181"/>
                    <a:pt x="115" y="176"/>
                  </a:cubicBezTo>
                  <a:cubicBezTo>
                    <a:pt x="115" y="172"/>
                    <a:pt x="119" y="168"/>
                    <a:pt x="124" y="168"/>
                  </a:cubicBezTo>
                  <a:cubicBezTo>
                    <a:pt x="128" y="168"/>
                    <a:pt x="132" y="172"/>
                    <a:pt x="132" y="176"/>
                  </a:cubicBezTo>
                  <a:cubicBezTo>
                    <a:pt x="132" y="181"/>
                    <a:pt x="128" y="184"/>
                    <a:pt x="124" y="184"/>
                  </a:cubicBezTo>
                  <a:close/>
                  <a:moveTo>
                    <a:pt x="168" y="145"/>
                  </a:moveTo>
                  <a:cubicBezTo>
                    <a:pt x="161" y="145"/>
                    <a:pt x="156" y="140"/>
                    <a:pt x="156" y="133"/>
                  </a:cubicBezTo>
                  <a:cubicBezTo>
                    <a:pt x="156" y="126"/>
                    <a:pt x="161" y="121"/>
                    <a:pt x="168" y="121"/>
                  </a:cubicBezTo>
                  <a:cubicBezTo>
                    <a:pt x="175" y="121"/>
                    <a:pt x="180" y="126"/>
                    <a:pt x="180" y="133"/>
                  </a:cubicBezTo>
                  <a:cubicBezTo>
                    <a:pt x="180" y="140"/>
                    <a:pt x="175" y="145"/>
                    <a:pt x="168" y="145"/>
                  </a:cubicBezTo>
                  <a:close/>
                  <a:moveTo>
                    <a:pt x="168" y="145"/>
                  </a:moveTo>
                  <a:cubicBezTo>
                    <a:pt x="168" y="145"/>
                    <a:pt x="168" y="145"/>
                    <a:pt x="168" y="145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2" name="Freeform 9">
              <a:extLst>
                <a:ext uri="{FF2B5EF4-FFF2-40B4-BE49-F238E27FC236}">
                  <a16:creationId xmlns:a16="http://schemas.microsoft.com/office/drawing/2014/main" id="{4ABE2FC6-460A-8549-9153-EF0157738FB1}"/>
                </a:ext>
              </a:extLst>
            </p:cNvPr>
            <p:cNvSpPr>
              <a:spLocks noEditPoints="1"/>
            </p:cNvSpPr>
            <p:nvPr/>
          </p:nvSpPr>
          <p:spPr bwMode="auto">
            <a:xfrm rot="5166453">
              <a:off x="4102086" y="3165448"/>
              <a:ext cx="850013" cy="465629"/>
            </a:xfrm>
            <a:custGeom>
              <a:avLst/>
              <a:gdLst/>
              <a:ahLst/>
              <a:cxnLst>
                <a:cxn ang="0">
                  <a:pos x="83" y="15"/>
                </a:cxn>
                <a:cxn ang="0">
                  <a:pos x="65" y="13"/>
                </a:cxn>
                <a:cxn ang="0">
                  <a:pos x="71" y="10"/>
                </a:cxn>
                <a:cxn ang="0">
                  <a:pos x="63" y="13"/>
                </a:cxn>
                <a:cxn ang="0">
                  <a:pos x="56" y="6"/>
                </a:cxn>
                <a:cxn ang="0">
                  <a:pos x="52" y="5"/>
                </a:cxn>
                <a:cxn ang="0">
                  <a:pos x="53" y="10"/>
                </a:cxn>
                <a:cxn ang="0">
                  <a:pos x="40" y="7"/>
                </a:cxn>
                <a:cxn ang="0">
                  <a:pos x="36" y="4"/>
                </a:cxn>
                <a:cxn ang="0">
                  <a:pos x="39" y="8"/>
                </a:cxn>
                <a:cxn ang="0">
                  <a:pos x="31" y="17"/>
                </a:cxn>
                <a:cxn ang="0">
                  <a:pos x="23" y="16"/>
                </a:cxn>
                <a:cxn ang="0">
                  <a:pos x="7" y="34"/>
                </a:cxn>
                <a:cxn ang="0">
                  <a:pos x="2" y="42"/>
                </a:cxn>
                <a:cxn ang="0">
                  <a:pos x="8" y="37"/>
                </a:cxn>
                <a:cxn ang="0">
                  <a:pos x="31" y="38"/>
                </a:cxn>
                <a:cxn ang="0">
                  <a:pos x="32" y="45"/>
                </a:cxn>
                <a:cxn ang="0">
                  <a:pos x="33" y="39"/>
                </a:cxn>
                <a:cxn ang="0">
                  <a:pos x="39" y="46"/>
                </a:cxn>
                <a:cxn ang="0">
                  <a:pos x="44" y="42"/>
                </a:cxn>
                <a:cxn ang="0">
                  <a:pos x="53" y="37"/>
                </a:cxn>
                <a:cxn ang="0">
                  <a:pos x="53" y="44"/>
                </a:cxn>
                <a:cxn ang="0">
                  <a:pos x="56" y="39"/>
                </a:cxn>
                <a:cxn ang="0">
                  <a:pos x="62" y="33"/>
                </a:cxn>
                <a:cxn ang="0">
                  <a:pos x="71" y="34"/>
                </a:cxn>
                <a:cxn ang="0">
                  <a:pos x="69" y="27"/>
                </a:cxn>
                <a:cxn ang="0">
                  <a:pos x="74" y="31"/>
                </a:cxn>
                <a:cxn ang="0">
                  <a:pos x="69" y="25"/>
                </a:cxn>
                <a:cxn ang="0">
                  <a:pos x="83" y="17"/>
                </a:cxn>
                <a:cxn ang="0">
                  <a:pos x="87" y="10"/>
                </a:cxn>
                <a:cxn ang="0">
                  <a:pos x="39" y="18"/>
                </a:cxn>
                <a:cxn ang="0">
                  <a:pos x="43" y="32"/>
                </a:cxn>
                <a:cxn ang="0">
                  <a:pos x="64" y="18"/>
                </a:cxn>
                <a:cxn ang="0">
                  <a:pos x="63" y="27"/>
                </a:cxn>
              </a:cxnLst>
              <a:rect l="0" t="0" r="r" b="b"/>
              <a:pathLst>
                <a:path w="92" h="49">
                  <a:moveTo>
                    <a:pt x="87" y="10"/>
                  </a:moveTo>
                  <a:cubicBezTo>
                    <a:pt x="84" y="10"/>
                    <a:pt x="85" y="13"/>
                    <a:pt x="83" y="15"/>
                  </a:cubicBezTo>
                  <a:cubicBezTo>
                    <a:pt x="78" y="16"/>
                    <a:pt x="73" y="17"/>
                    <a:pt x="69" y="18"/>
                  </a:cubicBezTo>
                  <a:cubicBezTo>
                    <a:pt x="68" y="16"/>
                    <a:pt x="66" y="15"/>
                    <a:pt x="65" y="13"/>
                  </a:cubicBezTo>
                  <a:cubicBezTo>
                    <a:pt x="66" y="13"/>
                    <a:pt x="66" y="11"/>
                    <a:pt x="67" y="11"/>
                  </a:cubicBezTo>
                  <a:cubicBezTo>
                    <a:pt x="68" y="10"/>
                    <a:pt x="71" y="11"/>
                    <a:pt x="71" y="10"/>
                  </a:cubicBezTo>
                  <a:cubicBezTo>
                    <a:pt x="70" y="8"/>
                    <a:pt x="70" y="6"/>
                    <a:pt x="66" y="6"/>
                  </a:cubicBezTo>
                  <a:cubicBezTo>
                    <a:pt x="64" y="8"/>
                    <a:pt x="67" y="11"/>
                    <a:pt x="63" y="13"/>
                  </a:cubicBezTo>
                  <a:cubicBezTo>
                    <a:pt x="61" y="11"/>
                    <a:pt x="57" y="11"/>
                    <a:pt x="55" y="10"/>
                  </a:cubicBezTo>
                  <a:cubicBezTo>
                    <a:pt x="56" y="9"/>
                    <a:pt x="56" y="7"/>
                    <a:pt x="56" y="6"/>
                  </a:cubicBezTo>
                  <a:cubicBezTo>
                    <a:pt x="57" y="6"/>
                    <a:pt x="59" y="7"/>
                    <a:pt x="59" y="6"/>
                  </a:cubicBezTo>
                  <a:cubicBezTo>
                    <a:pt x="59" y="3"/>
                    <a:pt x="53" y="0"/>
                    <a:pt x="52" y="5"/>
                  </a:cubicBezTo>
                  <a:cubicBezTo>
                    <a:pt x="52" y="7"/>
                    <a:pt x="54" y="5"/>
                    <a:pt x="54" y="7"/>
                  </a:cubicBezTo>
                  <a:cubicBezTo>
                    <a:pt x="54" y="8"/>
                    <a:pt x="54" y="9"/>
                    <a:pt x="53" y="10"/>
                  </a:cubicBezTo>
                  <a:cubicBezTo>
                    <a:pt x="49" y="10"/>
                    <a:pt x="45" y="9"/>
                    <a:pt x="42" y="11"/>
                  </a:cubicBezTo>
                  <a:cubicBezTo>
                    <a:pt x="41" y="9"/>
                    <a:pt x="40" y="9"/>
                    <a:pt x="40" y="7"/>
                  </a:cubicBezTo>
                  <a:cubicBezTo>
                    <a:pt x="42" y="7"/>
                    <a:pt x="43" y="7"/>
                    <a:pt x="43" y="5"/>
                  </a:cubicBezTo>
                  <a:cubicBezTo>
                    <a:pt x="42" y="3"/>
                    <a:pt x="38" y="3"/>
                    <a:pt x="36" y="4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8"/>
                    <a:pt x="39" y="7"/>
                    <a:pt x="39" y="8"/>
                  </a:cubicBezTo>
                  <a:cubicBezTo>
                    <a:pt x="40" y="9"/>
                    <a:pt x="40" y="10"/>
                    <a:pt x="40" y="11"/>
                  </a:cubicBezTo>
                  <a:cubicBezTo>
                    <a:pt x="36" y="12"/>
                    <a:pt x="34" y="15"/>
                    <a:pt x="31" y="17"/>
                  </a:cubicBezTo>
                  <a:cubicBezTo>
                    <a:pt x="28" y="15"/>
                    <a:pt x="31" y="10"/>
                    <a:pt x="27" y="9"/>
                  </a:cubicBezTo>
                  <a:cubicBezTo>
                    <a:pt x="25" y="9"/>
                    <a:pt x="22" y="12"/>
                    <a:pt x="23" y="16"/>
                  </a:cubicBezTo>
                  <a:cubicBezTo>
                    <a:pt x="37" y="15"/>
                    <a:pt x="25" y="21"/>
                    <a:pt x="26" y="29"/>
                  </a:cubicBezTo>
                  <a:cubicBezTo>
                    <a:pt x="20" y="30"/>
                    <a:pt x="14" y="33"/>
                    <a:pt x="7" y="34"/>
                  </a:cubicBezTo>
                  <a:cubicBezTo>
                    <a:pt x="6" y="34"/>
                    <a:pt x="7" y="32"/>
                    <a:pt x="5" y="33"/>
                  </a:cubicBezTo>
                  <a:cubicBezTo>
                    <a:pt x="1" y="33"/>
                    <a:pt x="0" y="39"/>
                    <a:pt x="2" y="42"/>
                  </a:cubicBezTo>
                  <a:cubicBezTo>
                    <a:pt x="4" y="42"/>
                    <a:pt x="4" y="42"/>
                    <a:pt x="6" y="42"/>
                  </a:cubicBezTo>
                  <a:cubicBezTo>
                    <a:pt x="7" y="41"/>
                    <a:pt x="7" y="39"/>
                    <a:pt x="8" y="37"/>
                  </a:cubicBezTo>
                  <a:cubicBezTo>
                    <a:pt x="14" y="35"/>
                    <a:pt x="20" y="32"/>
                    <a:pt x="27" y="31"/>
                  </a:cubicBezTo>
                  <a:cubicBezTo>
                    <a:pt x="27" y="34"/>
                    <a:pt x="29" y="36"/>
                    <a:pt x="31" y="38"/>
                  </a:cubicBezTo>
                  <a:cubicBezTo>
                    <a:pt x="30" y="41"/>
                    <a:pt x="27" y="39"/>
                    <a:pt x="25" y="41"/>
                  </a:cubicBezTo>
                  <a:cubicBezTo>
                    <a:pt x="25" y="45"/>
                    <a:pt x="29" y="46"/>
                    <a:pt x="32" y="45"/>
                  </a:cubicBezTo>
                  <a:cubicBezTo>
                    <a:pt x="32" y="43"/>
                    <a:pt x="31" y="43"/>
                    <a:pt x="31" y="42"/>
                  </a:cubicBezTo>
                  <a:cubicBezTo>
                    <a:pt x="32" y="41"/>
                    <a:pt x="32" y="39"/>
                    <a:pt x="33" y="39"/>
                  </a:cubicBezTo>
                  <a:cubicBezTo>
                    <a:pt x="35" y="40"/>
                    <a:pt x="39" y="39"/>
                    <a:pt x="41" y="40"/>
                  </a:cubicBezTo>
                  <a:cubicBezTo>
                    <a:pt x="42" y="44"/>
                    <a:pt x="39" y="43"/>
                    <a:pt x="39" y="46"/>
                  </a:cubicBezTo>
                  <a:cubicBezTo>
                    <a:pt x="40" y="49"/>
                    <a:pt x="47" y="49"/>
                    <a:pt x="46" y="44"/>
                  </a:cubicBezTo>
                  <a:cubicBezTo>
                    <a:pt x="46" y="43"/>
                    <a:pt x="43" y="44"/>
                    <a:pt x="44" y="42"/>
                  </a:cubicBezTo>
                  <a:cubicBezTo>
                    <a:pt x="43" y="41"/>
                    <a:pt x="44" y="40"/>
                    <a:pt x="44" y="39"/>
                  </a:cubicBezTo>
                  <a:cubicBezTo>
                    <a:pt x="48" y="39"/>
                    <a:pt x="50" y="38"/>
                    <a:pt x="53" y="37"/>
                  </a:cubicBezTo>
                  <a:cubicBezTo>
                    <a:pt x="54" y="38"/>
                    <a:pt x="54" y="39"/>
                    <a:pt x="55" y="40"/>
                  </a:cubicBezTo>
                  <a:cubicBezTo>
                    <a:pt x="54" y="42"/>
                    <a:pt x="53" y="42"/>
                    <a:pt x="53" y="44"/>
                  </a:cubicBezTo>
                  <a:cubicBezTo>
                    <a:pt x="56" y="46"/>
                    <a:pt x="60" y="43"/>
                    <a:pt x="60" y="40"/>
                  </a:cubicBezTo>
                  <a:cubicBezTo>
                    <a:pt x="60" y="38"/>
                    <a:pt x="57" y="40"/>
                    <a:pt x="56" y="39"/>
                  </a:cubicBezTo>
                  <a:cubicBezTo>
                    <a:pt x="56" y="38"/>
                    <a:pt x="55" y="37"/>
                    <a:pt x="55" y="36"/>
                  </a:cubicBezTo>
                  <a:cubicBezTo>
                    <a:pt x="58" y="35"/>
                    <a:pt x="59" y="33"/>
                    <a:pt x="62" y="33"/>
                  </a:cubicBezTo>
                  <a:cubicBezTo>
                    <a:pt x="65" y="34"/>
                    <a:pt x="64" y="36"/>
                    <a:pt x="65" y="39"/>
                  </a:cubicBezTo>
                  <a:cubicBezTo>
                    <a:pt x="68" y="39"/>
                    <a:pt x="70" y="38"/>
                    <a:pt x="71" y="34"/>
                  </a:cubicBezTo>
                  <a:cubicBezTo>
                    <a:pt x="68" y="32"/>
                    <a:pt x="64" y="35"/>
                    <a:pt x="64" y="31"/>
                  </a:cubicBezTo>
                  <a:cubicBezTo>
                    <a:pt x="66" y="30"/>
                    <a:pt x="67" y="28"/>
                    <a:pt x="69" y="27"/>
                  </a:cubicBezTo>
                  <a:cubicBezTo>
                    <a:pt x="70" y="27"/>
                    <a:pt x="71" y="27"/>
                    <a:pt x="72" y="27"/>
                  </a:cubicBezTo>
                  <a:cubicBezTo>
                    <a:pt x="72" y="29"/>
                    <a:pt x="72" y="31"/>
                    <a:pt x="74" y="31"/>
                  </a:cubicBezTo>
                  <a:cubicBezTo>
                    <a:pt x="78" y="32"/>
                    <a:pt x="78" y="26"/>
                    <a:pt x="76" y="24"/>
                  </a:cubicBezTo>
                  <a:cubicBezTo>
                    <a:pt x="73" y="24"/>
                    <a:pt x="72" y="27"/>
                    <a:pt x="69" y="25"/>
                  </a:cubicBezTo>
                  <a:cubicBezTo>
                    <a:pt x="70" y="23"/>
                    <a:pt x="69" y="20"/>
                    <a:pt x="70" y="19"/>
                  </a:cubicBezTo>
                  <a:cubicBezTo>
                    <a:pt x="74" y="18"/>
                    <a:pt x="79" y="17"/>
                    <a:pt x="83" y="17"/>
                  </a:cubicBezTo>
                  <a:cubicBezTo>
                    <a:pt x="85" y="19"/>
                    <a:pt x="90" y="21"/>
                    <a:pt x="92" y="17"/>
                  </a:cubicBezTo>
                  <a:cubicBezTo>
                    <a:pt x="91" y="13"/>
                    <a:pt x="90" y="10"/>
                    <a:pt x="87" y="10"/>
                  </a:cubicBezTo>
                  <a:close/>
                  <a:moveTo>
                    <a:pt x="43" y="32"/>
                  </a:moveTo>
                  <a:cubicBezTo>
                    <a:pt x="38" y="31"/>
                    <a:pt x="34" y="21"/>
                    <a:pt x="39" y="18"/>
                  </a:cubicBezTo>
                  <a:cubicBezTo>
                    <a:pt x="44" y="16"/>
                    <a:pt x="52" y="19"/>
                    <a:pt x="52" y="23"/>
                  </a:cubicBezTo>
                  <a:cubicBezTo>
                    <a:pt x="53" y="28"/>
                    <a:pt x="47" y="32"/>
                    <a:pt x="43" y="32"/>
                  </a:cubicBezTo>
                  <a:close/>
                  <a:moveTo>
                    <a:pt x="63" y="27"/>
                  </a:moveTo>
                  <a:cubicBezTo>
                    <a:pt x="55" y="27"/>
                    <a:pt x="59" y="13"/>
                    <a:pt x="64" y="18"/>
                  </a:cubicBezTo>
                  <a:cubicBezTo>
                    <a:pt x="64" y="21"/>
                    <a:pt x="65" y="25"/>
                    <a:pt x="63" y="27"/>
                  </a:cubicBezTo>
                  <a:close/>
                  <a:moveTo>
                    <a:pt x="63" y="27"/>
                  </a:moveTo>
                  <a:cubicBezTo>
                    <a:pt x="63" y="27"/>
                    <a:pt x="63" y="27"/>
                    <a:pt x="63" y="27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3" name="Freeform 13">
              <a:extLst>
                <a:ext uri="{FF2B5EF4-FFF2-40B4-BE49-F238E27FC236}">
                  <a16:creationId xmlns:a16="http://schemas.microsoft.com/office/drawing/2014/main" id="{C5267FFC-2E1B-5841-99A3-9C0D3FBC0A2E}"/>
                </a:ext>
              </a:extLst>
            </p:cNvPr>
            <p:cNvSpPr>
              <a:spLocks noEditPoints="1"/>
            </p:cNvSpPr>
            <p:nvPr/>
          </p:nvSpPr>
          <p:spPr bwMode="auto">
            <a:xfrm rot="21366453">
              <a:off x="4778895" y="2804826"/>
              <a:ext cx="753811" cy="644563"/>
            </a:xfrm>
            <a:custGeom>
              <a:avLst/>
              <a:gdLst/>
              <a:ahLst/>
              <a:cxnLst>
                <a:cxn ang="0">
                  <a:pos x="94" y="50"/>
                </a:cxn>
                <a:cxn ang="0">
                  <a:pos x="77" y="48"/>
                </a:cxn>
                <a:cxn ang="0">
                  <a:pos x="74" y="32"/>
                </a:cxn>
                <a:cxn ang="0">
                  <a:pos x="86" y="26"/>
                </a:cxn>
                <a:cxn ang="0">
                  <a:pos x="86" y="19"/>
                </a:cxn>
                <a:cxn ang="0">
                  <a:pos x="83" y="23"/>
                </a:cxn>
                <a:cxn ang="0">
                  <a:pos x="65" y="23"/>
                </a:cxn>
                <a:cxn ang="0">
                  <a:pos x="74" y="11"/>
                </a:cxn>
                <a:cxn ang="0">
                  <a:pos x="71" y="5"/>
                </a:cxn>
                <a:cxn ang="0">
                  <a:pos x="70" y="10"/>
                </a:cxn>
                <a:cxn ang="0">
                  <a:pos x="54" y="20"/>
                </a:cxn>
                <a:cxn ang="0">
                  <a:pos x="57" y="10"/>
                </a:cxn>
                <a:cxn ang="0">
                  <a:pos x="53" y="7"/>
                </a:cxn>
                <a:cxn ang="0">
                  <a:pos x="54" y="10"/>
                </a:cxn>
                <a:cxn ang="0">
                  <a:pos x="52" y="19"/>
                </a:cxn>
                <a:cxn ang="0">
                  <a:pos x="35" y="8"/>
                </a:cxn>
                <a:cxn ang="0">
                  <a:pos x="31" y="0"/>
                </a:cxn>
                <a:cxn ang="0">
                  <a:pos x="31" y="10"/>
                </a:cxn>
                <a:cxn ang="0">
                  <a:pos x="39" y="23"/>
                </a:cxn>
                <a:cxn ang="0">
                  <a:pos x="20" y="23"/>
                </a:cxn>
                <a:cxn ang="0">
                  <a:pos x="15" y="19"/>
                </a:cxn>
                <a:cxn ang="0">
                  <a:pos x="18" y="25"/>
                </a:cxn>
                <a:cxn ang="0">
                  <a:pos x="29" y="33"/>
                </a:cxn>
                <a:cxn ang="0">
                  <a:pos x="11" y="43"/>
                </a:cxn>
                <a:cxn ang="0">
                  <a:pos x="2" y="43"/>
                </a:cxn>
                <a:cxn ang="0">
                  <a:pos x="11" y="47"/>
                </a:cxn>
                <a:cxn ang="0">
                  <a:pos x="26" y="47"/>
                </a:cxn>
                <a:cxn ang="0">
                  <a:pos x="17" y="56"/>
                </a:cxn>
                <a:cxn ang="0">
                  <a:pos x="11" y="58"/>
                </a:cxn>
                <a:cxn ang="0">
                  <a:pos x="18" y="59"/>
                </a:cxn>
                <a:cxn ang="0">
                  <a:pos x="28" y="55"/>
                </a:cxn>
                <a:cxn ang="0">
                  <a:pos x="33" y="71"/>
                </a:cxn>
                <a:cxn ang="0">
                  <a:pos x="28" y="76"/>
                </a:cxn>
                <a:cxn ang="0">
                  <a:pos x="35" y="73"/>
                </a:cxn>
                <a:cxn ang="0">
                  <a:pos x="40" y="68"/>
                </a:cxn>
                <a:cxn ang="0">
                  <a:pos x="47" y="83"/>
                </a:cxn>
                <a:cxn ang="0">
                  <a:pos x="45" y="89"/>
                </a:cxn>
                <a:cxn ang="0">
                  <a:pos x="50" y="84"/>
                </a:cxn>
                <a:cxn ang="0">
                  <a:pos x="50" y="70"/>
                </a:cxn>
                <a:cxn ang="0">
                  <a:pos x="61" y="69"/>
                </a:cxn>
                <a:cxn ang="0">
                  <a:pos x="62" y="82"/>
                </a:cxn>
                <a:cxn ang="0">
                  <a:pos x="69" y="84"/>
                </a:cxn>
                <a:cxn ang="0">
                  <a:pos x="66" y="79"/>
                </a:cxn>
                <a:cxn ang="0">
                  <a:pos x="69" y="64"/>
                </a:cxn>
                <a:cxn ang="0">
                  <a:pos x="72" y="71"/>
                </a:cxn>
                <a:cxn ang="0">
                  <a:pos x="77" y="70"/>
                </a:cxn>
                <a:cxn ang="0">
                  <a:pos x="74" y="68"/>
                </a:cxn>
                <a:cxn ang="0">
                  <a:pos x="76" y="53"/>
                </a:cxn>
                <a:cxn ang="0">
                  <a:pos x="95" y="60"/>
                </a:cxn>
                <a:cxn ang="0">
                  <a:pos x="103" y="49"/>
                </a:cxn>
                <a:cxn ang="0">
                  <a:pos x="40" y="40"/>
                </a:cxn>
                <a:cxn ang="0">
                  <a:pos x="48" y="40"/>
                </a:cxn>
                <a:cxn ang="0">
                  <a:pos x="54" y="52"/>
                </a:cxn>
                <a:cxn ang="0">
                  <a:pos x="54" y="46"/>
                </a:cxn>
                <a:cxn ang="0">
                  <a:pos x="54" y="52"/>
                </a:cxn>
                <a:cxn ang="0">
                  <a:pos x="60" y="36"/>
                </a:cxn>
                <a:cxn ang="0">
                  <a:pos x="68" y="36"/>
                </a:cxn>
                <a:cxn ang="0">
                  <a:pos x="64" y="40"/>
                </a:cxn>
              </a:cxnLst>
              <a:rect l="0" t="0" r="r" b="b"/>
              <a:pathLst>
                <a:path w="107" h="91">
                  <a:moveTo>
                    <a:pt x="103" y="49"/>
                  </a:moveTo>
                  <a:cubicBezTo>
                    <a:pt x="100" y="47"/>
                    <a:pt x="96" y="47"/>
                    <a:pt x="94" y="50"/>
                  </a:cubicBezTo>
                  <a:cubicBezTo>
                    <a:pt x="94" y="51"/>
                    <a:pt x="93" y="51"/>
                    <a:pt x="93" y="51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7"/>
                    <a:pt x="77" y="46"/>
                    <a:pt x="77" y="45"/>
                  </a:cubicBezTo>
                  <a:cubicBezTo>
                    <a:pt x="77" y="40"/>
                    <a:pt x="76" y="36"/>
                    <a:pt x="74" y="32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5" y="26"/>
                    <a:pt x="86" y="26"/>
                    <a:pt x="86" y="26"/>
                  </a:cubicBezTo>
                  <a:cubicBezTo>
                    <a:pt x="88" y="26"/>
                    <a:pt x="90" y="24"/>
                    <a:pt x="90" y="22"/>
                  </a:cubicBezTo>
                  <a:cubicBezTo>
                    <a:pt x="89" y="20"/>
                    <a:pt x="88" y="19"/>
                    <a:pt x="86" y="19"/>
                  </a:cubicBezTo>
                  <a:cubicBezTo>
                    <a:pt x="84" y="19"/>
                    <a:pt x="82" y="21"/>
                    <a:pt x="82" y="23"/>
                  </a:cubicBezTo>
                  <a:cubicBezTo>
                    <a:pt x="82" y="23"/>
                    <a:pt x="83" y="23"/>
                    <a:pt x="83" y="23"/>
                  </a:cubicBezTo>
                  <a:cubicBezTo>
                    <a:pt x="72" y="30"/>
                    <a:pt x="72" y="30"/>
                    <a:pt x="72" y="30"/>
                  </a:cubicBezTo>
                  <a:cubicBezTo>
                    <a:pt x="70" y="27"/>
                    <a:pt x="68" y="25"/>
                    <a:pt x="65" y="23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4" y="11"/>
                    <a:pt x="74" y="11"/>
                  </a:cubicBezTo>
                  <a:cubicBezTo>
                    <a:pt x="76" y="10"/>
                    <a:pt x="77" y="8"/>
                    <a:pt x="76" y="6"/>
                  </a:cubicBezTo>
                  <a:cubicBezTo>
                    <a:pt x="75" y="4"/>
                    <a:pt x="73" y="4"/>
                    <a:pt x="71" y="5"/>
                  </a:cubicBezTo>
                  <a:cubicBezTo>
                    <a:pt x="69" y="6"/>
                    <a:pt x="68" y="8"/>
                    <a:pt x="69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0" y="21"/>
                    <a:pt x="57" y="20"/>
                    <a:pt x="54" y="2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1"/>
                    <a:pt x="57" y="10"/>
                    <a:pt x="57" y="10"/>
                  </a:cubicBezTo>
                  <a:cubicBezTo>
                    <a:pt x="58" y="9"/>
                    <a:pt x="58" y="7"/>
                    <a:pt x="57" y="6"/>
                  </a:cubicBezTo>
                  <a:cubicBezTo>
                    <a:pt x="56" y="5"/>
                    <a:pt x="54" y="5"/>
                    <a:pt x="53" y="7"/>
                  </a:cubicBezTo>
                  <a:cubicBezTo>
                    <a:pt x="52" y="8"/>
                    <a:pt x="52" y="9"/>
                    <a:pt x="53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19"/>
                    <a:pt x="52" y="19"/>
                  </a:cubicBezTo>
                  <a:cubicBezTo>
                    <a:pt x="48" y="19"/>
                    <a:pt x="45" y="20"/>
                    <a:pt x="42" y="2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7"/>
                    <a:pt x="36" y="6"/>
                    <a:pt x="36" y="5"/>
                  </a:cubicBezTo>
                  <a:cubicBezTo>
                    <a:pt x="36" y="2"/>
                    <a:pt x="34" y="0"/>
                    <a:pt x="31" y="0"/>
                  </a:cubicBezTo>
                  <a:cubicBezTo>
                    <a:pt x="28" y="0"/>
                    <a:pt x="26" y="2"/>
                    <a:pt x="26" y="5"/>
                  </a:cubicBezTo>
                  <a:cubicBezTo>
                    <a:pt x="26" y="8"/>
                    <a:pt x="29" y="10"/>
                    <a:pt x="31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6" y="25"/>
                    <a:pt x="33" y="28"/>
                    <a:pt x="30" y="31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2"/>
                    <a:pt x="20" y="21"/>
                    <a:pt x="20" y="20"/>
                  </a:cubicBezTo>
                  <a:cubicBezTo>
                    <a:pt x="19" y="19"/>
                    <a:pt x="17" y="18"/>
                    <a:pt x="15" y="19"/>
                  </a:cubicBezTo>
                  <a:cubicBezTo>
                    <a:pt x="13" y="19"/>
                    <a:pt x="12" y="21"/>
                    <a:pt x="13" y="23"/>
                  </a:cubicBezTo>
                  <a:cubicBezTo>
                    <a:pt x="14" y="25"/>
                    <a:pt x="16" y="26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6"/>
                    <a:pt x="27" y="39"/>
                    <a:pt x="26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0" y="42"/>
                    <a:pt x="9" y="41"/>
                    <a:pt x="8" y="41"/>
                  </a:cubicBezTo>
                  <a:cubicBezTo>
                    <a:pt x="6" y="39"/>
                    <a:pt x="3" y="40"/>
                    <a:pt x="2" y="43"/>
                  </a:cubicBezTo>
                  <a:cubicBezTo>
                    <a:pt x="0" y="45"/>
                    <a:pt x="1" y="48"/>
                    <a:pt x="4" y="49"/>
                  </a:cubicBezTo>
                  <a:cubicBezTo>
                    <a:pt x="6" y="51"/>
                    <a:pt x="9" y="50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49"/>
                    <a:pt x="27" y="51"/>
                    <a:pt x="27" y="52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5"/>
                    <a:pt x="15" y="55"/>
                  </a:cubicBezTo>
                  <a:cubicBezTo>
                    <a:pt x="13" y="55"/>
                    <a:pt x="11" y="56"/>
                    <a:pt x="11" y="58"/>
                  </a:cubicBezTo>
                  <a:cubicBezTo>
                    <a:pt x="11" y="60"/>
                    <a:pt x="12" y="62"/>
                    <a:pt x="14" y="62"/>
                  </a:cubicBezTo>
                  <a:cubicBezTo>
                    <a:pt x="16" y="63"/>
                    <a:pt x="18" y="61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30" y="59"/>
                    <a:pt x="33" y="63"/>
                    <a:pt x="38" y="66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2" y="71"/>
                    <a:pt x="31" y="71"/>
                    <a:pt x="30" y="71"/>
                  </a:cubicBezTo>
                  <a:cubicBezTo>
                    <a:pt x="28" y="72"/>
                    <a:pt x="27" y="74"/>
                    <a:pt x="28" y="76"/>
                  </a:cubicBezTo>
                  <a:cubicBezTo>
                    <a:pt x="29" y="78"/>
                    <a:pt x="31" y="79"/>
                    <a:pt x="33" y="78"/>
                  </a:cubicBezTo>
                  <a:cubicBezTo>
                    <a:pt x="35" y="77"/>
                    <a:pt x="36" y="75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2" y="69"/>
                    <a:pt x="45" y="70"/>
                    <a:pt x="48" y="70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6" y="83"/>
                    <a:pt x="45" y="84"/>
                    <a:pt x="44" y="84"/>
                  </a:cubicBezTo>
                  <a:cubicBezTo>
                    <a:pt x="43" y="86"/>
                    <a:pt x="44" y="88"/>
                    <a:pt x="45" y="89"/>
                  </a:cubicBezTo>
                  <a:cubicBezTo>
                    <a:pt x="47" y="91"/>
                    <a:pt x="49" y="90"/>
                    <a:pt x="50" y="89"/>
                  </a:cubicBezTo>
                  <a:cubicBezTo>
                    <a:pt x="51" y="87"/>
                    <a:pt x="51" y="85"/>
                    <a:pt x="50" y="84"/>
                  </a:cubicBezTo>
                  <a:cubicBezTo>
                    <a:pt x="49" y="84"/>
                    <a:pt x="49" y="84"/>
                    <a:pt x="49" y="83"/>
                  </a:cubicBezTo>
                  <a:cubicBezTo>
                    <a:pt x="50" y="70"/>
                    <a:pt x="50" y="70"/>
                    <a:pt x="50" y="70"/>
                  </a:cubicBezTo>
                  <a:cubicBezTo>
                    <a:pt x="51" y="70"/>
                    <a:pt x="51" y="70"/>
                    <a:pt x="52" y="70"/>
                  </a:cubicBezTo>
                  <a:cubicBezTo>
                    <a:pt x="55" y="70"/>
                    <a:pt x="58" y="70"/>
                    <a:pt x="61" y="69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63" y="81"/>
                    <a:pt x="63" y="81"/>
                    <a:pt x="62" y="82"/>
                  </a:cubicBezTo>
                  <a:cubicBezTo>
                    <a:pt x="62" y="84"/>
                    <a:pt x="63" y="86"/>
                    <a:pt x="65" y="86"/>
                  </a:cubicBezTo>
                  <a:cubicBezTo>
                    <a:pt x="67" y="87"/>
                    <a:pt x="69" y="86"/>
                    <a:pt x="69" y="84"/>
                  </a:cubicBezTo>
                  <a:cubicBezTo>
                    <a:pt x="70" y="82"/>
                    <a:pt x="69" y="80"/>
                    <a:pt x="67" y="80"/>
                  </a:cubicBezTo>
                  <a:cubicBezTo>
                    <a:pt x="67" y="79"/>
                    <a:pt x="66" y="79"/>
                    <a:pt x="66" y="79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5" y="67"/>
                    <a:pt x="67" y="65"/>
                    <a:pt x="69" y="64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2" y="70"/>
                    <a:pt x="72" y="70"/>
                    <a:pt x="72" y="71"/>
                  </a:cubicBezTo>
                  <a:cubicBezTo>
                    <a:pt x="72" y="72"/>
                    <a:pt x="73" y="73"/>
                    <a:pt x="75" y="73"/>
                  </a:cubicBezTo>
                  <a:cubicBezTo>
                    <a:pt x="76" y="73"/>
                    <a:pt x="77" y="71"/>
                    <a:pt x="77" y="70"/>
                  </a:cubicBezTo>
                  <a:cubicBezTo>
                    <a:pt x="77" y="69"/>
                    <a:pt x="75" y="68"/>
                    <a:pt x="74" y="68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3" y="60"/>
                    <a:pt x="75" y="57"/>
                    <a:pt x="76" y="53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3" y="57"/>
                    <a:pt x="94" y="59"/>
                    <a:pt x="95" y="60"/>
                  </a:cubicBezTo>
                  <a:cubicBezTo>
                    <a:pt x="98" y="62"/>
                    <a:pt x="102" y="61"/>
                    <a:pt x="104" y="58"/>
                  </a:cubicBezTo>
                  <a:cubicBezTo>
                    <a:pt x="107" y="55"/>
                    <a:pt x="106" y="51"/>
                    <a:pt x="103" y="49"/>
                  </a:cubicBezTo>
                  <a:close/>
                  <a:moveTo>
                    <a:pt x="44" y="44"/>
                  </a:moveTo>
                  <a:cubicBezTo>
                    <a:pt x="42" y="44"/>
                    <a:pt x="40" y="42"/>
                    <a:pt x="40" y="40"/>
                  </a:cubicBezTo>
                  <a:cubicBezTo>
                    <a:pt x="40" y="38"/>
                    <a:pt x="42" y="36"/>
                    <a:pt x="44" y="36"/>
                  </a:cubicBezTo>
                  <a:cubicBezTo>
                    <a:pt x="46" y="36"/>
                    <a:pt x="48" y="38"/>
                    <a:pt x="48" y="40"/>
                  </a:cubicBezTo>
                  <a:cubicBezTo>
                    <a:pt x="48" y="42"/>
                    <a:pt x="46" y="44"/>
                    <a:pt x="44" y="44"/>
                  </a:cubicBezTo>
                  <a:close/>
                  <a:moveTo>
                    <a:pt x="54" y="52"/>
                  </a:moveTo>
                  <a:cubicBezTo>
                    <a:pt x="52" y="52"/>
                    <a:pt x="51" y="51"/>
                    <a:pt x="51" y="49"/>
                  </a:cubicBezTo>
                  <a:cubicBezTo>
                    <a:pt x="51" y="48"/>
                    <a:pt x="52" y="46"/>
                    <a:pt x="54" y="46"/>
                  </a:cubicBezTo>
                  <a:cubicBezTo>
                    <a:pt x="55" y="46"/>
                    <a:pt x="56" y="48"/>
                    <a:pt x="56" y="49"/>
                  </a:cubicBezTo>
                  <a:cubicBezTo>
                    <a:pt x="56" y="51"/>
                    <a:pt x="55" y="52"/>
                    <a:pt x="54" y="52"/>
                  </a:cubicBezTo>
                  <a:close/>
                  <a:moveTo>
                    <a:pt x="64" y="40"/>
                  </a:moveTo>
                  <a:cubicBezTo>
                    <a:pt x="62" y="40"/>
                    <a:pt x="60" y="38"/>
                    <a:pt x="60" y="36"/>
                  </a:cubicBezTo>
                  <a:cubicBezTo>
                    <a:pt x="60" y="34"/>
                    <a:pt x="62" y="32"/>
                    <a:pt x="64" y="32"/>
                  </a:cubicBezTo>
                  <a:cubicBezTo>
                    <a:pt x="66" y="32"/>
                    <a:pt x="68" y="34"/>
                    <a:pt x="68" y="36"/>
                  </a:cubicBezTo>
                  <a:cubicBezTo>
                    <a:pt x="68" y="38"/>
                    <a:pt x="66" y="40"/>
                    <a:pt x="64" y="40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4" name="Freeform 13">
              <a:extLst>
                <a:ext uri="{FF2B5EF4-FFF2-40B4-BE49-F238E27FC236}">
                  <a16:creationId xmlns:a16="http://schemas.microsoft.com/office/drawing/2014/main" id="{0033061F-5894-7648-8226-64DB3A0BBCC0}"/>
                </a:ext>
              </a:extLst>
            </p:cNvPr>
            <p:cNvSpPr>
              <a:spLocks noEditPoints="1"/>
            </p:cNvSpPr>
            <p:nvPr/>
          </p:nvSpPr>
          <p:spPr bwMode="auto">
            <a:xfrm rot="21366453">
              <a:off x="5579388" y="2726514"/>
              <a:ext cx="459331" cy="392761"/>
            </a:xfrm>
            <a:custGeom>
              <a:avLst/>
              <a:gdLst/>
              <a:ahLst/>
              <a:cxnLst>
                <a:cxn ang="0">
                  <a:pos x="94" y="50"/>
                </a:cxn>
                <a:cxn ang="0">
                  <a:pos x="77" y="48"/>
                </a:cxn>
                <a:cxn ang="0">
                  <a:pos x="74" y="32"/>
                </a:cxn>
                <a:cxn ang="0">
                  <a:pos x="86" y="26"/>
                </a:cxn>
                <a:cxn ang="0">
                  <a:pos x="86" y="19"/>
                </a:cxn>
                <a:cxn ang="0">
                  <a:pos x="83" y="23"/>
                </a:cxn>
                <a:cxn ang="0">
                  <a:pos x="65" y="23"/>
                </a:cxn>
                <a:cxn ang="0">
                  <a:pos x="74" y="11"/>
                </a:cxn>
                <a:cxn ang="0">
                  <a:pos x="71" y="5"/>
                </a:cxn>
                <a:cxn ang="0">
                  <a:pos x="70" y="10"/>
                </a:cxn>
                <a:cxn ang="0">
                  <a:pos x="54" y="20"/>
                </a:cxn>
                <a:cxn ang="0">
                  <a:pos x="57" y="10"/>
                </a:cxn>
                <a:cxn ang="0">
                  <a:pos x="53" y="7"/>
                </a:cxn>
                <a:cxn ang="0">
                  <a:pos x="54" y="10"/>
                </a:cxn>
                <a:cxn ang="0">
                  <a:pos x="52" y="19"/>
                </a:cxn>
                <a:cxn ang="0">
                  <a:pos x="35" y="8"/>
                </a:cxn>
                <a:cxn ang="0">
                  <a:pos x="31" y="0"/>
                </a:cxn>
                <a:cxn ang="0">
                  <a:pos x="31" y="10"/>
                </a:cxn>
                <a:cxn ang="0">
                  <a:pos x="39" y="23"/>
                </a:cxn>
                <a:cxn ang="0">
                  <a:pos x="20" y="23"/>
                </a:cxn>
                <a:cxn ang="0">
                  <a:pos x="15" y="19"/>
                </a:cxn>
                <a:cxn ang="0">
                  <a:pos x="18" y="25"/>
                </a:cxn>
                <a:cxn ang="0">
                  <a:pos x="29" y="33"/>
                </a:cxn>
                <a:cxn ang="0">
                  <a:pos x="11" y="43"/>
                </a:cxn>
                <a:cxn ang="0">
                  <a:pos x="2" y="43"/>
                </a:cxn>
                <a:cxn ang="0">
                  <a:pos x="11" y="47"/>
                </a:cxn>
                <a:cxn ang="0">
                  <a:pos x="26" y="47"/>
                </a:cxn>
                <a:cxn ang="0">
                  <a:pos x="17" y="56"/>
                </a:cxn>
                <a:cxn ang="0">
                  <a:pos x="11" y="58"/>
                </a:cxn>
                <a:cxn ang="0">
                  <a:pos x="18" y="59"/>
                </a:cxn>
                <a:cxn ang="0">
                  <a:pos x="28" y="55"/>
                </a:cxn>
                <a:cxn ang="0">
                  <a:pos x="33" y="71"/>
                </a:cxn>
                <a:cxn ang="0">
                  <a:pos x="28" y="76"/>
                </a:cxn>
                <a:cxn ang="0">
                  <a:pos x="35" y="73"/>
                </a:cxn>
                <a:cxn ang="0">
                  <a:pos x="40" y="68"/>
                </a:cxn>
                <a:cxn ang="0">
                  <a:pos x="47" y="83"/>
                </a:cxn>
                <a:cxn ang="0">
                  <a:pos x="45" y="89"/>
                </a:cxn>
                <a:cxn ang="0">
                  <a:pos x="50" y="84"/>
                </a:cxn>
                <a:cxn ang="0">
                  <a:pos x="50" y="70"/>
                </a:cxn>
                <a:cxn ang="0">
                  <a:pos x="61" y="69"/>
                </a:cxn>
                <a:cxn ang="0">
                  <a:pos x="62" y="82"/>
                </a:cxn>
                <a:cxn ang="0">
                  <a:pos x="69" y="84"/>
                </a:cxn>
                <a:cxn ang="0">
                  <a:pos x="66" y="79"/>
                </a:cxn>
                <a:cxn ang="0">
                  <a:pos x="69" y="64"/>
                </a:cxn>
                <a:cxn ang="0">
                  <a:pos x="72" y="71"/>
                </a:cxn>
                <a:cxn ang="0">
                  <a:pos x="77" y="70"/>
                </a:cxn>
                <a:cxn ang="0">
                  <a:pos x="74" y="68"/>
                </a:cxn>
                <a:cxn ang="0">
                  <a:pos x="76" y="53"/>
                </a:cxn>
                <a:cxn ang="0">
                  <a:pos x="95" y="60"/>
                </a:cxn>
                <a:cxn ang="0">
                  <a:pos x="103" y="49"/>
                </a:cxn>
                <a:cxn ang="0">
                  <a:pos x="40" y="40"/>
                </a:cxn>
                <a:cxn ang="0">
                  <a:pos x="48" y="40"/>
                </a:cxn>
                <a:cxn ang="0">
                  <a:pos x="54" y="52"/>
                </a:cxn>
                <a:cxn ang="0">
                  <a:pos x="54" y="46"/>
                </a:cxn>
                <a:cxn ang="0">
                  <a:pos x="54" y="52"/>
                </a:cxn>
                <a:cxn ang="0">
                  <a:pos x="60" y="36"/>
                </a:cxn>
                <a:cxn ang="0">
                  <a:pos x="68" y="36"/>
                </a:cxn>
                <a:cxn ang="0">
                  <a:pos x="64" y="40"/>
                </a:cxn>
              </a:cxnLst>
              <a:rect l="0" t="0" r="r" b="b"/>
              <a:pathLst>
                <a:path w="107" h="91">
                  <a:moveTo>
                    <a:pt x="103" y="49"/>
                  </a:moveTo>
                  <a:cubicBezTo>
                    <a:pt x="100" y="47"/>
                    <a:pt x="96" y="47"/>
                    <a:pt x="94" y="50"/>
                  </a:cubicBezTo>
                  <a:cubicBezTo>
                    <a:pt x="94" y="51"/>
                    <a:pt x="93" y="51"/>
                    <a:pt x="93" y="51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7"/>
                    <a:pt x="77" y="46"/>
                    <a:pt x="77" y="45"/>
                  </a:cubicBezTo>
                  <a:cubicBezTo>
                    <a:pt x="77" y="40"/>
                    <a:pt x="76" y="36"/>
                    <a:pt x="74" y="32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5" y="26"/>
                    <a:pt x="86" y="26"/>
                    <a:pt x="86" y="26"/>
                  </a:cubicBezTo>
                  <a:cubicBezTo>
                    <a:pt x="88" y="26"/>
                    <a:pt x="90" y="24"/>
                    <a:pt x="90" y="22"/>
                  </a:cubicBezTo>
                  <a:cubicBezTo>
                    <a:pt x="89" y="20"/>
                    <a:pt x="88" y="19"/>
                    <a:pt x="86" y="19"/>
                  </a:cubicBezTo>
                  <a:cubicBezTo>
                    <a:pt x="84" y="19"/>
                    <a:pt x="82" y="21"/>
                    <a:pt x="82" y="23"/>
                  </a:cubicBezTo>
                  <a:cubicBezTo>
                    <a:pt x="82" y="23"/>
                    <a:pt x="83" y="23"/>
                    <a:pt x="83" y="23"/>
                  </a:cubicBezTo>
                  <a:cubicBezTo>
                    <a:pt x="72" y="30"/>
                    <a:pt x="72" y="30"/>
                    <a:pt x="72" y="30"/>
                  </a:cubicBezTo>
                  <a:cubicBezTo>
                    <a:pt x="70" y="27"/>
                    <a:pt x="68" y="25"/>
                    <a:pt x="65" y="23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4" y="11"/>
                    <a:pt x="74" y="11"/>
                  </a:cubicBezTo>
                  <a:cubicBezTo>
                    <a:pt x="76" y="10"/>
                    <a:pt x="77" y="8"/>
                    <a:pt x="76" y="6"/>
                  </a:cubicBezTo>
                  <a:cubicBezTo>
                    <a:pt x="75" y="4"/>
                    <a:pt x="73" y="4"/>
                    <a:pt x="71" y="5"/>
                  </a:cubicBezTo>
                  <a:cubicBezTo>
                    <a:pt x="69" y="6"/>
                    <a:pt x="68" y="8"/>
                    <a:pt x="69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0" y="21"/>
                    <a:pt x="57" y="20"/>
                    <a:pt x="54" y="2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1"/>
                    <a:pt x="57" y="10"/>
                    <a:pt x="57" y="10"/>
                  </a:cubicBezTo>
                  <a:cubicBezTo>
                    <a:pt x="58" y="9"/>
                    <a:pt x="58" y="7"/>
                    <a:pt x="57" y="6"/>
                  </a:cubicBezTo>
                  <a:cubicBezTo>
                    <a:pt x="56" y="5"/>
                    <a:pt x="54" y="5"/>
                    <a:pt x="53" y="7"/>
                  </a:cubicBezTo>
                  <a:cubicBezTo>
                    <a:pt x="52" y="8"/>
                    <a:pt x="52" y="9"/>
                    <a:pt x="53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19"/>
                    <a:pt x="52" y="19"/>
                  </a:cubicBezTo>
                  <a:cubicBezTo>
                    <a:pt x="48" y="19"/>
                    <a:pt x="45" y="20"/>
                    <a:pt x="42" y="2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7"/>
                    <a:pt x="36" y="6"/>
                    <a:pt x="36" y="5"/>
                  </a:cubicBezTo>
                  <a:cubicBezTo>
                    <a:pt x="36" y="2"/>
                    <a:pt x="34" y="0"/>
                    <a:pt x="31" y="0"/>
                  </a:cubicBezTo>
                  <a:cubicBezTo>
                    <a:pt x="28" y="0"/>
                    <a:pt x="26" y="2"/>
                    <a:pt x="26" y="5"/>
                  </a:cubicBezTo>
                  <a:cubicBezTo>
                    <a:pt x="26" y="8"/>
                    <a:pt x="29" y="10"/>
                    <a:pt x="31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6" y="25"/>
                    <a:pt x="33" y="28"/>
                    <a:pt x="30" y="31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2"/>
                    <a:pt x="20" y="21"/>
                    <a:pt x="20" y="20"/>
                  </a:cubicBezTo>
                  <a:cubicBezTo>
                    <a:pt x="19" y="19"/>
                    <a:pt x="17" y="18"/>
                    <a:pt x="15" y="19"/>
                  </a:cubicBezTo>
                  <a:cubicBezTo>
                    <a:pt x="13" y="19"/>
                    <a:pt x="12" y="21"/>
                    <a:pt x="13" y="23"/>
                  </a:cubicBezTo>
                  <a:cubicBezTo>
                    <a:pt x="14" y="25"/>
                    <a:pt x="16" y="26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6"/>
                    <a:pt x="27" y="39"/>
                    <a:pt x="26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0" y="42"/>
                    <a:pt x="9" y="41"/>
                    <a:pt x="8" y="41"/>
                  </a:cubicBezTo>
                  <a:cubicBezTo>
                    <a:pt x="6" y="39"/>
                    <a:pt x="3" y="40"/>
                    <a:pt x="2" y="43"/>
                  </a:cubicBezTo>
                  <a:cubicBezTo>
                    <a:pt x="0" y="45"/>
                    <a:pt x="1" y="48"/>
                    <a:pt x="4" y="49"/>
                  </a:cubicBezTo>
                  <a:cubicBezTo>
                    <a:pt x="6" y="51"/>
                    <a:pt x="9" y="50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49"/>
                    <a:pt x="27" y="51"/>
                    <a:pt x="27" y="52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5"/>
                    <a:pt x="15" y="55"/>
                  </a:cubicBezTo>
                  <a:cubicBezTo>
                    <a:pt x="13" y="55"/>
                    <a:pt x="11" y="56"/>
                    <a:pt x="11" y="58"/>
                  </a:cubicBezTo>
                  <a:cubicBezTo>
                    <a:pt x="11" y="60"/>
                    <a:pt x="12" y="62"/>
                    <a:pt x="14" y="62"/>
                  </a:cubicBezTo>
                  <a:cubicBezTo>
                    <a:pt x="16" y="63"/>
                    <a:pt x="18" y="61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30" y="59"/>
                    <a:pt x="33" y="63"/>
                    <a:pt x="38" y="66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2" y="71"/>
                    <a:pt x="31" y="71"/>
                    <a:pt x="30" y="71"/>
                  </a:cubicBezTo>
                  <a:cubicBezTo>
                    <a:pt x="28" y="72"/>
                    <a:pt x="27" y="74"/>
                    <a:pt x="28" y="76"/>
                  </a:cubicBezTo>
                  <a:cubicBezTo>
                    <a:pt x="29" y="78"/>
                    <a:pt x="31" y="79"/>
                    <a:pt x="33" y="78"/>
                  </a:cubicBezTo>
                  <a:cubicBezTo>
                    <a:pt x="35" y="77"/>
                    <a:pt x="36" y="75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2" y="69"/>
                    <a:pt x="45" y="70"/>
                    <a:pt x="48" y="70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6" y="83"/>
                    <a:pt x="45" y="84"/>
                    <a:pt x="44" y="84"/>
                  </a:cubicBezTo>
                  <a:cubicBezTo>
                    <a:pt x="43" y="86"/>
                    <a:pt x="44" y="88"/>
                    <a:pt x="45" y="89"/>
                  </a:cubicBezTo>
                  <a:cubicBezTo>
                    <a:pt x="47" y="91"/>
                    <a:pt x="49" y="90"/>
                    <a:pt x="50" y="89"/>
                  </a:cubicBezTo>
                  <a:cubicBezTo>
                    <a:pt x="51" y="87"/>
                    <a:pt x="51" y="85"/>
                    <a:pt x="50" y="84"/>
                  </a:cubicBezTo>
                  <a:cubicBezTo>
                    <a:pt x="49" y="84"/>
                    <a:pt x="49" y="84"/>
                    <a:pt x="49" y="83"/>
                  </a:cubicBezTo>
                  <a:cubicBezTo>
                    <a:pt x="50" y="70"/>
                    <a:pt x="50" y="70"/>
                    <a:pt x="50" y="70"/>
                  </a:cubicBezTo>
                  <a:cubicBezTo>
                    <a:pt x="51" y="70"/>
                    <a:pt x="51" y="70"/>
                    <a:pt x="52" y="70"/>
                  </a:cubicBezTo>
                  <a:cubicBezTo>
                    <a:pt x="55" y="70"/>
                    <a:pt x="58" y="70"/>
                    <a:pt x="61" y="69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63" y="81"/>
                    <a:pt x="63" y="81"/>
                    <a:pt x="62" y="82"/>
                  </a:cubicBezTo>
                  <a:cubicBezTo>
                    <a:pt x="62" y="84"/>
                    <a:pt x="63" y="86"/>
                    <a:pt x="65" y="86"/>
                  </a:cubicBezTo>
                  <a:cubicBezTo>
                    <a:pt x="67" y="87"/>
                    <a:pt x="69" y="86"/>
                    <a:pt x="69" y="84"/>
                  </a:cubicBezTo>
                  <a:cubicBezTo>
                    <a:pt x="70" y="82"/>
                    <a:pt x="69" y="80"/>
                    <a:pt x="67" y="80"/>
                  </a:cubicBezTo>
                  <a:cubicBezTo>
                    <a:pt x="67" y="79"/>
                    <a:pt x="66" y="79"/>
                    <a:pt x="66" y="79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5" y="67"/>
                    <a:pt x="67" y="65"/>
                    <a:pt x="69" y="64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2" y="70"/>
                    <a:pt x="72" y="70"/>
                    <a:pt x="72" y="71"/>
                  </a:cubicBezTo>
                  <a:cubicBezTo>
                    <a:pt x="72" y="72"/>
                    <a:pt x="73" y="73"/>
                    <a:pt x="75" y="73"/>
                  </a:cubicBezTo>
                  <a:cubicBezTo>
                    <a:pt x="76" y="73"/>
                    <a:pt x="77" y="71"/>
                    <a:pt x="77" y="70"/>
                  </a:cubicBezTo>
                  <a:cubicBezTo>
                    <a:pt x="77" y="69"/>
                    <a:pt x="75" y="68"/>
                    <a:pt x="74" y="68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3" y="60"/>
                    <a:pt x="75" y="57"/>
                    <a:pt x="76" y="53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3" y="57"/>
                    <a:pt x="94" y="59"/>
                    <a:pt x="95" y="60"/>
                  </a:cubicBezTo>
                  <a:cubicBezTo>
                    <a:pt x="98" y="62"/>
                    <a:pt x="102" y="61"/>
                    <a:pt x="104" y="58"/>
                  </a:cubicBezTo>
                  <a:cubicBezTo>
                    <a:pt x="107" y="55"/>
                    <a:pt x="106" y="51"/>
                    <a:pt x="103" y="49"/>
                  </a:cubicBezTo>
                  <a:close/>
                  <a:moveTo>
                    <a:pt x="44" y="44"/>
                  </a:moveTo>
                  <a:cubicBezTo>
                    <a:pt x="42" y="44"/>
                    <a:pt x="40" y="42"/>
                    <a:pt x="40" y="40"/>
                  </a:cubicBezTo>
                  <a:cubicBezTo>
                    <a:pt x="40" y="38"/>
                    <a:pt x="42" y="36"/>
                    <a:pt x="44" y="36"/>
                  </a:cubicBezTo>
                  <a:cubicBezTo>
                    <a:pt x="46" y="36"/>
                    <a:pt x="48" y="38"/>
                    <a:pt x="48" y="40"/>
                  </a:cubicBezTo>
                  <a:cubicBezTo>
                    <a:pt x="48" y="42"/>
                    <a:pt x="46" y="44"/>
                    <a:pt x="44" y="44"/>
                  </a:cubicBezTo>
                  <a:close/>
                  <a:moveTo>
                    <a:pt x="54" y="52"/>
                  </a:moveTo>
                  <a:cubicBezTo>
                    <a:pt x="52" y="52"/>
                    <a:pt x="51" y="51"/>
                    <a:pt x="51" y="49"/>
                  </a:cubicBezTo>
                  <a:cubicBezTo>
                    <a:pt x="51" y="48"/>
                    <a:pt x="52" y="46"/>
                    <a:pt x="54" y="46"/>
                  </a:cubicBezTo>
                  <a:cubicBezTo>
                    <a:pt x="55" y="46"/>
                    <a:pt x="56" y="48"/>
                    <a:pt x="56" y="49"/>
                  </a:cubicBezTo>
                  <a:cubicBezTo>
                    <a:pt x="56" y="51"/>
                    <a:pt x="55" y="52"/>
                    <a:pt x="54" y="52"/>
                  </a:cubicBezTo>
                  <a:close/>
                  <a:moveTo>
                    <a:pt x="64" y="40"/>
                  </a:moveTo>
                  <a:cubicBezTo>
                    <a:pt x="62" y="40"/>
                    <a:pt x="60" y="38"/>
                    <a:pt x="60" y="36"/>
                  </a:cubicBezTo>
                  <a:cubicBezTo>
                    <a:pt x="60" y="34"/>
                    <a:pt x="62" y="32"/>
                    <a:pt x="64" y="32"/>
                  </a:cubicBezTo>
                  <a:cubicBezTo>
                    <a:pt x="66" y="32"/>
                    <a:pt x="68" y="34"/>
                    <a:pt x="68" y="36"/>
                  </a:cubicBezTo>
                  <a:cubicBezTo>
                    <a:pt x="68" y="38"/>
                    <a:pt x="66" y="40"/>
                    <a:pt x="64" y="40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5" name="Freeform 5">
              <a:extLst>
                <a:ext uri="{FF2B5EF4-FFF2-40B4-BE49-F238E27FC236}">
                  <a16:creationId xmlns:a16="http://schemas.microsoft.com/office/drawing/2014/main" id="{FA4C192D-0DDF-AF4A-B4DC-193D54A1CE8A}"/>
                </a:ext>
              </a:extLst>
            </p:cNvPr>
            <p:cNvSpPr>
              <a:spLocks noEditPoints="1"/>
            </p:cNvSpPr>
            <p:nvPr/>
          </p:nvSpPr>
          <p:spPr bwMode="auto">
            <a:xfrm rot="17122296">
              <a:off x="4843785" y="3540349"/>
              <a:ext cx="459331" cy="493456"/>
            </a:xfrm>
            <a:custGeom>
              <a:avLst/>
              <a:gdLst/>
              <a:ahLst/>
              <a:cxnLst>
                <a:cxn ang="0">
                  <a:pos x="261" y="74"/>
                </a:cxn>
                <a:cxn ang="0">
                  <a:pos x="282" y="53"/>
                </a:cxn>
                <a:cxn ang="0">
                  <a:pos x="261" y="32"/>
                </a:cxn>
                <a:cxn ang="0">
                  <a:pos x="240" y="53"/>
                </a:cxn>
                <a:cxn ang="0">
                  <a:pos x="244" y="65"/>
                </a:cxn>
                <a:cxn ang="0">
                  <a:pos x="146" y="41"/>
                </a:cxn>
                <a:cxn ang="0">
                  <a:pos x="162" y="21"/>
                </a:cxn>
                <a:cxn ang="0">
                  <a:pos x="142" y="0"/>
                </a:cxn>
                <a:cxn ang="0">
                  <a:pos x="121" y="21"/>
                </a:cxn>
                <a:cxn ang="0">
                  <a:pos x="142" y="41"/>
                </a:cxn>
                <a:cxn ang="0">
                  <a:pos x="144" y="41"/>
                </a:cxn>
                <a:cxn ang="0">
                  <a:pos x="88" y="112"/>
                </a:cxn>
                <a:cxn ang="0">
                  <a:pos x="90" y="105"/>
                </a:cxn>
                <a:cxn ang="0">
                  <a:pos x="69" y="84"/>
                </a:cxn>
                <a:cxn ang="0">
                  <a:pos x="48" y="105"/>
                </a:cxn>
                <a:cxn ang="0">
                  <a:pos x="69" y="125"/>
                </a:cxn>
                <a:cxn ang="0">
                  <a:pos x="85" y="118"/>
                </a:cxn>
                <a:cxn ang="0">
                  <a:pos x="41" y="168"/>
                </a:cxn>
                <a:cxn ang="0">
                  <a:pos x="41" y="164"/>
                </a:cxn>
                <a:cxn ang="0">
                  <a:pos x="21" y="144"/>
                </a:cxn>
                <a:cxn ang="0">
                  <a:pos x="0" y="164"/>
                </a:cxn>
                <a:cxn ang="0">
                  <a:pos x="21" y="185"/>
                </a:cxn>
                <a:cxn ang="0">
                  <a:pos x="41" y="169"/>
                </a:cxn>
                <a:cxn ang="0">
                  <a:pos x="75" y="225"/>
                </a:cxn>
                <a:cxn ang="0">
                  <a:pos x="62" y="220"/>
                </a:cxn>
                <a:cxn ang="0">
                  <a:pos x="41" y="241"/>
                </a:cxn>
                <a:cxn ang="0">
                  <a:pos x="62" y="262"/>
                </a:cxn>
                <a:cxn ang="0">
                  <a:pos x="83" y="241"/>
                </a:cxn>
                <a:cxn ang="0">
                  <a:pos x="78" y="228"/>
                </a:cxn>
                <a:cxn ang="0">
                  <a:pos x="143" y="262"/>
                </a:cxn>
                <a:cxn ang="0">
                  <a:pos x="127" y="283"/>
                </a:cxn>
                <a:cxn ang="0">
                  <a:pos x="147" y="303"/>
                </a:cxn>
                <a:cxn ang="0">
                  <a:pos x="168" y="283"/>
                </a:cxn>
                <a:cxn ang="0">
                  <a:pos x="154" y="263"/>
                </a:cxn>
                <a:cxn ang="0">
                  <a:pos x="222" y="242"/>
                </a:cxn>
                <a:cxn ang="0">
                  <a:pos x="220" y="250"/>
                </a:cxn>
                <a:cxn ang="0">
                  <a:pos x="241" y="271"/>
                </a:cxn>
                <a:cxn ang="0">
                  <a:pos x="261" y="250"/>
                </a:cxn>
                <a:cxn ang="0">
                  <a:pos x="241" y="229"/>
                </a:cxn>
                <a:cxn ang="0">
                  <a:pos x="225" y="237"/>
                </a:cxn>
                <a:cxn ang="0">
                  <a:pos x="228" y="162"/>
                </a:cxn>
                <a:cxn ang="0">
                  <a:pos x="249" y="178"/>
                </a:cxn>
                <a:cxn ang="0">
                  <a:pos x="269" y="157"/>
                </a:cxn>
                <a:cxn ang="0">
                  <a:pos x="249" y="137"/>
                </a:cxn>
                <a:cxn ang="0">
                  <a:pos x="229" y="151"/>
                </a:cxn>
                <a:cxn ang="0">
                  <a:pos x="245" y="66"/>
                </a:cxn>
                <a:cxn ang="0">
                  <a:pos x="261" y="74"/>
                </a:cxn>
                <a:cxn ang="0">
                  <a:pos x="124" y="184"/>
                </a:cxn>
                <a:cxn ang="0">
                  <a:pos x="115" y="176"/>
                </a:cxn>
                <a:cxn ang="0">
                  <a:pos x="124" y="168"/>
                </a:cxn>
                <a:cxn ang="0">
                  <a:pos x="132" y="176"/>
                </a:cxn>
                <a:cxn ang="0">
                  <a:pos x="124" y="184"/>
                </a:cxn>
                <a:cxn ang="0">
                  <a:pos x="168" y="145"/>
                </a:cxn>
                <a:cxn ang="0">
                  <a:pos x="156" y="133"/>
                </a:cxn>
                <a:cxn ang="0">
                  <a:pos x="168" y="121"/>
                </a:cxn>
                <a:cxn ang="0">
                  <a:pos x="180" y="133"/>
                </a:cxn>
                <a:cxn ang="0">
                  <a:pos x="168" y="145"/>
                </a:cxn>
                <a:cxn ang="0">
                  <a:pos x="168" y="145"/>
                </a:cxn>
                <a:cxn ang="0">
                  <a:pos x="168" y="145"/>
                </a:cxn>
              </a:cxnLst>
              <a:rect l="0" t="0" r="r" b="b"/>
              <a:pathLst>
                <a:path w="282" h="303">
                  <a:moveTo>
                    <a:pt x="261" y="74"/>
                  </a:moveTo>
                  <a:cubicBezTo>
                    <a:pt x="272" y="74"/>
                    <a:pt x="282" y="64"/>
                    <a:pt x="282" y="53"/>
                  </a:cubicBezTo>
                  <a:cubicBezTo>
                    <a:pt x="282" y="41"/>
                    <a:pt x="272" y="32"/>
                    <a:pt x="261" y="32"/>
                  </a:cubicBezTo>
                  <a:cubicBezTo>
                    <a:pt x="249" y="32"/>
                    <a:pt x="240" y="41"/>
                    <a:pt x="240" y="53"/>
                  </a:cubicBezTo>
                  <a:cubicBezTo>
                    <a:pt x="240" y="57"/>
                    <a:pt x="242" y="61"/>
                    <a:pt x="244" y="65"/>
                  </a:cubicBezTo>
                  <a:cubicBezTo>
                    <a:pt x="217" y="86"/>
                    <a:pt x="165" y="114"/>
                    <a:pt x="146" y="41"/>
                  </a:cubicBezTo>
                  <a:cubicBezTo>
                    <a:pt x="155" y="39"/>
                    <a:pt x="162" y="31"/>
                    <a:pt x="162" y="21"/>
                  </a:cubicBezTo>
                  <a:cubicBezTo>
                    <a:pt x="162" y="9"/>
                    <a:pt x="153" y="0"/>
                    <a:pt x="142" y="0"/>
                  </a:cubicBezTo>
                  <a:cubicBezTo>
                    <a:pt x="130" y="0"/>
                    <a:pt x="121" y="9"/>
                    <a:pt x="121" y="21"/>
                  </a:cubicBezTo>
                  <a:cubicBezTo>
                    <a:pt x="121" y="32"/>
                    <a:pt x="130" y="41"/>
                    <a:pt x="142" y="41"/>
                  </a:cubicBezTo>
                  <a:cubicBezTo>
                    <a:pt x="142" y="41"/>
                    <a:pt x="143" y="41"/>
                    <a:pt x="144" y="41"/>
                  </a:cubicBezTo>
                  <a:cubicBezTo>
                    <a:pt x="143" y="95"/>
                    <a:pt x="145" y="143"/>
                    <a:pt x="88" y="112"/>
                  </a:cubicBezTo>
                  <a:cubicBezTo>
                    <a:pt x="89" y="110"/>
                    <a:pt x="90" y="107"/>
                    <a:pt x="90" y="105"/>
                  </a:cubicBezTo>
                  <a:cubicBezTo>
                    <a:pt x="90" y="93"/>
                    <a:pt x="81" y="84"/>
                    <a:pt x="69" y="84"/>
                  </a:cubicBezTo>
                  <a:cubicBezTo>
                    <a:pt x="58" y="84"/>
                    <a:pt x="48" y="93"/>
                    <a:pt x="48" y="105"/>
                  </a:cubicBezTo>
                  <a:cubicBezTo>
                    <a:pt x="48" y="116"/>
                    <a:pt x="58" y="125"/>
                    <a:pt x="69" y="125"/>
                  </a:cubicBezTo>
                  <a:cubicBezTo>
                    <a:pt x="75" y="125"/>
                    <a:pt x="81" y="123"/>
                    <a:pt x="85" y="118"/>
                  </a:cubicBezTo>
                  <a:cubicBezTo>
                    <a:pt x="119" y="159"/>
                    <a:pt x="102" y="167"/>
                    <a:pt x="41" y="168"/>
                  </a:cubicBezTo>
                  <a:cubicBezTo>
                    <a:pt x="41" y="167"/>
                    <a:pt x="41" y="166"/>
                    <a:pt x="41" y="164"/>
                  </a:cubicBezTo>
                  <a:cubicBezTo>
                    <a:pt x="41" y="153"/>
                    <a:pt x="32" y="144"/>
                    <a:pt x="21" y="144"/>
                  </a:cubicBezTo>
                  <a:cubicBezTo>
                    <a:pt x="9" y="144"/>
                    <a:pt x="0" y="153"/>
                    <a:pt x="0" y="164"/>
                  </a:cubicBezTo>
                  <a:cubicBezTo>
                    <a:pt x="0" y="176"/>
                    <a:pt x="9" y="185"/>
                    <a:pt x="21" y="185"/>
                  </a:cubicBezTo>
                  <a:cubicBezTo>
                    <a:pt x="31" y="185"/>
                    <a:pt x="39" y="178"/>
                    <a:pt x="41" y="169"/>
                  </a:cubicBezTo>
                  <a:cubicBezTo>
                    <a:pt x="82" y="184"/>
                    <a:pt x="92" y="196"/>
                    <a:pt x="75" y="225"/>
                  </a:cubicBezTo>
                  <a:cubicBezTo>
                    <a:pt x="71" y="222"/>
                    <a:pt x="67" y="220"/>
                    <a:pt x="62" y="220"/>
                  </a:cubicBezTo>
                  <a:cubicBezTo>
                    <a:pt x="51" y="220"/>
                    <a:pt x="41" y="230"/>
                    <a:pt x="41" y="241"/>
                  </a:cubicBezTo>
                  <a:cubicBezTo>
                    <a:pt x="41" y="253"/>
                    <a:pt x="51" y="262"/>
                    <a:pt x="62" y="262"/>
                  </a:cubicBezTo>
                  <a:cubicBezTo>
                    <a:pt x="74" y="262"/>
                    <a:pt x="83" y="253"/>
                    <a:pt x="83" y="241"/>
                  </a:cubicBezTo>
                  <a:cubicBezTo>
                    <a:pt x="83" y="236"/>
                    <a:pt x="81" y="232"/>
                    <a:pt x="78" y="228"/>
                  </a:cubicBezTo>
                  <a:cubicBezTo>
                    <a:pt x="121" y="197"/>
                    <a:pt x="141" y="198"/>
                    <a:pt x="143" y="262"/>
                  </a:cubicBezTo>
                  <a:cubicBezTo>
                    <a:pt x="134" y="264"/>
                    <a:pt x="127" y="273"/>
                    <a:pt x="127" y="283"/>
                  </a:cubicBezTo>
                  <a:cubicBezTo>
                    <a:pt x="127" y="294"/>
                    <a:pt x="136" y="303"/>
                    <a:pt x="147" y="303"/>
                  </a:cubicBezTo>
                  <a:cubicBezTo>
                    <a:pt x="159" y="303"/>
                    <a:pt x="168" y="294"/>
                    <a:pt x="168" y="283"/>
                  </a:cubicBezTo>
                  <a:cubicBezTo>
                    <a:pt x="168" y="273"/>
                    <a:pt x="162" y="265"/>
                    <a:pt x="154" y="263"/>
                  </a:cubicBezTo>
                  <a:cubicBezTo>
                    <a:pt x="172" y="230"/>
                    <a:pt x="188" y="225"/>
                    <a:pt x="222" y="242"/>
                  </a:cubicBezTo>
                  <a:cubicBezTo>
                    <a:pt x="221" y="244"/>
                    <a:pt x="220" y="247"/>
                    <a:pt x="220" y="250"/>
                  </a:cubicBezTo>
                  <a:cubicBezTo>
                    <a:pt x="220" y="261"/>
                    <a:pt x="229" y="271"/>
                    <a:pt x="241" y="271"/>
                  </a:cubicBezTo>
                  <a:cubicBezTo>
                    <a:pt x="252" y="271"/>
                    <a:pt x="261" y="261"/>
                    <a:pt x="261" y="250"/>
                  </a:cubicBezTo>
                  <a:cubicBezTo>
                    <a:pt x="261" y="238"/>
                    <a:pt x="252" y="229"/>
                    <a:pt x="241" y="229"/>
                  </a:cubicBezTo>
                  <a:cubicBezTo>
                    <a:pt x="234" y="229"/>
                    <a:pt x="229" y="232"/>
                    <a:pt x="225" y="237"/>
                  </a:cubicBezTo>
                  <a:cubicBezTo>
                    <a:pt x="200" y="211"/>
                    <a:pt x="182" y="177"/>
                    <a:pt x="228" y="162"/>
                  </a:cubicBezTo>
                  <a:cubicBezTo>
                    <a:pt x="230" y="171"/>
                    <a:pt x="239" y="178"/>
                    <a:pt x="249" y="178"/>
                  </a:cubicBezTo>
                  <a:cubicBezTo>
                    <a:pt x="260" y="178"/>
                    <a:pt x="269" y="169"/>
                    <a:pt x="269" y="157"/>
                  </a:cubicBezTo>
                  <a:cubicBezTo>
                    <a:pt x="269" y="146"/>
                    <a:pt x="260" y="137"/>
                    <a:pt x="249" y="137"/>
                  </a:cubicBezTo>
                  <a:cubicBezTo>
                    <a:pt x="239" y="137"/>
                    <a:pt x="232" y="142"/>
                    <a:pt x="229" y="151"/>
                  </a:cubicBezTo>
                  <a:cubicBezTo>
                    <a:pt x="199" y="129"/>
                    <a:pt x="226" y="89"/>
                    <a:pt x="245" y="66"/>
                  </a:cubicBezTo>
                  <a:cubicBezTo>
                    <a:pt x="249" y="71"/>
                    <a:pt x="255" y="74"/>
                    <a:pt x="261" y="74"/>
                  </a:cubicBezTo>
                  <a:close/>
                  <a:moveTo>
                    <a:pt x="124" y="184"/>
                  </a:moveTo>
                  <a:cubicBezTo>
                    <a:pt x="119" y="184"/>
                    <a:pt x="115" y="181"/>
                    <a:pt x="115" y="176"/>
                  </a:cubicBezTo>
                  <a:cubicBezTo>
                    <a:pt x="115" y="172"/>
                    <a:pt x="119" y="168"/>
                    <a:pt x="124" y="168"/>
                  </a:cubicBezTo>
                  <a:cubicBezTo>
                    <a:pt x="128" y="168"/>
                    <a:pt x="132" y="172"/>
                    <a:pt x="132" y="176"/>
                  </a:cubicBezTo>
                  <a:cubicBezTo>
                    <a:pt x="132" y="181"/>
                    <a:pt x="128" y="184"/>
                    <a:pt x="124" y="184"/>
                  </a:cubicBezTo>
                  <a:close/>
                  <a:moveTo>
                    <a:pt x="168" y="145"/>
                  </a:moveTo>
                  <a:cubicBezTo>
                    <a:pt x="161" y="145"/>
                    <a:pt x="156" y="140"/>
                    <a:pt x="156" y="133"/>
                  </a:cubicBezTo>
                  <a:cubicBezTo>
                    <a:pt x="156" y="126"/>
                    <a:pt x="161" y="121"/>
                    <a:pt x="168" y="121"/>
                  </a:cubicBezTo>
                  <a:cubicBezTo>
                    <a:pt x="175" y="121"/>
                    <a:pt x="180" y="126"/>
                    <a:pt x="180" y="133"/>
                  </a:cubicBezTo>
                  <a:cubicBezTo>
                    <a:pt x="180" y="140"/>
                    <a:pt x="175" y="145"/>
                    <a:pt x="168" y="145"/>
                  </a:cubicBezTo>
                  <a:close/>
                  <a:moveTo>
                    <a:pt x="168" y="145"/>
                  </a:moveTo>
                  <a:cubicBezTo>
                    <a:pt x="168" y="145"/>
                    <a:pt x="168" y="145"/>
                    <a:pt x="168" y="145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6" name="Freeform 39">
              <a:extLst>
                <a:ext uri="{FF2B5EF4-FFF2-40B4-BE49-F238E27FC236}">
                  <a16:creationId xmlns:a16="http://schemas.microsoft.com/office/drawing/2014/main" id="{EF909BB4-E970-5D44-9848-BFE650DB3A96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872966" y="1949832"/>
              <a:ext cx="2743949" cy="4381567"/>
            </a:xfrm>
            <a:custGeom>
              <a:avLst/>
              <a:gdLst/>
              <a:ahLst/>
              <a:cxnLst>
                <a:cxn ang="0">
                  <a:pos x="132" y="74"/>
                </a:cxn>
                <a:cxn ang="0">
                  <a:pos x="88" y="47"/>
                </a:cxn>
                <a:cxn ang="0">
                  <a:pos x="82" y="25"/>
                </a:cxn>
                <a:cxn ang="0">
                  <a:pos x="81" y="13"/>
                </a:cxn>
                <a:cxn ang="0">
                  <a:pos x="92" y="8"/>
                </a:cxn>
                <a:cxn ang="0">
                  <a:pos x="87" y="0"/>
                </a:cxn>
                <a:cxn ang="0">
                  <a:pos x="45" y="5"/>
                </a:cxn>
                <a:cxn ang="0">
                  <a:pos x="50" y="13"/>
                </a:cxn>
                <a:cxn ang="0">
                  <a:pos x="56" y="14"/>
                </a:cxn>
                <a:cxn ang="0">
                  <a:pos x="50" y="32"/>
                </a:cxn>
                <a:cxn ang="0">
                  <a:pos x="57" y="145"/>
                </a:cxn>
                <a:cxn ang="0">
                  <a:pos x="57" y="193"/>
                </a:cxn>
                <a:cxn ang="0">
                  <a:pos x="81" y="193"/>
                </a:cxn>
                <a:cxn ang="0">
                  <a:pos x="81" y="145"/>
                </a:cxn>
                <a:cxn ang="0">
                  <a:pos x="88" y="111"/>
                </a:cxn>
                <a:cxn ang="0">
                  <a:pos x="127" y="97"/>
                </a:cxn>
                <a:cxn ang="0">
                  <a:pos x="147" y="209"/>
                </a:cxn>
                <a:cxn ang="0">
                  <a:pos x="123" y="218"/>
                </a:cxn>
                <a:cxn ang="0">
                  <a:pos x="28" y="228"/>
                </a:cxn>
                <a:cxn ang="0">
                  <a:pos x="123" y="224"/>
                </a:cxn>
                <a:cxn ang="0">
                  <a:pos x="90" y="240"/>
                </a:cxn>
                <a:cxn ang="0">
                  <a:pos x="69" y="240"/>
                </a:cxn>
                <a:cxn ang="0">
                  <a:pos x="0" y="265"/>
                </a:cxn>
                <a:cxn ang="0">
                  <a:pos x="150" y="294"/>
                </a:cxn>
                <a:cxn ang="0">
                  <a:pos x="112" y="265"/>
                </a:cxn>
                <a:cxn ang="0">
                  <a:pos x="183" y="163"/>
                </a:cxn>
                <a:cxn ang="0">
                  <a:pos x="72" y="79"/>
                </a:cxn>
                <a:cxn ang="0">
                  <a:pos x="124" y="70"/>
                </a:cxn>
                <a:cxn ang="0">
                  <a:pos x="99" y="60"/>
                </a:cxn>
                <a:cxn ang="0">
                  <a:pos x="99" y="99"/>
                </a:cxn>
                <a:cxn ang="0">
                  <a:pos x="121" y="93"/>
                </a:cxn>
                <a:cxn ang="0">
                  <a:pos x="99" y="106"/>
                </a:cxn>
              </a:cxnLst>
              <a:rect l="0" t="0" r="r" b="b"/>
              <a:pathLst>
                <a:path w="183" h="294">
                  <a:moveTo>
                    <a:pt x="183" y="163"/>
                  </a:moveTo>
                  <a:cubicBezTo>
                    <a:pt x="183" y="124"/>
                    <a:pt x="162" y="91"/>
                    <a:pt x="132" y="74"/>
                  </a:cubicBezTo>
                  <a:cubicBezTo>
                    <a:pt x="130" y="58"/>
                    <a:pt x="116" y="46"/>
                    <a:pt x="99" y="46"/>
                  </a:cubicBezTo>
                  <a:cubicBezTo>
                    <a:pt x="95" y="46"/>
                    <a:pt x="91" y="46"/>
                    <a:pt x="88" y="47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88" y="29"/>
                    <a:pt x="85" y="26"/>
                    <a:pt x="82" y="2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1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90" y="13"/>
                    <a:pt x="92" y="11"/>
                    <a:pt x="92" y="8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2" y="2"/>
                    <a:pt x="90" y="0"/>
                    <a:pt x="8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5" y="2"/>
                    <a:pt x="45" y="5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5" y="11"/>
                    <a:pt x="48" y="13"/>
                    <a:pt x="50" y="13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6" y="13"/>
                    <a:pt x="56" y="13"/>
                    <a:pt x="56" y="14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2" y="26"/>
                    <a:pt x="50" y="29"/>
                    <a:pt x="50" y="32"/>
                  </a:cubicBezTo>
                  <a:cubicBezTo>
                    <a:pt x="50" y="138"/>
                    <a:pt x="50" y="138"/>
                    <a:pt x="50" y="138"/>
                  </a:cubicBezTo>
                  <a:cubicBezTo>
                    <a:pt x="50" y="142"/>
                    <a:pt x="53" y="145"/>
                    <a:pt x="57" y="145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58" y="195"/>
                    <a:pt x="63" y="197"/>
                    <a:pt x="69" y="197"/>
                  </a:cubicBezTo>
                  <a:cubicBezTo>
                    <a:pt x="75" y="197"/>
                    <a:pt x="80" y="195"/>
                    <a:pt x="81" y="193"/>
                  </a:cubicBezTo>
                  <a:cubicBezTo>
                    <a:pt x="81" y="193"/>
                    <a:pt x="81" y="193"/>
                    <a:pt x="81" y="193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5" y="145"/>
                    <a:pt x="88" y="142"/>
                    <a:pt x="88" y="138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91" y="112"/>
                    <a:pt x="95" y="113"/>
                    <a:pt x="99" y="113"/>
                  </a:cubicBezTo>
                  <a:cubicBezTo>
                    <a:pt x="111" y="113"/>
                    <a:pt x="121" y="106"/>
                    <a:pt x="127" y="97"/>
                  </a:cubicBezTo>
                  <a:cubicBezTo>
                    <a:pt x="148" y="110"/>
                    <a:pt x="161" y="135"/>
                    <a:pt x="161" y="163"/>
                  </a:cubicBezTo>
                  <a:cubicBezTo>
                    <a:pt x="161" y="180"/>
                    <a:pt x="156" y="196"/>
                    <a:pt x="147" y="209"/>
                  </a:cubicBezTo>
                  <a:cubicBezTo>
                    <a:pt x="123" y="219"/>
                    <a:pt x="123" y="219"/>
                    <a:pt x="123" y="219"/>
                  </a:cubicBezTo>
                  <a:cubicBezTo>
                    <a:pt x="123" y="218"/>
                    <a:pt x="123" y="218"/>
                    <a:pt x="123" y="218"/>
                  </a:cubicBezTo>
                  <a:cubicBezTo>
                    <a:pt x="28" y="218"/>
                    <a:pt x="28" y="218"/>
                    <a:pt x="28" y="218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123" y="228"/>
                    <a:pt x="123" y="228"/>
                    <a:pt x="123" y="228"/>
                  </a:cubicBezTo>
                  <a:cubicBezTo>
                    <a:pt x="123" y="224"/>
                    <a:pt x="123" y="224"/>
                    <a:pt x="123" y="224"/>
                  </a:cubicBezTo>
                  <a:cubicBezTo>
                    <a:pt x="141" y="216"/>
                    <a:pt x="141" y="216"/>
                    <a:pt x="141" y="216"/>
                  </a:cubicBezTo>
                  <a:cubicBezTo>
                    <a:pt x="128" y="231"/>
                    <a:pt x="110" y="240"/>
                    <a:pt x="90" y="240"/>
                  </a:cubicBezTo>
                  <a:cubicBezTo>
                    <a:pt x="90" y="240"/>
                    <a:pt x="90" y="240"/>
                    <a:pt x="90" y="240"/>
                  </a:cubicBezTo>
                  <a:cubicBezTo>
                    <a:pt x="69" y="240"/>
                    <a:pt x="69" y="240"/>
                    <a:pt x="69" y="240"/>
                  </a:cubicBezTo>
                  <a:cubicBezTo>
                    <a:pt x="69" y="265"/>
                    <a:pt x="69" y="265"/>
                    <a:pt x="69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150" y="294"/>
                    <a:pt x="150" y="294"/>
                    <a:pt x="150" y="294"/>
                  </a:cubicBezTo>
                  <a:cubicBezTo>
                    <a:pt x="150" y="265"/>
                    <a:pt x="150" y="265"/>
                    <a:pt x="150" y="265"/>
                  </a:cubicBezTo>
                  <a:cubicBezTo>
                    <a:pt x="112" y="265"/>
                    <a:pt x="112" y="265"/>
                    <a:pt x="112" y="265"/>
                  </a:cubicBezTo>
                  <a:cubicBezTo>
                    <a:pt x="112" y="259"/>
                    <a:pt x="112" y="259"/>
                    <a:pt x="112" y="259"/>
                  </a:cubicBezTo>
                  <a:cubicBezTo>
                    <a:pt x="153" y="248"/>
                    <a:pt x="183" y="209"/>
                    <a:pt x="183" y="163"/>
                  </a:cubicBezTo>
                  <a:close/>
                  <a:moveTo>
                    <a:pt x="99" y="106"/>
                  </a:moveTo>
                  <a:cubicBezTo>
                    <a:pt x="84" y="106"/>
                    <a:pt x="72" y="94"/>
                    <a:pt x="72" y="79"/>
                  </a:cubicBezTo>
                  <a:cubicBezTo>
                    <a:pt x="72" y="65"/>
                    <a:pt x="84" y="53"/>
                    <a:pt x="99" y="53"/>
                  </a:cubicBezTo>
                  <a:cubicBezTo>
                    <a:pt x="110" y="53"/>
                    <a:pt x="120" y="60"/>
                    <a:pt x="124" y="70"/>
                  </a:cubicBezTo>
                  <a:cubicBezTo>
                    <a:pt x="121" y="69"/>
                    <a:pt x="117" y="68"/>
                    <a:pt x="114" y="67"/>
                  </a:cubicBezTo>
                  <a:cubicBezTo>
                    <a:pt x="110" y="63"/>
                    <a:pt x="105" y="60"/>
                    <a:pt x="99" y="60"/>
                  </a:cubicBezTo>
                  <a:cubicBezTo>
                    <a:pt x="88" y="60"/>
                    <a:pt x="79" y="68"/>
                    <a:pt x="79" y="79"/>
                  </a:cubicBezTo>
                  <a:cubicBezTo>
                    <a:pt x="79" y="90"/>
                    <a:pt x="88" y="99"/>
                    <a:pt x="99" y="99"/>
                  </a:cubicBezTo>
                  <a:cubicBezTo>
                    <a:pt x="105" y="99"/>
                    <a:pt x="111" y="95"/>
                    <a:pt x="115" y="90"/>
                  </a:cubicBezTo>
                  <a:cubicBezTo>
                    <a:pt x="117" y="91"/>
                    <a:pt x="119" y="92"/>
                    <a:pt x="121" y="93"/>
                  </a:cubicBezTo>
                  <a:cubicBezTo>
                    <a:pt x="116" y="101"/>
                    <a:pt x="108" y="106"/>
                    <a:pt x="99" y="106"/>
                  </a:cubicBezTo>
                  <a:close/>
                  <a:moveTo>
                    <a:pt x="99" y="106"/>
                  </a:moveTo>
                  <a:cubicBezTo>
                    <a:pt x="99" y="106"/>
                    <a:pt x="99" y="106"/>
                    <a:pt x="99" y="106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12" name="Freeform 30">
            <a:extLst>
              <a:ext uri="{FF2B5EF4-FFF2-40B4-BE49-F238E27FC236}">
                <a16:creationId xmlns:a16="http://schemas.microsoft.com/office/drawing/2014/main" id="{31653E7B-81AE-C84A-B6E9-995253A3F249}"/>
              </a:ext>
            </a:extLst>
          </p:cNvPr>
          <p:cNvSpPr>
            <a:spLocks/>
          </p:cNvSpPr>
          <p:nvPr/>
        </p:nvSpPr>
        <p:spPr bwMode="auto">
          <a:xfrm>
            <a:off x="7276903" y="4103735"/>
            <a:ext cx="1145198" cy="707461"/>
          </a:xfrm>
          <a:custGeom>
            <a:avLst/>
            <a:gdLst/>
            <a:ahLst/>
            <a:cxnLst>
              <a:cxn ang="0">
                <a:pos x="153" y="248"/>
              </a:cxn>
              <a:cxn ang="0">
                <a:pos x="153" y="248"/>
              </a:cxn>
              <a:cxn ang="0">
                <a:pos x="148" y="244"/>
              </a:cxn>
              <a:cxn ang="0">
                <a:pos x="139" y="61"/>
              </a:cxn>
              <a:cxn ang="0">
                <a:pos x="130" y="146"/>
              </a:cxn>
              <a:cxn ang="0">
                <a:pos x="125" y="150"/>
              </a:cxn>
              <a:cxn ang="0">
                <a:pos x="4" y="150"/>
              </a:cxn>
              <a:cxn ang="0">
                <a:pos x="0" y="145"/>
              </a:cxn>
              <a:cxn ang="0">
                <a:pos x="4" y="141"/>
              </a:cxn>
              <a:cxn ang="0">
                <a:pos x="121" y="141"/>
              </a:cxn>
              <a:cxn ang="0">
                <a:pos x="136" y="4"/>
              </a:cxn>
              <a:cxn ang="0">
                <a:pos x="141" y="0"/>
              </a:cxn>
              <a:cxn ang="0">
                <a:pos x="145" y="5"/>
              </a:cxn>
              <a:cxn ang="0">
                <a:pos x="155" y="198"/>
              </a:cxn>
              <a:cxn ang="0">
                <a:pos x="168" y="114"/>
              </a:cxn>
              <a:cxn ang="0">
                <a:pos x="172" y="110"/>
              </a:cxn>
              <a:cxn ang="0">
                <a:pos x="176" y="113"/>
              </a:cxn>
              <a:cxn ang="0">
                <a:pos x="188" y="160"/>
              </a:cxn>
              <a:cxn ang="0">
                <a:pos x="200" y="48"/>
              </a:cxn>
              <a:cxn ang="0">
                <a:pos x="204" y="44"/>
              </a:cxn>
              <a:cxn ang="0">
                <a:pos x="209" y="47"/>
              </a:cxn>
              <a:cxn ang="0">
                <a:pos x="225" y="155"/>
              </a:cxn>
              <a:cxn ang="0">
                <a:pos x="241" y="95"/>
              </a:cxn>
              <a:cxn ang="0">
                <a:pos x="246" y="91"/>
              </a:cxn>
              <a:cxn ang="0">
                <a:pos x="250" y="95"/>
              </a:cxn>
              <a:cxn ang="0">
                <a:pos x="255" y="153"/>
              </a:cxn>
              <a:cxn ang="0">
                <a:pos x="263" y="77"/>
              </a:cxn>
              <a:cxn ang="0">
                <a:pos x="267" y="73"/>
              </a:cxn>
              <a:cxn ang="0">
                <a:pos x="272" y="77"/>
              </a:cxn>
              <a:cxn ang="0">
                <a:pos x="285" y="145"/>
              </a:cxn>
              <a:cxn ang="0">
                <a:pos x="397" y="145"/>
              </a:cxn>
              <a:cxn ang="0">
                <a:pos x="402" y="149"/>
              </a:cxn>
              <a:cxn ang="0">
                <a:pos x="397" y="154"/>
              </a:cxn>
              <a:cxn ang="0">
                <a:pos x="282" y="154"/>
              </a:cxn>
              <a:cxn ang="0">
                <a:pos x="277" y="150"/>
              </a:cxn>
              <a:cxn ang="0">
                <a:pos x="269" y="107"/>
              </a:cxn>
              <a:cxn ang="0">
                <a:pos x="259" y="198"/>
              </a:cxn>
              <a:cxn ang="0">
                <a:pos x="254" y="202"/>
              </a:cxn>
              <a:cxn ang="0">
                <a:pos x="254" y="202"/>
              </a:cxn>
              <a:cxn ang="0">
                <a:pos x="250" y="198"/>
              </a:cxn>
              <a:cxn ang="0">
                <a:pos x="243" y="122"/>
              </a:cxn>
              <a:cxn ang="0">
                <a:pos x="228" y="179"/>
              </a:cxn>
              <a:cxn ang="0">
                <a:pos x="224" y="182"/>
              </a:cxn>
              <a:cxn ang="0">
                <a:pos x="219" y="178"/>
              </a:cxn>
              <a:cxn ang="0">
                <a:pos x="205" y="84"/>
              </a:cxn>
              <a:cxn ang="0">
                <a:pos x="194" y="187"/>
              </a:cxn>
              <a:cxn ang="0">
                <a:pos x="190" y="191"/>
              </a:cxn>
              <a:cxn ang="0">
                <a:pos x="185" y="187"/>
              </a:cxn>
              <a:cxn ang="0">
                <a:pos x="173" y="137"/>
              </a:cxn>
              <a:cxn ang="0">
                <a:pos x="157" y="244"/>
              </a:cxn>
              <a:cxn ang="0">
                <a:pos x="153" y="248"/>
              </a:cxn>
            </a:cxnLst>
            <a:rect l="0" t="0" r="r" b="b"/>
            <a:pathLst>
              <a:path w="402" h="248">
                <a:moveTo>
                  <a:pt x="153" y="248"/>
                </a:moveTo>
                <a:cubicBezTo>
                  <a:pt x="153" y="248"/>
                  <a:pt x="153" y="248"/>
                  <a:pt x="153" y="248"/>
                </a:cubicBezTo>
                <a:cubicBezTo>
                  <a:pt x="150" y="248"/>
                  <a:pt x="149" y="246"/>
                  <a:pt x="148" y="244"/>
                </a:cubicBezTo>
                <a:cubicBezTo>
                  <a:pt x="139" y="61"/>
                  <a:pt x="139" y="61"/>
                  <a:pt x="139" y="61"/>
                </a:cubicBezTo>
                <a:cubicBezTo>
                  <a:pt x="130" y="146"/>
                  <a:pt x="130" y="146"/>
                  <a:pt x="130" y="146"/>
                </a:cubicBezTo>
                <a:cubicBezTo>
                  <a:pt x="130" y="148"/>
                  <a:pt x="128" y="150"/>
                  <a:pt x="125" y="150"/>
                </a:cubicBezTo>
                <a:cubicBezTo>
                  <a:pt x="4" y="150"/>
                  <a:pt x="4" y="150"/>
                  <a:pt x="4" y="150"/>
                </a:cubicBezTo>
                <a:cubicBezTo>
                  <a:pt x="2" y="150"/>
                  <a:pt x="0" y="148"/>
                  <a:pt x="0" y="145"/>
                </a:cubicBezTo>
                <a:cubicBezTo>
                  <a:pt x="0" y="143"/>
                  <a:pt x="2" y="141"/>
                  <a:pt x="4" y="141"/>
                </a:cubicBezTo>
                <a:cubicBezTo>
                  <a:pt x="121" y="141"/>
                  <a:pt x="121" y="141"/>
                  <a:pt x="121" y="141"/>
                </a:cubicBezTo>
                <a:cubicBezTo>
                  <a:pt x="136" y="4"/>
                  <a:pt x="136" y="4"/>
                  <a:pt x="136" y="4"/>
                </a:cubicBezTo>
                <a:cubicBezTo>
                  <a:pt x="137" y="2"/>
                  <a:pt x="139" y="0"/>
                  <a:pt x="141" y="0"/>
                </a:cubicBezTo>
                <a:cubicBezTo>
                  <a:pt x="143" y="1"/>
                  <a:pt x="145" y="2"/>
                  <a:pt x="145" y="5"/>
                </a:cubicBezTo>
                <a:cubicBezTo>
                  <a:pt x="155" y="198"/>
                  <a:pt x="155" y="198"/>
                  <a:pt x="155" y="198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68" y="111"/>
                  <a:pt x="170" y="110"/>
                  <a:pt x="172" y="110"/>
                </a:cubicBezTo>
                <a:cubicBezTo>
                  <a:pt x="174" y="110"/>
                  <a:pt x="176" y="111"/>
                  <a:pt x="176" y="113"/>
                </a:cubicBezTo>
                <a:cubicBezTo>
                  <a:pt x="188" y="160"/>
                  <a:pt x="188" y="160"/>
                  <a:pt x="188" y="160"/>
                </a:cubicBezTo>
                <a:cubicBezTo>
                  <a:pt x="200" y="48"/>
                  <a:pt x="200" y="48"/>
                  <a:pt x="200" y="48"/>
                </a:cubicBezTo>
                <a:cubicBezTo>
                  <a:pt x="200" y="45"/>
                  <a:pt x="202" y="44"/>
                  <a:pt x="204" y="44"/>
                </a:cubicBezTo>
                <a:cubicBezTo>
                  <a:pt x="206" y="44"/>
                  <a:pt x="208" y="45"/>
                  <a:pt x="209" y="47"/>
                </a:cubicBezTo>
                <a:cubicBezTo>
                  <a:pt x="225" y="155"/>
                  <a:pt x="225" y="155"/>
                  <a:pt x="225" y="155"/>
                </a:cubicBezTo>
                <a:cubicBezTo>
                  <a:pt x="241" y="95"/>
                  <a:pt x="241" y="95"/>
                  <a:pt x="241" y="95"/>
                </a:cubicBezTo>
                <a:cubicBezTo>
                  <a:pt x="241" y="93"/>
                  <a:pt x="243" y="91"/>
                  <a:pt x="246" y="91"/>
                </a:cubicBezTo>
                <a:cubicBezTo>
                  <a:pt x="248" y="91"/>
                  <a:pt x="249" y="93"/>
                  <a:pt x="250" y="95"/>
                </a:cubicBezTo>
                <a:cubicBezTo>
                  <a:pt x="255" y="153"/>
                  <a:pt x="255" y="153"/>
                  <a:pt x="255" y="153"/>
                </a:cubicBezTo>
                <a:cubicBezTo>
                  <a:pt x="263" y="77"/>
                  <a:pt x="263" y="77"/>
                  <a:pt x="263" y="77"/>
                </a:cubicBezTo>
                <a:cubicBezTo>
                  <a:pt x="263" y="75"/>
                  <a:pt x="265" y="73"/>
                  <a:pt x="267" y="73"/>
                </a:cubicBezTo>
                <a:cubicBezTo>
                  <a:pt x="270" y="73"/>
                  <a:pt x="271" y="75"/>
                  <a:pt x="272" y="77"/>
                </a:cubicBezTo>
                <a:cubicBezTo>
                  <a:pt x="285" y="145"/>
                  <a:pt x="285" y="145"/>
                  <a:pt x="285" y="145"/>
                </a:cubicBezTo>
                <a:cubicBezTo>
                  <a:pt x="397" y="145"/>
                  <a:pt x="397" y="145"/>
                  <a:pt x="397" y="145"/>
                </a:cubicBezTo>
                <a:cubicBezTo>
                  <a:pt x="400" y="145"/>
                  <a:pt x="402" y="147"/>
                  <a:pt x="402" y="149"/>
                </a:cubicBezTo>
                <a:cubicBezTo>
                  <a:pt x="402" y="152"/>
                  <a:pt x="400" y="154"/>
                  <a:pt x="397" y="154"/>
                </a:cubicBezTo>
                <a:cubicBezTo>
                  <a:pt x="282" y="154"/>
                  <a:pt x="282" y="154"/>
                  <a:pt x="282" y="154"/>
                </a:cubicBezTo>
                <a:cubicBezTo>
                  <a:pt x="280" y="154"/>
                  <a:pt x="278" y="152"/>
                  <a:pt x="277" y="150"/>
                </a:cubicBezTo>
                <a:cubicBezTo>
                  <a:pt x="269" y="107"/>
                  <a:pt x="269" y="107"/>
                  <a:pt x="269" y="107"/>
                </a:cubicBezTo>
                <a:cubicBezTo>
                  <a:pt x="259" y="198"/>
                  <a:pt x="259" y="198"/>
                  <a:pt x="259" y="198"/>
                </a:cubicBezTo>
                <a:cubicBezTo>
                  <a:pt x="258" y="201"/>
                  <a:pt x="257" y="202"/>
                  <a:pt x="254" y="202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52" y="202"/>
                  <a:pt x="250" y="201"/>
                  <a:pt x="250" y="198"/>
                </a:cubicBezTo>
                <a:cubicBezTo>
                  <a:pt x="243" y="122"/>
                  <a:pt x="243" y="122"/>
                  <a:pt x="243" y="122"/>
                </a:cubicBezTo>
                <a:cubicBezTo>
                  <a:pt x="228" y="179"/>
                  <a:pt x="228" y="179"/>
                  <a:pt x="228" y="179"/>
                </a:cubicBezTo>
                <a:cubicBezTo>
                  <a:pt x="228" y="181"/>
                  <a:pt x="226" y="182"/>
                  <a:pt x="224" y="182"/>
                </a:cubicBezTo>
                <a:cubicBezTo>
                  <a:pt x="221" y="182"/>
                  <a:pt x="220" y="180"/>
                  <a:pt x="219" y="178"/>
                </a:cubicBezTo>
                <a:cubicBezTo>
                  <a:pt x="205" y="84"/>
                  <a:pt x="205" y="84"/>
                  <a:pt x="205" y="84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194" y="189"/>
                  <a:pt x="192" y="191"/>
                  <a:pt x="190" y="191"/>
                </a:cubicBezTo>
                <a:cubicBezTo>
                  <a:pt x="188" y="191"/>
                  <a:pt x="186" y="190"/>
                  <a:pt x="185" y="187"/>
                </a:cubicBezTo>
                <a:cubicBezTo>
                  <a:pt x="173" y="137"/>
                  <a:pt x="173" y="137"/>
                  <a:pt x="173" y="137"/>
                </a:cubicBezTo>
                <a:cubicBezTo>
                  <a:pt x="157" y="244"/>
                  <a:pt x="157" y="244"/>
                  <a:pt x="157" y="244"/>
                </a:cubicBezTo>
                <a:cubicBezTo>
                  <a:pt x="157" y="246"/>
                  <a:pt x="155" y="248"/>
                  <a:pt x="153" y="248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13" name="Group 47">
            <a:extLst>
              <a:ext uri="{FF2B5EF4-FFF2-40B4-BE49-F238E27FC236}">
                <a16:creationId xmlns:a16="http://schemas.microsoft.com/office/drawing/2014/main" id="{BDC7FC0E-5034-4741-9646-925BC1D92EB7}"/>
              </a:ext>
            </a:extLst>
          </p:cNvPr>
          <p:cNvGrpSpPr/>
          <p:nvPr/>
        </p:nvGrpSpPr>
        <p:grpSpPr>
          <a:xfrm>
            <a:off x="9496860" y="4958384"/>
            <a:ext cx="666831" cy="780825"/>
            <a:chOff x="1116013" y="1550988"/>
            <a:chExt cx="1606550" cy="1881187"/>
          </a:xfrm>
          <a:solidFill>
            <a:srgbClr val="42929D"/>
          </a:solidFill>
        </p:grpSpPr>
        <p:sp>
          <p:nvSpPr>
            <p:cNvPr id="314" name="Freeform 5">
              <a:extLst>
                <a:ext uri="{FF2B5EF4-FFF2-40B4-BE49-F238E27FC236}">
                  <a16:creationId xmlns:a16="http://schemas.microsoft.com/office/drawing/2014/main" id="{31A9796F-4C8E-A149-B2FF-A775FCA944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0713" y="1714500"/>
              <a:ext cx="176213" cy="233362"/>
            </a:xfrm>
            <a:custGeom>
              <a:avLst/>
              <a:gdLst/>
              <a:ahLst/>
              <a:cxnLst>
                <a:cxn ang="0">
                  <a:pos x="4" y="35"/>
                </a:cxn>
                <a:cxn ang="0">
                  <a:pos x="14" y="33"/>
                </a:cxn>
                <a:cxn ang="0">
                  <a:pos x="15" y="27"/>
                </a:cxn>
                <a:cxn ang="0">
                  <a:pos x="28" y="0"/>
                </a:cxn>
                <a:cxn ang="0">
                  <a:pos x="7" y="22"/>
                </a:cxn>
                <a:cxn ang="0">
                  <a:pos x="2" y="25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4" y="35"/>
                </a:cxn>
              </a:cxnLst>
              <a:rect l="0" t="0" r="r" b="b"/>
              <a:pathLst>
                <a:path w="28" h="37">
                  <a:moveTo>
                    <a:pt x="4" y="35"/>
                  </a:moveTo>
                  <a:cubicBezTo>
                    <a:pt x="7" y="37"/>
                    <a:pt x="11" y="36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5" y="22"/>
                    <a:pt x="3" y="23"/>
                    <a:pt x="2" y="25"/>
                  </a:cubicBezTo>
                  <a:cubicBezTo>
                    <a:pt x="0" y="28"/>
                    <a:pt x="0" y="33"/>
                    <a:pt x="4" y="35"/>
                  </a:cubicBezTo>
                  <a:close/>
                  <a:moveTo>
                    <a:pt x="4" y="35"/>
                  </a:moveTo>
                  <a:cubicBezTo>
                    <a:pt x="4" y="35"/>
                    <a:pt x="4" y="35"/>
                    <a:pt x="4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5" name="Freeform 6">
              <a:extLst>
                <a:ext uri="{FF2B5EF4-FFF2-40B4-BE49-F238E27FC236}">
                  <a16:creationId xmlns:a16="http://schemas.microsoft.com/office/drawing/2014/main" id="{9B669289-C295-E547-AF3C-702FDF9973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013" y="1550988"/>
              <a:ext cx="1606550" cy="1881187"/>
            </a:xfrm>
            <a:custGeom>
              <a:avLst/>
              <a:gdLst/>
              <a:ahLst/>
              <a:cxnLst>
                <a:cxn ang="0">
                  <a:pos x="69" y="210"/>
                </a:cxn>
                <a:cxn ang="0">
                  <a:pos x="208" y="210"/>
                </a:cxn>
                <a:cxn ang="0">
                  <a:pos x="255" y="163"/>
                </a:cxn>
                <a:cxn ang="0">
                  <a:pos x="208" y="115"/>
                </a:cxn>
                <a:cxn ang="0">
                  <a:pos x="195" y="115"/>
                </a:cxn>
                <a:cxn ang="0">
                  <a:pos x="195" y="69"/>
                </a:cxn>
                <a:cxn ang="0">
                  <a:pos x="183" y="54"/>
                </a:cxn>
                <a:cxn ang="0">
                  <a:pos x="183" y="53"/>
                </a:cxn>
                <a:cxn ang="0">
                  <a:pos x="131" y="0"/>
                </a:cxn>
                <a:cxn ang="0">
                  <a:pos x="78" y="53"/>
                </a:cxn>
                <a:cxn ang="0">
                  <a:pos x="16" y="53"/>
                </a:cxn>
                <a:cxn ang="0">
                  <a:pos x="0" y="69"/>
                </a:cxn>
                <a:cxn ang="0">
                  <a:pos x="0" y="152"/>
                </a:cxn>
                <a:cxn ang="0">
                  <a:pos x="16" y="168"/>
                </a:cxn>
                <a:cxn ang="0">
                  <a:pos x="179" y="168"/>
                </a:cxn>
                <a:cxn ang="0">
                  <a:pos x="195" y="152"/>
                </a:cxn>
                <a:cxn ang="0">
                  <a:pos x="195" y="137"/>
                </a:cxn>
                <a:cxn ang="0">
                  <a:pos x="208" y="137"/>
                </a:cxn>
                <a:cxn ang="0">
                  <a:pos x="233" y="163"/>
                </a:cxn>
                <a:cxn ang="0">
                  <a:pos x="208" y="188"/>
                </a:cxn>
                <a:cxn ang="0">
                  <a:pos x="69" y="188"/>
                </a:cxn>
                <a:cxn ang="0">
                  <a:pos x="21" y="236"/>
                </a:cxn>
                <a:cxn ang="0">
                  <a:pos x="69" y="283"/>
                </a:cxn>
                <a:cxn ang="0">
                  <a:pos x="148" y="283"/>
                </a:cxn>
                <a:cxn ang="0">
                  <a:pos x="172" y="299"/>
                </a:cxn>
                <a:cxn ang="0">
                  <a:pos x="191" y="299"/>
                </a:cxn>
                <a:cxn ang="0">
                  <a:pos x="219" y="271"/>
                </a:cxn>
                <a:cxn ang="0">
                  <a:pos x="191" y="244"/>
                </a:cxn>
                <a:cxn ang="0">
                  <a:pos x="172" y="244"/>
                </a:cxn>
                <a:cxn ang="0">
                  <a:pos x="147" y="261"/>
                </a:cxn>
                <a:cxn ang="0">
                  <a:pos x="69" y="261"/>
                </a:cxn>
                <a:cxn ang="0">
                  <a:pos x="44" y="236"/>
                </a:cxn>
                <a:cxn ang="0">
                  <a:pos x="69" y="210"/>
                </a:cxn>
                <a:cxn ang="0">
                  <a:pos x="131" y="16"/>
                </a:cxn>
                <a:cxn ang="0">
                  <a:pos x="169" y="54"/>
                </a:cxn>
                <a:cxn ang="0">
                  <a:pos x="131" y="93"/>
                </a:cxn>
                <a:cxn ang="0">
                  <a:pos x="92" y="54"/>
                </a:cxn>
                <a:cxn ang="0">
                  <a:pos x="131" y="16"/>
                </a:cxn>
                <a:cxn ang="0">
                  <a:pos x="131" y="16"/>
                </a:cxn>
                <a:cxn ang="0">
                  <a:pos x="131" y="16"/>
                </a:cxn>
              </a:cxnLst>
              <a:rect l="0" t="0" r="r" b="b"/>
              <a:pathLst>
                <a:path w="255" h="299">
                  <a:moveTo>
                    <a:pt x="69" y="210"/>
                  </a:moveTo>
                  <a:cubicBezTo>
                    <a:pt x="208" y="210"/>
                    <a:pt x="208" y="210"/>
                    <a:pt x="208" y="210"/>
                  </a:cubicBezTo>
                  <a:cubicBezTo>
                    <a:pt x="234" y="210"/>
                    <a:pt x="255" y="189"/>
                    <a:pt x="255" y="163"/>
                  </a:cubicBezTo>
                  <a:cubicBezTo>
                    <a:pt x="255" y="136"/>
                    <a:pt x="234" y="115"/>
                    <a:pt x="208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5" y="62"/>
                    <a:pt x="190" y="56"/>
                    <a:pt x="183" y="54"/>
                  </a:cubicBezTo>
                  <a:cubicBezTo>
                    <a:pt x="183" y="53"/>
                    <a:pt x="183" y="53"/>
                    <a:pt x="183" y="53"/>
                  </a:cubicBezTo>
                  <a:cubicBezTo>
                    <a:pt x="183" y="24"/>
                    <a:pt x="160" y="0"/>
                    <a:pt x="131" y="0"/>
                  </a:cubicBezTo>
                  <a:cubicBezTo>
                    <a:pt x="101" y="0"/>
                    <a:pt x="78" y="24"/>
                    <a:pt x="78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7" y="53"/>
                    <a:pt x="0" y="60"/>
                    <a:pt x="0" y="69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61"/>
                    <a:pt x="7" y="168"/>
                    <a:pt x="16" y="168"/>
                  </a:cubicBezTo>
                  <a:cubicBezTo>
                    <a:pt x="179" y="168"/>
                    <a:pt x="179" y="168"/>
                    <a:pt x="179" y="168"/>
                  </a:cubicBezTo>
                  <a:cubicBezTo>
                    <a:pt x="188" y="168"/>
                    <a:pt x="195" y="161"/>
                    <a:pt x="195" y="152"/>
                  </a:cubicBezTo>
                  <a:cubicBezTo>
                    <a:pt x="195" y="137"/>
                    <a:pt x="195" y="137"/>
                    <a:pt x="195" y="137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22" y="137"/>
                    <a:pt x="233" y="149"/>
                    <a:pt x="233" y="163"/>
                  </a:cubicBezTo>
                  <a:cubicBezTo>
                    <a:pt x="233" y="177"/>
                    <a:pt x="222" y="188"/>
                    <a:pt x="20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43" y="188"/>
                    <a:pt x="21" y="209"/>
                    <a:pt x="21" y="236"/>
                  </a:cubicBezTo>
                  <a:cubicBezTo>
                    <a:pt x="21" y="262"/>
                    <a:pt x="43" y="283"/>
                    <a:pt x="69" y="283"/>
                  </a:cubicBezTo>
                  <a:cubicBezTo>
                    <a:pt x="148" y="283"/>
                    <a:pt x="148" y="283"/>
                    <a:pt x="148" y="283"/>
                  </a:cubicBezTo>
                  <a:cubicBezTo>
                    <a:pt x="152" y="292"/>
                    <a:pt x="161" y="299"/>
                    <a:pt x="172" y="299"/>
                  </a:cubicBezTo>
                  <a:cubicBezTo>
                    <a:pt x="191" y="299"/>
                    <a:pt x="191" y="299"/>
                    <a:pt x="191" y="299"/>
                  </a:cubicBezTo>
                  <a:cubicBezTo>
                    <a:pt x="206" y="299"/>
                    <a:pt x="219" y="286"/>
                    <a:pt x="219" y="271"/>
                  </a:cubicBezTo>
                  <a:cubicBezTo>
                    <a:pt x="219" y="256"/>
                    <a:pt x="206" y="244"/>
                    <a:pt x="191" y="244"/>
                  </a:cubicBezTo>
                  <a:cubicBezTo>
                    <a:pt x="172" y="244"/>
                    <a:pt x="172" y="244"/>
                    <a:pt x="172" y="244"/>
                  </a:cubicBezTo>
                  <a:cubicBezTo>
                    <a:pt x="161" y="244"/>
                    <a:pt x="151" y="251"/>
                    <a:pt x="147" y="261"/>
                  </a:cubicBezTo>
                  <a:cubicBezTo>
                    <a:pt x="69" y="261"/>
                    <a:pt x="69" y="261"/>
                    <a:pt x="69" y="261"/>
                  </a:cubicBezTo>
                  <a:cubicBezTo>
                    <a:pt x="55" y="261"/>
                    <a:pt x="44" y="250"/>
                    <a:pt x="44" y="236"/>
                  </a:cubicBezTo>
                  <a:cubicBezTo>
                    <a:pt x="44" y="222"/>
                    <a:pt x="55" y="210"/>
                    <a:pt x="69" y="210"/>
                  </a:cubicBezTo>
                  <a:close/>
                  <a:moveTo>
                    <a:pt x="131" y="16"/>
                  </a:moveTo>
                  <a:cubicBezTo>
                    <a:pt x="152" y="16"/>
                    <a:pt x="169" y="33"/>
                    <a:pt x="169" y="54"/>
                  </a:cubicBezTo>
                  <a:cubicBezTo>
                    <a:pt x="169" y="76"/>
                    <a:pt x="152" y="93"/>
                    <a:pt x="131" y="93"/>
                  </a:cubicBezTo>
                  <a:cubicBezTo>
                    <a:pt x="109" y="93"/>
                    <a:pt x="92" y="76"/>
                    <a:pt x="92" y="54"/>
                  </a:cubicBezTo>
                  <a:cubicBezTo>
                    <a:pt x="92" y="33"/>
                    <a:pt x="109" y="16"/>
                    <a:pt x="131" y="16"/>
                  </a:cubicBezTo>
                  <a:close/>
                  <a:moveTo>
                    <a:pt x="131" y="16"/>
                  </a:moveTo>
                  <a:cubicBezTo>
                    <a:pt x="131" y="16"/>
                    <a:pt x="131" y="16"/>
                    <a:pt x="131" y="1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16" name="Group 24">
            <a:extLst>
              <a:ext uri="{FF2B5EF4-FFF2-40B4-BE49-F238E27FC236}">
                <a16:creationId xmlns:a16="http://schemas.microsoft.com/office/drawing/2014/main" id="{7E9D3BAC-761B-054A-BB12-69021CA4848D}"/>
              </a:ext>
            </a:extLst>
          </p:cNvPr>
          <p:cNvGrpSpPr/>
          <p:nvPr/>
        </p:nvGrpSpPr>
        <p:grpSpPr>
          <a:xfrm>
            <a:off x="10491222" y="5016066"/>
            <a:ext cx="603167" cy="603167"/>
            <a:chOff x="3998913" y="1998663"/>
            <a:chExt cx="1149350" cy="1149350"/>
          </a:xfrm>
          <a:solidFill>
            <a:srgbClr val="42929D"/>
          </a:solidFill>
        </p:grpSpPr>
        <p:sp>
          <p:nvSpPr>
            <p:cNvPr id="317" name="Rectangle 10">
              <a:extLst>
                <a:ext uri="{FF2B5EF4-FFF2-40B4-BE49-F238E27FC236}">
                  <a16:creationId xmlns:a16="http://schemas.microsoft.com/office/drawing/2014/main" id="{407C970B-A77F-F14D-AF28-E29938394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2584451"/>
              <a:ext cx="117475" cy="1111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8" name="Freeform 11">
              <a:extLst>
                <a:ext uri="{FF2B5EF4-FFF2-40B4-BE49-F238E27FC236}">
                  <a16:creationId xmlns:a16="http://schemas.microsoft.com/office/drawing/2014/main" id="{4DAFC83B-7452-914A-9037-90F8D34CE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5988" y="2266951"/>
              <a:ext cx="131763" cy="300038"/>
            </a:xfrm>
            <a:custGeom>
              <a:avLst/>
              <a:gdLst/>
              <a:ahLst/>
              <a:cxnLst>
                <a:cxn ang="0">
                  <a:pos x="23" y="36"/>
                </a:cxn>
                <a:cxn ang="0">
                  <a:pos x="22" y="8"/>
                </a:cxn>
                <a:cxn ang="0">
                  <a:pos x="18" y="4"/>
                </a:cxn>
                <a:cxn ang="0">
                  <a:pos x="14" y="0"/>
                </a:cxn>
                <a:cxn ang="0">
                  <a:pos x="13" y="43"/>
                </a:cxn>
                <a:cxn ang="0">
                  <a:pos x="14" y="71"/>
                </a:cxn>
                <a:cxn ang="0">
                  <a:pos x="22" y="79"/>
                </a:cxn>
                <a:cxn ang="0">
                  <a:pos x="23" y="36"/>
                </a:cxn>
                <a:cxn ang="0">
                  <a:pos x="23" y="36"/>
                </a:cxn>
                <a:cxn ang="0">
                  <a:pos x="23" y="36"/>
                </a:cxn>
              </a:cxnLst>
              <a:rect l="0" t="0" r="r" b="b"/>
              <a:pathLst>
                <a:path w="35" h="79">
                  <a:moveTo>
                    <a:pt x="23" y="36"/>
                  </a:moveTo>
                  <a:cubicBezTo>
                    <a:pt x="12" y="19"/>
                    <a:pt x="21" y="9"/>
                    <a:pt x="22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6"/>
                    <a:pt x="0" y="22"/>
                    <a:pt x="13" y="43"/>
                  </a:cubicBezTo>
                  <a:cubicBezTo>
                    <a:pt x="24" y="60"/>
                    <a:pt x="15" y="70"/>
                    <a:pt x="14" y="7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8" y="73"/>
                    <a:pt x="35" y="57"/>
                    <a:pt x="23" y="36"/>
                  </a:cubicBezTo>
                  <a:close/>
                  <a:moveTo>
                    <a:pt x="23" y="36"/>
                  </a:moveTo>
                  <a:cubicBezTo>
                    <a:pt x="23" y="36"/>
                    <a:pt x="23" y="36"/>
                    <a:pt x="23" y="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9" name="Freeform 12">
              <a:extLst>
                <a:ext uri="{FF2B5EF4-FFF2-40B4-BE49-F238E27FC236}">
                  <a16:creationId xmlns:a16="http://schemas.microsoft.com/office/drawing/2014/main" id="{26ADF457-AA5E-3041-BFFA-2B772472D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8701" y="2290763"/>
              <a:ext cx="120650" cy="252413"/>
            </a:xfrm>
            <a:custGeom>
              <a:avLst/>
              <a:gdLst/>
              <a:ahLst/>
              <a:cxnLst>
                <a:cxn ang="0">
                  <a:pos x="12" y="59"/>
                </a:cxn>
                <a:cxn ang="0">
                  <a:pos x="20" y="67"/>
                </a:cxn>
                <a:cxn ang="0">
                  <a:pos x="21" y="30"/>
                </a:cxn>
                <a:cxn ang="0">
                  <a:pos x="20" y="8"/>
                </a:cxn>
                <a:cxn ang="0">
                  <a:pos x="16" y="4"/>
                </a:cxn>
                <a:cxn ang="0">
                  <a:pos x="12" y="0"/>
                </a:cxn>
                <a:cxn ang="0">
                  <a:pos x="11" y="37"/>
                </a:cxn>
                <a:cxn ang="0">
                  <a:pos x="12" y="59"/>
                </a:cxn>
                <a:cxn ang="0">
                  <a:pos x="12" y="59"/>
                </a:cxn>
                <a:cxn ang="0">
                  <a:pos x="12" y="59"/>
                </a:cxn>
              </a:cxnLst>
              <a:rect l="0" t="0" r="r" b="b"/>
              <a:pathLst>
                <a:path w="32" h="67">
                  <a:moveTo>
                    <a:pt x="12" y="59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25" y="62"/>
                    <a:pt x="32" y="48"/>
                    <a:pt x="21" y="30"/>
                  </a:cubicBezTo>
                  <a:cubicBezTo>
                    <a:pt x="12" y="17"/>
                    <a:pt x="19" y="9"/>
                    <a:pt x="20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5"/>
                    <a:pt x="0" y="19"/>
                    <a:pt x="11" y="37"/>
                  </a:cubicBezTo>
                  <a:cubicBezTo>
                    <a:pt x="20" y="50"/>
                    <a:pt x="13" y="58"/>
                    <a:pt x="12" y="59"/>
                  </a:cubicBezTo>
                  <a:close/>
                  <a:moveTo>
                    <a:pt x="12" y="59"/>
                  </a:moveTo>
                  <a:cubicBezTo>
                    <a:pt x="12" y="59"/>
                    <a:pt x="12" y="59"/>
                    <a:pt x="12" y="5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0" name="Freeform 13">
              <a:extLst>
                <a:ext uri="{FF2B5EF4-FFF2-40B4-BE49-F238E27FC236}">
                  <a16:creationId xmlns:a16="http://schemas.microsoft.com/office/drawing/2014/main" id="{44426A64-9396-2C4B-BEF2-87A9FE7037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8913" y="1998663"/>
              <a:ext cx="1149350" cy="1149350"/>
            </a:xfrm>
            <a:custGeom>
              <a:avLst/>
              <a:gdLst/>
              <a:ahLst/>
              <a:cxnLst>
                <a:cxn ang="0">
                  <a:pos x="152" y="0"/>
                </a:cxn>
                <a:cxn ang="0">
                  <a:pos x="0" y="152"/>
                </a:cxn>
                <a:cxn ang="0">
                  <a:pos x="152" y="304"/>
                </a:cxn>
                <a:cxn ang="0">
                  <a:pos x="304" y="152"/>
                </a:cxn>
                <a:cxn ang="0">
                  <a:pos x="152" y="0"/>
                </a:cxn>
                <a:cxn ang="0">
                  <a:pos x="152" y="266"/>
                </a:cxn>
                <a:cxn ang="0">
                  <a:pos x="38" y="152"/>
                </a:cxn>
                <a:cxn ang="0">
                  <a:pos x="59" y="86"/>
                </a:cxn>
                <a:cxn ang="0">
                  <a:pos x="128" y="155"/>
                </a:cxn>
                <a:cxn ang="0">
                  <a:pos x="55" y="155"/>
                </a:cxn>
                <a:cxn ang="0">
                  <a:pos x="55" y="184"/>
                </a:cxn>
                <a:cxn ang="0">
                  <a:pos x="157" y="184"/>
                </a:cxn>
                <a:cxn ang="0">
                  <a:pos x="218" y="245"/>
                </a:cxn>
                <a:cxn ang="0">
                  <a:pos x="152" y="266"/>
                </a:cxn>
                <a:cxn ang="0">
                  <a:pos x="245" y="218"/>
                </a:cxn>
                <a:cxn ang="0">
                  <a:pos x="204" y="177"/>
                </a:cxn>
                <a:cxn ang="0">
                  <a:pos x="204" y="155"/>
                </a:cxn>
                <a:cxn ang="0">
                  <a:pos x="182" y="155"/>
                </a:cxn>
                <a:cxn ang="0">
                  <a:pos x="86" y="59"/>
                </a:cxn>
                <a:cxn ang="0">
                  <a:pos x="152" y="38"/>
                </a:cxn>
                <a:cxn ang="0">
                  <a:pos x="266" y="152"/>
                </a:cxn>
                <a:cxn ang="0">
                  <a:pos x="245" y="218"/>
                </a:cxn>
                <a:cxn ang="0">
                  <a:pos x="245" y="218"/>
                </a:cxn>
                <a:cxn ang="0">
                  <a:pos x="245" y="218"/>
                </a:cxn>
              </a:cxnLst>
              <a:rect l="0" t="0" r="r" b="b"/>
              <a:pathLst>
                <a:path w="304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6" y="304"/>
                    <a:pt x="304" y="236"/>
                    <a:pt x="304" y="152"/>
                  </a:cubicBezTo>
                  <a:cubicBezTo>
                    <a:pt x="304" y="68"/>
                    <a:pt x="236" y="0"/>
                    <a:pt x="152" y="0"/>
                  </a:cubicBezTo>
                  <a:close/>
                  <a:moveTo>
                    <a:pt x="152" y="266"/>
                  </a:moveTo>
                  <a:cubicBezTo>
                    <a:pt x="89" y="266"/>
                    <a:pt x="38" y="215"/>
                    <a:pt x="38" y="152"/>
                  </a:cubicBezTo>
                  <a:cubicBezTo>
                    <a:pt x="38" y="128"/>
                    <a:pt x="46" y="105"/>
                    <a:pt x="59" y="86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5" y="184"/>
                    <a:pt x="55" y="184"/>
                    <a:pt x="55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199" y="258"/>
                    <a:pt x="176" y="266"/>
                    <a:pt x="152" y="266"/>
                  </a:cubicBezTo>
                  <a:close/>
                  <a:moveTo>
                    <a:pt x="245" y="218"/>
                  </a:moveTo>
                  <a:cubicBezTo>
                    <a:pt x="204" y="177"/>
                    <a:pt x="204" y="177"/>
                    <a:pt x="204" y="177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105" y="46"/>
                    <a:pt x="128" y="38"/>
                    <a:pt x="152" y="38"/>
                  </a:cubicBezTo>
                  <a:cubicBezTo>
                    <a:pt x="215" y="38"/>
                    <a:pt x="266" y="89"/>
                    <a:pt x="266" y="152"/>
                  </a:cubicBezTo>
                  <a:cubicBezTo>
                    <a:pt x="266" y="176"/>
                    <a:pt x="258" y="199"/>
                    <a:pt x="245" y="218"/>
                  </a:cubicBezTo>
                  <a:close/>
                  <a:moveTo>
                    <a:pt x="245" y="218"/>
                  </a:moveTo>
                  <a:cubicBezTo>
                    <a:pt x="245" y="218"/>
                    <a:pt x="245" y="218"/>
                    <a:pt x="245" y="2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21" name="Group 34">
            <a:extLst>
              <a:ext uri="{FF2B5EF4-FFF2-40B4-BE49-F238E27FC236}">
                <a16:creationId xmlns:a16="http://schemas.microsoft.com/office/drawing/2014/main" id="{CCB53F8C-C3DB-3549-8B94-02CD11CD91B9}"/>
              </a:ext>
            </a:extLst>
          </p:cNvPr>
          <p:cNvGrpSpPr/>
          <p:nvPr/>
        </p:nvGrpSpPr>
        <p:grpSpPr>
          <a:xfrm>
            <a:off x="10414501" y="4120517"/>
            <a:ext cx="699758" cy="609879"/>
            <a:chOff x="3806825" y="2456536"/>
            <a:chExt cx="1117601" cy="974052"/>
          </a:xfrm>
          <a:solidFill>
            <a:srgbClr val="42929D"/>
          </a:solidFill>
        </p:grpSpPr>
        <p:sp>
          <p:nvSpPr>
            <p:cNvPr id="322" name="Freeform 17">
              <a:extLst>
                <a:ext uri="{FF2B5EF4-FFF2-40B4-BE49-F238E27FC236}">
                  <a16:creationId xmlns:a16="http://schemas.microsoft.com/office/drawing/2014/main" id="{F40EFB36-1A28-E84F-83CF-8968CE42B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6825" y="2801938"/>
              <a:ext cx="1117601" cy="628650"/>
            </a:xfrm>
            <a:custGeom>
              <a:avLst/>
              <a:gdLst/>
              <a:ahLst/>
              <a:cxnLst>
                <a:cxn ang="0">
                  <a:pos x="771" y="377"/>
                </a:cxn>
                <a:cxn ang="0">
                  <a:pos x="771" y="472"/>
                </a:cxn>
                <a:cxn ang="0">
                  <a:pos x="838" y="472"/>
                </a:cxn>
                <a:cxn ang="0">
                  <a:pos x="838" y="310"/>
                </a:cxn>
                <a:cxn ang="0">
                  <a:pos x="67" y="310"/>
                </a:cxn>
                <a:cxn ang="0">
                  <a:pos x="67" y="35"/>
                </a:cxn>
                <a:cxn ang="0">
                  <a:pos x="57" y="11"/>
                </a:cxn>
                <a:cxn ang="0">
                  <a:pos x="33" y="0"/>
                </a:cxn>
                <a:cxn ang="0">
                  <a:pos x="10" y="11"/>
                </a:cxn>
                <a:cxn ang="0">
                  <a:pos x="0" y="35"/>
                </a:cxn>
                <a:cxn ang="0">
                  <a:pos x="0" y="472"/>
                </a:cxn>
                <a:cxn ang="0">
                  <a:pos x="67" y="472"/>
                </a:cxn>
                <a:cxn ang="0">
                  <a:pos x="67" y="377"/>
                </a:cxn>
                <a:cxn ang="0">
                  <a:pos x="771" y="377"/>
                </a:cxn>
                <a:cxn ang="0">
                  <a:pos x="771" y="377"/>
                </a:cxn>
                <a:cxn ang="0">
                  <a:pos x="771" y="377"/>
                </a:cxn>
              </a:cxnLst>
              <a:rect l="0" t="0" r="r" b="b"/>
              <a:pathLst>
                <a:path w="838" h="472">
                  <a:moveTo>
                    <a:pt x="771" y="377"/>
                  </a:moveTo>
                  <a:cubicBezTo>
                    <a:pt x="771" y="472"/>
                    <a:pt x="771" y="472"/>
                    <a:pt x="771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838" y="310"/>
                    <a:pt x="838" y="310"/>
                    <a:pt x="838" y="310"/>
                  </a:cubicBezTo>
                  <a:cubicBezTo>
                    <a:pt x="67" y="310"/>
                    <a:pt x="67" y="310"/>
                    <a:pt x="67" y="310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7" y="26"/>
                    <a:pt x="64" y="18"/>
                    <a:pt x="57" y="11"/>
                  </a:cubicBezTo>
                  <a:cubicBezTo>
                    <a:pt x="50" y="4"/>
                    <a:pt x="43" y="0"/>
                    <a:pt x="33" y="0"/>
                  </a:cubicBezTo>
                  <a:cubicBezTo>
                    <a:pt x="24" y="0"/>
                    <a:pt x="16" y="4"/>
                    <a:pt x="10" y="11"/>
                  </a:cubicBezTo>
                  <a:cubicBezTo>
                    <a:pt x="3" y="18"/>
                    <a:pt x="0" y="26"/>
                    <a:pt x="0" y="35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7" y="472"/>
                    <a:pt x="67" y="472"/>
                    <a:pt x="67" y="472"/>
                  </a:cubicBezTo>
                  <a:cubicBezTo>
                    <a:pt x="67" y="377"/>
                    <a:pt x="67" y="377"/>
                    <a:pt x="67" y="377"/>
                  </a:cubicBezTo>
                  <a:lnTo>
                    <a:pt x="771" y="377"/>
                  </a:lnTo>
                  <a:close/>
                  <a:moveTo>
                    <a:pt x="771" y="377"/>
                  </a:moveTo>
                  <a:cubicBezTo>
                    <a:pt x="771" y="377"/>
                    <a:pt x="771" y="377"/>
                    <a:pt x="771" y="37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3" name="Freeform 18">
              <a:extLst>
                <a:ext uri="{FF2B5EF4-FFF2-40B4-BE49-F238E27FC236}">
                  <a16:creationId xmlns:a16="http://schemas.microsoft.com/office/drawing/2014/main" id="{DC2C2495-297C-9544-873B-B15F88E666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6688" y="2919413"/>
              <a:ext cx="165100" cy="163512"/>
            </a:xfrm>
            <a:custGeom>
              <a:avLst/>
              <a:gdLst/>
              <a:ahLst/>
              <a:cxnLst>
                <a:cxn ang="0">
                  <a:pos x="61" y="123"/>
                </a:cxn>
                <a:cxn ang="0">
                  <a:pos x="105" y="105"/>
                </a:cxn>
                <a:cxn ang="0">
                  <a:pos x="124" y="61"/>
                </a:cxn>
                <a:cxn ang="0">
                  <a:pos x="105" y="18"/>
                </a:cxn>
                <a:cxn ang="0">
                  <a:pos x="61" y="0"/>
                </a:cxn>
                <a:cxn ang="0">
                  <a:pos x="18" y="18"/>
                </a:cxn>
                <a:cxn ang="0">
                  <a:pos x="0" y="61"/>
                </a:cxn>
                <a:cxn ang="0">
                  <a:pos x="18" y="105"/>
                </a:cxn>
                <a:cxn ang="0">
                  <a:pos x="61" y="123"/>
                </a:cxn>
                <a:cxn ang="0">
                  <a:pos x="61" y="123"/>
                </a:cxn>
                <a:cxn ang="0">
                  <a:pos x="61" y="123"/>
                </a:cxn>
              </a:cxnLst>
              <a:rect l="0" t="0" r="r" b="b"/>
              <a:pathLst>
                <a:path w="124" h="123">
                  <a:moveTo>
                    <a:pt x="61" y="123"/>
                  </a:moveTo>
                  <a:cubicBezTo>
                    <a:pt x="78" y="123"/>
                    <a:pt x="93" y="117"/>
                    <a:pt x="105" y="105"/>
                  </a:cubicBezTo>
                  <a:cubicBezTo>
                    <a:pt x="118" y="93"/>
                    <a:pt x="124" y="78"/>
                    <a:pt x="124" y="61"/>
                  </a:cubicBezTo>
                  <a:cubicBezTo>
                    <a:pt x="124" y="44"/>
                    <a:pt x="118" y="30"/>
                    <a:pt x="105" y="18"/>
                  </a:cubicBezTo>
                  <a:cubicBezTo>
                    <a:pt x="93" y="6"/>
                    <a:pt x="78" y="0"/>
                    <a:pt x="61" y="0"/>
                  </a:cubicBezTo>
                  <a:cubicBezTo>
                    <a:pt x="44" y="0"/>
                    <a:pt x="30" y="6"/>
                    <a:pt x="18" y="18"/>
                  </a:cubicBezTo>
                  <a:cubicBezTo>
                    <a:pt x="6" y="30"/>
                    <a:pt x="0" y="44"/>
                    <a:pt x="0" y="61"/>
                  </a:cubicBezTo>
                  <a:cubicBezTo>
                    <a:pt x="0" y="78"/>
                    <a:pt x="6" y="93"/>
                    <a:pt x="18" y="105"/>
                  </a:cubicBezTo>
                  <a:cubicBezTo>
                    <a:pt x="30" y="117"/>
                    <a:pt x="44" y="123"/>
                    <a:pt x="61" y="123"/>
                  </a:cubicBezTo>
                  <a:close/>
                  <a:moveTo>
                    <a:pt x="61" y="123"/>
                  </a:moveTo>
                  <a:cubicBezTo>
                    <a:pt x="61" y="123"/>
                    <a:pt x="61" y="123"/>
                    <a:pt x="61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4" name="Freeform 19">
              <a:extLst>
                <a:ext uri="{FF2B5EF4-FFF2-40B4-BE49-F238E27FC236}">
                  <a16:creationId xmlns:a16="http://schemas.microsoft.com/office/drawing/2014/main" id="{00A5A528-5221-E142-9273-CE455A4110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0500" y="3060700"/>
              <a:ext cx="114300" cy="22225"/>
            </a:xfrm>
            <a:custGeom>
              <a:avLst/>
              <a:gdLst/>
              <a:ahLst/>
              <a:cxnLst>
                <a:cxn ang="0">
                  <a:pos x="86" y="0"/>
                </a:cxn>
                <a:cxn ang="0">
                  <a:pos x="0" y="0"/>
                </a:cxn>
                <a:cxn ang="0">
                  <a:pos x="43" y="17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</a:cxnLst>
              <a:rect l="0" t="0" r="r" b="b"/>
              <a:pathLst>
                <a:path w="86" h="17">
                  <a:moveTo>
                    <a:pt x="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1"/>
                    <a:pt x="26" y="17"/>
                    <a:pt x="43" y="17"/>
                  </a:cubicBezTo>
                  <a:cubicBezTo>
                    <a:pt x="60" y="17"/>
                    <a:pt x="74" y="11"/>
                    <a:pt x="86" y="0"/>
                  </a:cubicBezTo>
                  <a:close/>
                  <a:moveTo>
                    <a:pt x="86" y="0"/>
                  </a:moveTo>
                  <a:cubicBezTo>
                    <a:pt x="86" y="0"/>
                    <a:pt x="86" y="0"/>
                    <a:pt x="8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5" name="Freeform 20">
              <a:extLst>
                <a:ext uri="{FF2B5EF4-FFF2-40B4-BE49-F238E27FC236}">
                  <a16:creationId xmlns:a16="http://schemas.microsoft.com/office/drawing/2014/main" id="{8DC50CC0-1D74-C146-93A1-801CD63B63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938" y="2930525"/>
              <a:ext cx="976313" cy="236537"/>
            </a:xfrm>
            <a:custGeom>
              <a:avLst/>
              <a:gdLst/>
              <a:ahLst/>
              <a:cxnLst>
                <a:cxn ang="0">
                  <a:pos x="718" y="63"/>
                </a:cxn>
                <a:cxn ang="0">
                  <a:pos x="683" y="47"/>
                </a:cxn>
                <a:cxn ang="0">
                  <a:pos x="197" y="0"/>
                </a:cxn>
                <a:cxn ang="0">
                  <a:pos x="194" y="0"/>
                </a:cxn>
                <a:cxn ang="0">
                  <a:pos x="172" y="9"/>
                </a:cxn>
                <a:cxn ang="0">
                  <a:pos x="163" y="31"/>
                </a:cxn>
                <a:cxn ang="0">
                  <a:pos x="163" y="115"/>
                </a:cxn>
                <a:cxn ang="0">
                  <a:pos x="84" y="129"/>
                </a:cxn>
                <a:cxn ang="0">
                  <a:pos x="30" y="106"/>
                </a:cxn>
                <a:cxn ang="0">
                  <a:pos x="23" y="98"/>
                </a:cxn>
                <a:cxn ang="0">
                  <a:pos x="0" y="129"/>
                </a:cxn>
                <a:cxn ang="0">
                  <a:pos x="0" y="144"/>
                </a:cxn>
                <a:cxn ang="0">
                  <a:pos x="33" y="177"/>
                </a:cxn>
                <a:cxn ang="0">
                  <a:pos x="732" y="177"/>
                </a:cxn>
                <a:cxn ang="0">
                  <a:pos x="732" y="95"/>
                </a:cxn>
                <a:cxn ang="0">
                  <a:pos x="718" y="63"/>
                </a:cxn>
                <a:cxn ang="0">
                  <a:pos x="718" y="63"/>
                </a:cxn>
                <a:cxn ang="0">
                  <a:pos x="718" y="63"/>
                </a:cxn>
              </a:cxnLst>
              <a:rect l="0" t="0" r="r" b="b"/>
              <a:pathLst>
                <a:path w="732" h="177">
                  <a:moveTo>
                    <a:pt x="718" y="63"/>
                  </a:moveTo>
                  <a:cubicBezTo>
                    <a:pt x="709" y="55"/>
                    <a:pt x="697" y="50"/>
                    <a:pt x="683" y="47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85" y="0"/>
                    <a:pt x="178" y="3"/>
                    <a:pt x="172" y="9"/>
                  </a:cubicBezTo>
                  <a:cubicBezTo>
                    <a:pt x="166" y="15"/>
                    <a:pt x="163" y="22"/>
                    <a:pt x="163" y="31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59" y="108"/>
                    <a:pt x="105" y="129"/>
                    <a:pt x="84" y="129"/>
                  </a:cubicBezTo>
                  <a:cubicBezTo>
                    <a:pt x="63" y="129"/>
                    <a:pt x="45" y="121"/>
                    <a:pt x="30" y="106"/>
                  </a:cubicBezTo>
                  <a:cubicBezTo>
                    <a:pt x="28" y="104"/>
                    <a:pt x="25" y="101"/>
                    <a:pt x="23" y="98"/>
                  </a:cubicBezTo>
                  <a:cubicBezTo>
                    <a:pt x="10" y="102"/>
                    <a:pt x="0" y="115"/>
                    <a:pt x="0" y="129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2"/>
                    <a:pt x="15" y="177"/>
                    <a:pt x="33" y="177"/>
                  </a:cubicBezTo>
                  <a:cubicBezTo>
                    <a:pt x="732" y="177"/>
                    <a:pt x="732" y="177"/>
                    <a:pt x="732" y="177"/>
                  </a:cubicBezTo>
                  <a:cubicBezTo>
                    <a:pt x="732" y="95"/>
                    <a:pt x="732" y="95"/>
                    <a:pt x="732" y="95"/>
                  </a:cubicBezTo>
                  <a:cubicBezTo>
                    <a:pt x="732" y="82"/>
                    <a:pt x="728" y="71"/>
                    <a:pt x="718" y="63"/>
                  </a:cubicBezTo>
                  <a:close/>
                  <a:moveTo>
                    <a:pt x="718" y="63"/>
                  </a:moveTo>
                  <a:cubicBezTo>
                    <a:pt x="718" y="63"/>
                    <a:pt x="718" y="63"/>
                    <a:pt x="718" y="6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6" name="Freeform 21">
              <a:extLst>
                <a:ext uri="{FF2B5EF4-FFF2-40B4-BE49-F238E27FC236}">
                  <a16:creationId xmlns:a16="http://schemas.microsoft.com/office/drawing/2014/main" id="{39A2A398-4C51-DD44-9AD0-A2E9399488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8625" y="2456536"/>
              <a:ext cx="320675" cy="320675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0" y="120"/>
                </a:cxn>
                <a:cxn ang="0">
                  <a:pos x="120" y="241"/>
                </a:cxn>
                <a:cxn ang="0">
                  <a:pos x="240" y="120"/>
                </a:cxn>
                <a:cxn ang="0">
                  <a:pos x="120" y="0"/>
                </a:cxn>
                <a:cxn ang="0">
                  <a:pos x="120" y="204"/>
                </a:cxn>
                <a:cxn ang="0">
                  <a:pos x="36" y="120"/>
                </a:cxn>
                <a:cxn ang="0">
                  <a:pos x="120" y="37"/>
                </a:cxn>
                <a:cxn ang="0">
                  <a:pos x="204" y="120"/>
                </a:cxn>
                <a:cxn ang="0">
                  <a:pos x="120" y="204"/>
                </a:cxn>
                <a:cxn ang="0">
                  <a:pos x="120" y="204"/>
                </a:cxn>
                <a:cxn ang="0">
                  <a:pos x="120" y="204"/>
                </a:cxn>
              </a:cxnLst>
              <a:rect l="0" t="0" r="r" b="b"/>
              <a:pathLst>
                <a:path w="240" h="241">
                  <a:moveTo>
                    <a:pt x="120" y="0"/>
                  </a:moveTo>
                  <a:cubicBezTo>
                    <a:pt x="54" y="0"/>
                    <a:pt x="0" y="54"/>
                    <a:pt x="0" y="120"/>
                  </a:cubicBezTo>
                  <a:cubicBezTo>
                    <a:pt x="0" y="187"/>
                    <a:pt x="54" y="241"/>
                    <a:pt x="120" y="241"/>
                  </a:cubicBezTo>
                  <a:cubicBezTo>
                    <a:pt x="186" y="241"/>
                    <a:pt x="240" y="187"/>
                    <a:pt x="240" y="120"/>
                  </a:cubicBezTo>
                  <a:cubicBezTo>
                    <a:pt x="240" y="54"/>
                    <a:pt x="186" y="0"/>
                    <a:pt x="120" y="0"/>
                  </a:cubicBezTo>
                  <a:close/>
                  <a:moveTo>
                    <a:pt x="120" y="204"/>
                  </a:moveTo>
                  <a:cubicBezTo>
                    <a:pt x="74" y="204"/>
                    <a:pt x="36" y="166"/>
                    <a:pt x="36" y="120"/>
                  </a:cubicBezTo>
                  <a:cubicBezTo>
                    <a:pt x="36" y="74"/>
                    <a:pt x="74" y="37"/>
                    <a:pt x="120" y="37"/>
                  </a:cubicBezTo>
                  <a:cubicBezTo>
                    <a:pt x="166" y="37"/>
                    <a:pt x="204" y="74"/>
                    <a:pt x="204" y="120"/>
                  </a:cubicBezTo>
                  <a:cubicBezTo>
                    <a:pt x="204" y="166"/>
                    <a:pt x="166" y="204"/>
                    <a:pt x="120" y="204"/>
                  </a:cubicBezTo>
                  <a:close/>
                  <a:moveTo>
                    <a:pt x="120" y="204"/>
                  </a:moveTo>
                  <a:cubicBezTo>
                    <a:pt x="120" y="204"/>
                    <a:pt x="120" y="204"/>
                    <a:pt x="120" y="20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7" name="Freeform 22">
              <a:extLst>
                <a:ext uri="{FF2B5EF4-FFF2-40B4-BE49-F238E27FC236}">
                  <a16:creationId xmlns:a16="http://schemas.microsoft.com/office/drawing/2014/main" id="{49D4FAA0-7C76-8B46-9866-DC559FF0DD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4675" y="2532736"/>
              <a:ext cx="103188" cy="101600"/>
            </a:xfrm>
            <a:custGeom>
              <a:avLst/>
              <a:gdLst/>
              <a:ahLst/>
              <a:cxnLst>
                <a:cxn ang="0">
                  <a:pos x="20" y="57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77"/>
                </a:cxn>
                <a:cxn ang="0">
                  <a:pos x="20" y="77"/>
                </a:cxn>
                <a:cxn ang="0">
                  <a:pos x="20" y="77"/>
                </a:cxn>
                <a:cxn ang="0">
                  <a:pos x="67" y="77"/>
                </a:cxn>
                <a:cxn ang="0">
                  <a:pos x="77" y="67"/>
                </a:cxn>
                <a:cxn ang="0">
                  <a:pos x="67" y="57"/>
                </a:cxn>
                <a:cxn ang="0">
                  <a:pos x="20" y="57"/>
                </a:cxn>
                <a:cxn ang="0">
                  <a:pos x="20" y="57"/>
                </a:cxn>
                <a:cxn ang="0">
                  <a:pos x="20" y="57"/>
                </a:cxn>
              </a:cxnLst>
              <a:rect l="0" t="0" r="r" b="b"/>
              <a:pathLst>
                <a:path w="77" h="77">
                  <a:moveTo>
                    <a:pt x="20" y="57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5"/>
                    <a:pt x="16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72" y="77"/>
                    <a:pt x="77" y="73"/>
                    <a:pt x="77" y="67"/>
                  </a:cubicBezTo>
                  <a:cubicBezTo>
                    <a:pt x="77" y="61"/>
                    <a:pt x="72" y="57"/>
                    <a:pt x="67" y="57"/>
                  </a:cubicBezTo>
                  <a:lnTo>
                    <a:pt x="20" y="57"/>
                  </a:lnTo>
                  <a:close/>
                  <a:moveTo>
                    <a:pt x="20" y="57"/>
                  </a:moveTo>
                  <a:cubicBezTo>
                    <a:pt x="20" y="57"/>
                    <a:pt x="20" y="57"/>
                    <a:pt x="20" y="5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28" name="Freeform 26">
            <a:extLst>
              <a:ext uri="{FF2B5EF4-FFF2-40B4-BE49-F238E27FC236}">
                <a16:creationId xmlns:a16="http://schemas.microsoft.com/office/drawing/2014/main" id="{F05C994B-CE5B-F04A-BC4C-E8C8CE5C714E}"/>
              </a:ext>
            </a:extLst>
          </p:cNvPr>
          <p:cNvSpPr>
            <a:spLocks noEditPoints="1"/>
          </p:cNvSpPr>
          <p:nvPr/>
        </p:nvSpPr>
        <p:spPr bwMode="auto">
          <a:xfrm>
            <a:off x="11364178" y="5016066"/>
            <a:ext cx="617968" cy="643525"/>
          </a:xfrm>
          <a:custGeom>
            <a:avLst/>
            <a:gdLst/>
            <a:ahLst/>
            <a:cxnLst>
              <a:cxn ang="0">
                <a:pos x="241" y="43"/>
              </a:cxn>
              <a:cxn ang="0">
                <a:pos x="284" y="0"/>
              </a:cxn>
              <a:cxn ang="0">
                <a:pos x="327" y="43"/>
              </a:cxn>
              <a:cxn ang="0">
                <a:pos x="284" y="86"/>
              </a:cxn>
              <a:cxn ang="0">
                <a:pos x="241" y="43"/>
              </a:cxn>
              <a:cxn ang="0">
                <a:pos x="378" y="172"/>
              </a:cxn>
              <a:cxn ang="0">
                <a:pos x="318" y="172"/>
              </a:cxn>
              <a:cxn ang="0">
                <a:pos x="272" y="109"/>
              </a:cxn>
              <a:cxn ang="0">
                <a:pos x="270" y="106"/>
              </a:cxn>
              <a:cxn ang="0">
                <a:pos x="267" y="103"/>
              </a:cxn>
              <a:cxn ang="0">
                <a:pos x="232" y="86"/>
              </a:cxn>
              <a:cxn ang="0">
                <a:pos x="230" y="85"/>
              </a:cxn>
              <a:cxn ang="0">
                <a:pos x="162" y="53"/>
              </a:cxn>
              <a:cxn ang="0">
                <a:pos x="144" y="55"/>
              </a:cxn>
              <a:cxn ang="0">
                <a:pos x="76" y="107"/>
              </a:cxn>
              <a:cxn ang="0">
                <a:pos x="72" y="131"/>
              </a:cxn>
              <a:cxn ang="0">
                <a:pos x="86" y="138"/>
              </a:cxn>
              <a:cxn ang="0">
                <a:pos x="96" y="134"/>
              </a:cxn>
              <a:cxn ang="0">
                <a:pos x="157" y="89"/>
              </a:cxn>
              <a:cxn ang="0">
                <a:pos x="203" y="111"/>
              </a:cxn>
              <a:cxn ang="0">
                <a:pos x="148" y="198"/>
              </a:cxn>
              <a:cxn ang="0">
                <a:pos x="158" y="241"/>
              </a:cxn>
              <a:cxn ang="0">
                <a:pos x="236" y="294"/>
              </a:cxn>
              <a:cxn ang="0">
                <a:pos x="237" y="296"/>
              </a:cxn>
              <a:cxn ang="0">
                <a:pos x="191" y="388"/>
              </a:cxn>
              <a:cxn ang="0">
                <a:pos x="199" y="411"/>
              </a:cxn>
              <a:cxn ang="0">
                <a:pos x="206" y="413"/>
              </a:cxn>
              <a:cxn ang="0">
                <a:pos x="222" y="403"/>
              </a:cxn>
              <a:cxn ang="0">
                <a:pos x="273" y="300"/>
              </a:cxn>
              <a:cxn ang="0">
                <a:pos x="270" y="280"/>
              </a:cxn>
              <a:cxn ang="0">
                <a:pos x="217" y="227"/>
              </a:cxn>
              <a:cxn ang="0">
                <a:pos x="261" y="152"/>
              </a:cxn>
              <a:cxn ang="0">
                <a:pos x="296" y="199"/>
              </a:cxn>
              <a:cxn ang="0">
                <a:pos x="310" y="206"/>
              </a:cxn>
              <a:cxn ang="0">
                <a:pos x="378" y="206"/>
              </a:cxn>
              <a:cxn ang="0">
                <a:pos x="396" y="189"/>
              </a:cxn>
              <a:cxn ang="0">
                <a:pos x="378" y="172"/>
              </a:cxn>
              <a:cxn ang="0">
                <a:pos x="131" y="234"/>
              </a:cxn>
              <a:cxn ang="0">
                <a:pos x="110" y="275"/>
              </a:cxn>
              <a:cxn ang="0">
                <a:pos x="17" y="275"/>
              </a:cxn>
              <a:cxn ang="0">
                <a:pos x="0" y="292"/>
              </a:cxn>
              <a:cxn ang="0">
                <a:pos x="17" y="310"/>
              </a:cxn>
              <a:cxn ang="0">
                <a:pos x="120" y="310"/>
              </a:cxn>
              <a:cxn ang="0">
                <a:pos x="132" y="305"/>
              </a:cxn>
              <a:cxn ang="0">
                <a:pos x="133" y="304"/>
              </a:cxn>
              <a:cxn ang="0">
                <a:pos x="134" y="303"/>
              </a:cxn>
              <a:cxn ang="0">
                <a:pos x="169" y="268"/>
              </a:cxn>
              <a:cxn ang="0">
                <a:pos x="148" y="255"/>
              </a:cxn>
              <a:cxn ang="0">
                <a:pos x="131" y="234"/>
              </a:cxn>
              <a:cxn ang="0">
                <a:pos x="131" y="234"/>
              </a:cxn>
              <a:cxn ang="0">
                <a:pos x="131" y="234"/>
              </a:cxn>
            </a:cxnLst>
            <a:rect l="0" t="0" r="r" b="b"/>
            <a:pathLst>
              <a:path w="396" h="413">
                <a:moveTo>
                  <a:pt x="241" y="43"/>
                </a:moveTo>
                <a:cubicBezTo>
                  <a:pt x="241" y="19"/>
                  <a:pt x="260" y="0"/>
                  <a:pt x="284" y="0"/>
                </a:cubicBezTo>
                <a:cubicBezTo>
                  <a:pt x="308" y="0"/>
                  <a:pt x="327" y="19"/>
                  <a:pt x="327" y="43"/>
                </a:cubicBezTo>
                <a:cubicBezTo>
                  <a:pt x="327" y="67"/>
                  <a:pt x="308" y="86"/>
                  <a:pt x="284" y="86"/>
                </a:cubicBezTo>
                <a:cubicBezTo>
                  <a:pt x="260" y="86"/>
                  <a:pt x="241" y="67"/>
                  <a:pt x="241" y="43"/>
                </a:cubicBezTo>
                <a:close/>
                <a:moveTo>
                  <a:pt x="378" y="172"/>
                </a:moveTo>
                <a:cubicBezTo>
                  <a:pt x="318" y="172"/>
                  <a:pt x="318" y="172"/>
                  <a:pt x="318" y="172"/>
                </a:cubicBezTo>
                <a:cubicBezTo>
                  <a:pt x="272" y="109"/>
                  <a:pt x="272" y="109"/>
                  <a:pt x="272" y="109"/>
                </a:cubicBezTo>
                <a:cubicBezTo>
                  <a:pt x="271" y="108"/>
                  <a:pt x="270" y="107"/>
                  <a:pt x="270" y="106"/>
                </a:cubicBezTo>
                <a:cubicBezTo>
                  <a:pt x="269" y="105"/>
                  <a:pt x="268" y="104"/>
                  <a:pt x="267" y="103"/>
                </a:cubicBezTo>
                <a:cubicBezTo>
                  <a:pt x="232" y="86"/>
                  <a:pt x="232" y="86"/>
                  <a:pt x="232" y="86"/>
                </a:cubicBezTo>
                <a:cubicBezTo>
                  <a:pt x="231" y="86"/>
                  <a:pt x="231" y="85"/>
                  <a:pt x="230" y="85"/>
                </a:cubicBezTo>
                <a:cubicBezTo>
                  <a:pt x="162" y="53"/>
                  <a:pt x="162" y="53"/>
                  <a:pt x="162" y="53"/>
                </a:cubicBezTo>
                <a:cubicBezTo>
                  <a:pt x="156" y="50"/>
                  <a:pt x="150" y="51"/>
                  <a:pt x="144" y="55"/>
                </a:cubicBezTo>
                <a:cubicBezTo>
                  <a:pt x="76" y="107"/>
                  <a:pt x="76" y="107"/>
                  <a:pt x="76" y="107"/>
                </a:cubicBezTo>
                <a:cubicBezTo>
                  <a:pt x="68" y="112"/>
                  <a:pt x="67" y="123"/>
                  <a:pt x="72" y="131"/>
                </a:cubicBezTo>
                <a:cubicBezTo>
                  <a:pt x="76" y="135"/>
                  <a:pt x="81" y="138"/>
                  <a:pt x="86" y="138"/>
                </a:cubicBezTo>
                <a:cubicBezTo>
                  <a:pt x="90" y="138"/>
                  <a:pt x="93" y="136"/>
                  <a:pt x="96" y="134"/>
                </a:cubicBezTo>
                <a:cubicBezTo>
                  <a:pt x="157" y="89"/>
                  <a:pt x="157" y="89"/>
                  <a:pt x="157" y="89"/>
                </a:cubicBezTo>
                <a:cubicBezTo>
                  <a:pt x="203" y="111"/>
                  <a:pt x="203" y="111"/>
                  <a:pt x="203" y="111"/>
                </a:cubicBezTo>
                <a:cubicBezTo>
                  <a:pt x="148" y="198"/>
                  <a:pt x="148" y="198"/>
                  <a:pt x="148" y="198"/>
                </a:cubicBezTo>
                <a:cubicBezTo>
                  <a:pt x="139" y="212"/>
                  <a:pt x="143" y="232"/>
                  <a:pt x="158" y="241"/>
                </a:cubicBezTo>
                <a:cubicBezTo>
                  <a:pt x="236" y="294"/>
                  <a:pt x="236" y="294"/>
                  <a:pt x="236" y="294"/>
                </a:cubicBezTo>
                <a:cubicBezTo>
                  <a:pt x="237" y="296"/>
                  <a:pt x="237" y="296"/>
                  <a:pt x="237" y="296"/>
                </a:cubicBezTo>
                <a:cubicBezTo>
                  <a:pt x="191" y="388"/>
                  <a:pt x="191" y="388"/>
                  <a:pt x="191" y="388"/>
                </a:cubicBezTo>
                <a:cubicBezTo>
                  <a:pt x="187" y="396"/>
                  <a:pt x="190" y="407"/>
                  <a:pt x="199" y="411"/>
                </a:cubicBezTo>
                <a:cubicBezTo>
                  <a:pt x="201" y="412"/>
                  <a:pt x="204" y="413"/>
                  <a:pt x="206" y="413"/>
                </a:cubicBezTo>
                <a:cubicBezTo>
                  <a:pt x="213" y="413"/>
                  <a:pt x="219" y="409"/>
                  <a:pt x="222" y="403"/>
                </a:cubicBezTo>
                <a:cubicBezTo>
                  <a:pt x="273" y="300"/>
                  <a:pt x="273" y="300"/>
                  <a:pt x="273" y="300"/>
                </a:cubicBezTo>
                <a:cubicBezTo>
                  <a:pt x="277" y="293"/>
                  <a:pt x="275" y="285"/>
                  <a:pt x="270" y="280"/>
                </a:cubicBezTo>
                <a:cubicBezTo>
                  <a:pt x="217" y="227"/>
                  <a:pt x="217" y="227"/>
                  <a:pt x="217" y="227"/>
                </a:cubicBezTo>
                <a:cubicBezTo>
                  <a:pt x="261" y="152"/>
                  <a:pt x="261" y="152"/>
                  <a:pt x="261" y="152"/>
                </a:cubicBezTo>
                <a:cubicBezTo>
                  <a:pt x="296" y="199"/>
                  <a:pt x="296" y="199"/>
                  <a:pt x="296" y="199"/>
                </a:cubicBezTo>
                <a:cubicBezTo>
                  <a:pt x="299" y="204"/>
                  <a:pt x="304" y="206"/>
                  <a:pt x="310" y="206"/>
                </a:cubicBezTo>
                <a:cubicBezTo>
                  <a:pt x="378" y="206"/>
                  <a:pt x="378" y="206"/>
                  <a:pt x="378" y="206"/>
                </a:cubicBezTo>
                <a:cubicBezTo>
                  <a:pt x="388" y="206"/>
                  <a:pt x="396" y="199"/>
                  <a:pt x="396" y="189"/>
                </a:cubicBezTo>
                <a:cubicBezTo>
                  <a:pt x="396" y="180"/>
                  <a:pt x="388" y="172"/>
                  <a:pt x="378" y="172"/>
                </a:cubicBezTo>
                <a:close/>
                <a:moveTo>
                  <a:pt x="131" y="234"/>
                </a:moveTo>
                <a:cubicBezTo>
                  <a:pt x="110" y="275"/>
                  <a:pt x="110" y="275"/>
                  <a:pt x="110" y="275"/>
                </a:cubicBezTo>
                <a:cubicBezTo>
                  <a:pt x="17" y="275"/>
                  <a:pt x="17" y="275"/>
                  <a:pt x="17" y="275"/>
                </a:cubicBezTo>
                <a:cubicBezTo>
                  <a:pt x="8" y="275"/>
                  <a:pt x="0" y="283"/>
                  <a:pt x="0" y="292"/>
                </a:cubicBezTo>
                <a:cubicBezTo>
                  <a:pt x="0" y="302"/>
                  <a:pt x="8" y="310"/>
                  <a:pt x="17" y="310"/>
                </a:cubicBezTo>
                <a:cubicBezTo>
                  <a:pt x="120" y="310"/>
                  <a:pt x="120" y="310"/>
                  <a:pt x="120" y="310"/>
                </a:cubicBezTo>
                <a:cubicBezTo>
                  <a:pt x="125" y="310"/>
                  <a:pt x="129" y="308"/>
                  <a:pt x="132" y="305"/>
                </a:cubicBezTo>
                <a:cubicBezTo>
                  <a:pt x="133" y="305"/>
                  <a:pt x="133" y="304"/>
                  <a:pt x="133" y="304"/>
                </a:cubicBezTo>
                <a:cubicBezTo>
                  <a:pt x="133" y="304"/>
                  <a:pt x="134" y="303"/>
                  <a:pt x="134" y="303"/>
                </a:cubicBezTo>
                <a:cubicBezTo>
                  <a:pt x="169" y="268"/>
                  <a:pt x="169" y="268"/>
                  <a:pt x="169" y="268"/>
                </a:cubicBezTo>
                <a:cubicBezTo>
                  <a:pt x="148" y="255"/>
                  <a:pt x="148" y="255"/>
                  <a:pt x="148" y="255"/>
                </a:cubicBezTo>
                <a:cubicBezTo>
                  <a:pt x="141" y="249"/>
                  <a:pt x="134" y="243"/>
                  <a:pt x="131" y="234"/>
                </a:cubicBezTo>
                <a:close/>
                <a:moveTo>
                  <a:pt x="131" y="234"/>
                </a:moveTo>
                <a:cubicBezTo>
                  <a:pt x="131" y="234"/>
                  <a:pt x="131" y="234"/>
                  <a:pt x="131" y="234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29" name="Group 46">
            <a:extLst>
              <a:ext uri="{FF2B5EF4-FFF2-40B4-BE49-F238E27FC236}">
                <a16:creationId xmlns:a16="http://schemas.microsoft.com/office/drawing/2014/main" id="{AE17DB2D-0834-CF46-AD5A-D4434340461B}"/>
              </a:ext>
            </a:extLst>
          </p:cNvPr>
          <p:cNvGrpSpPr/>
          <p:nvPr/>
        </p:nvGrpSpPr>
        <p:grpSpPr>
          <a:xfrm>
            <a:off x="11381504" y="4139811"/>
            <a:ext cx="525468" cy="635308"/>
            <a:chOff x="5676900" y="2346325"/>
            <a:chExt cx="949325" cy="1147763"/>
          </a:xfrm>
          <a:solidFill>
            <a:srgbClr val="42929D"/>
          </a:solidFill>
        </p:grpSpPr>
        <p:sp>
          <p:nvSpPr>
            <p:cNvPr id="330" name="Freeform 30">
              <a:extLst>
                <a:ext uri="{FF2B5EF4-FFF2-40B4-BE49-F238E27FC236}">
                  <a16:creationId xmlns:a16="http://schemas.microsoft.com/office/drawing/2014/main" id="{09C1F1B0-F40D-784C-A971-657F84DB2A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6900" y="2554288"/>
              <a:ext cx="949325" cy="939800"/>
            </a:xfrm>
            <a:custGeom>
              <a:avLst/>
              <a:gdLst/>
              <a:ahLst/>
              <a:cxnLst>
                <a:cxn ang="0">
                  <a:pos x="125" y="27"/>
                </a:cxn>
                <a:cxn ang="0">
                  <a:pos x="0" y="104"/>
                </a:cxn>
                <a:cxn ang="0">
                  <a:pos x="83" y="248"/>
                </a:cxn>
                <a:cxn ang="0">
                  <a:pos x="125" y="235"/>
                </a:cxn>
                <a:cxn ang="0">
                  <a:pos x="167" y="248"/>
                </a:cxn>
                <a:cxn ang="0">
                  <a:pos x="250" y="104"/>
                </a:cxn>
                <a:cxn ang="0">
                  <a:pos x="125" y="27"/>
                </a:cxn>
                <a:cxn ang="0">
                  <a:pos x="125" y="27"/>
                </a:cxn>
                <a:cxn ang="0">
                  <a:pos x="125" y="27"/>
                </a:cxn>
              </a:cxnLst>
              <a:rect l="0" t="0" r="r" b="b"/>
              <a:pathLst>
                <a:path w="250" h="248">
                  <a:moveTo>
                    <a:pt x="125" y="27"/>
                  </a:moveTo>
                  <a:cubicBezTo>
                    <a:pt x="76" y="0"/>
                    <a:pt x="0" y="26"/>
                    <a:pt x="0" y="104"/>
                  </a:cubicBezTo>
                  <a:cubicBezTo>
                    <a:pt x="0" y="165"/>
                    <a:pt x="37" y="248"/>
                    <a:pt x="83" y="248"/>
                  </a:cubicBezTo>
                  <a:cubicBezTo>
                    <a:pt x="101" y="248"/>
                    <a:pt x="114" y="243"/>
                    <a:pt x="125" y="235"/>
                  </a:cubicBezTo>
                  <a:cubicBezTo>
                    <a:pt x="136" y="243"/>
                    <a:pt x="150" y="248"/>
                    <a:pt x="167" y="248"/>
                  </a:cubicBezTo>
                  <a:cubicBezTo>
                    <a:pt x="213" y="248"/>
                    <a:pt x="250" y="165"/>
                    <a:pt x="250" y="104"/>
                  </a:cubicBezTo>
                  <a:cubicBezTo>
                    <a:pt x="250" y="26"/>
                    <a:pt x="175" y="0"/>
                    <a:pt x="125" y="27"/>
                  </a:cubicBezTo>
                  <a:close/>
                  <a:moveTo>
                    <a:pt x="125" y="27"/>
                  </a:moveTo>
                  <a:cubicBezTo>
                    <a:pt x="125" y="27"/>
                    <a:pt x="125" y="27"/>
                    <a:pt x="125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1" name="Freeform 31">
              <a:extLst>
                <a:ext uri="{FF2B5EF4-FFF2-40B4-BE49-F238E27FC236}">
                  <a16:creationId xmlns:a16="http://schemas.microsoft.com/office/drawing/2014/main" id="{DDAA9680-8009-8E49-A7E3-06D1856210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9338" y="2452688"/>
              <a:ext cx="139700" cy="185738"/>
            </a:xfrm>
            <a:custGeom>
              <a:avLst/>
              <a:gdLst/>
              <a:ahLst/>
              <a:cxnLst>
                <a:cxn ang="0">
                  <a:pos x="6" y="49"/>
                </a:cxn>
                <a:cxn ang="0">
                  <a:pos x="21" y="42"/>
                </a:cxn>
                <a:cxn ang="0">
                  <a:pos x="37" y="14"/>
                </a:cxn>
                <a:cxn ang="0">
                  <a:pos x="34" y="0"/>
                </a:cxn>
                <a:cxn ang="0">
                  <a:pos x="6" y="49"/>
                </a:cxn>
                <a:cxn ang="0">
                  <a:pos x="6" y="49"/>
                </a:cxn>
                <a:cxn ang="0">
                  <a:pos x="6" y="49"/>
                </a:cxn>
              </a:cxnLst>
              <a:rect l="0" t="0" r="r" b="b"/>
              <a:pathLst>
                <a:path w="37" h="49">
                  <a:moveTo>
                    <a:pt x="6" y="49"/>
                  </a:moveTo>
                  <a:cubicBezTo>
                    <a:pt x="21" y="42"/>
                    <a:pt x="21" y="42"/>
                    <a:pt x="21" y="42"/>
                  </a:cubicBezTo>
                  <a:cubicBezTo>
                    <a:pt x="21" y="42"/>
                    <a:pt x="21" y="18"/>
                    <a:pt x="37" y="1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11"/>
                    <a:pt x="6" y="47"/>
                    <a:pt x="6" y="49"/>
                  </a:cubicBezTo>
                  <a:close/>
                  <a:moveTo>
                    <a:pt x="6" y="49"/>
                  </a:moveTo>
                  <a:cubicBezTo>
                    <a:pt x="6" y="49"/>
                    <a:pt x="6" y="49"/>
                    <a:pt x="6" y="4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2" name="Freeform 32">
              <a:extLst>
                <a:ext uri="{FF2B5EF4-FFF2-40B4-BE49-F238E27FC236}">
                  <a16:creationId xmlns:a16="http://schemas.microsoft.com/office/drawing/2014/main" id="{FC855A9C-9142-6840-AC5F-E640B84EBE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3425" y="2346325"/>
              <a:ext cx="387350" cy="303213"/>
            </a:xfrm>
            <a:custGeom>
              <a:avLst/>
              <a:gdLst/>
              <a:ahLst/>
              <a:cxnLst>
                <a:cxn ang="0">
                  <a:pos x="91" y="46"/>
                </a:cxn>
                <a:cxn ang="0">
                  <a:pos x="30" y="0"/>
                </a:cxn>
                <a:cxn ang="0">
                  <a:pos x="91" y="46"/>
                </a:cxn>
                <a:cxn ang="0">
                  <a:pos x="91" y="46"/>
                </a:cxn>
                <a:cxn ang="0">
                  <a:pos x="91" y="46"/>
                </a:cxn>
              </a:cxnLst>
              <a:rect l="0" t="0" r="r" b="b"/>
              <a:pathLst>
                <a:path w="102" h="80">
                  <a:moveTo>
                    <a:pt x="91" y="46"/>
                  </a:moveTo>
                  <a:cubicBezTo>
                    <a:pt x="102" y="11"/>
                    <a:pt x="28" y="11"/>
                    <a:pt x="30" y="0"/>
                  </a:cubicBezTo>
                  <a:cubicBezTo>
                    <a:pt x="0" y="50"/>
                    <a:pt x="79" y="80"/>
                    <a:pt x="91" y="46"/>
                  </a:cubicBezTo>
                  <a:close/>
                  <a:moveTo>
                    <a:pt x="91" y="46"/>
                  </a:moveTo>
                  <a:cubicBezTo>
                    <a:pt x="91" y="46"/>
                    <a:pt x="91" y="46"/>
                    <a:pt x="91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33" name="Group 75">
            <a:extLst>
              <a:ext uri="{FF2B5EF4-FFF2-40B4-BE49-F238E27FC236}">
                <a16:creationId xmlns:a16="http://schemas.microsoft.com/office/drawing/2014/main" id="{F927FB1D-4907-304A-B7B9-967E21750FDA}"/>
              </a:ext>
            </a:extLst>
          </p:cNvPr>
          <p:cNvGrpSpPr/>
          <p:nvPr/>
        </p:nvGrpSpPr>
        <p:grpSpPr>
          <a:xfrm>
            <a:off x="9354117" y="4143336"/>
            <a:ext cx="695646" cy="667860"/>
            <a:chOff x="6959600" y="869951"/>
            <a:chExt cx="2185988" cy="2098675"/>
          </a:xfrm>
          <a:solidFill>
            <a:srgbClr val="42929D"/>
          </a:solidFill>
        </p:grpSpPr>
        <p:sp>
          <p:nvSpPr>
            <p:cNvPr id="334" name="Freeform 40">
              <a:extLst>
                <a:ext uri="{FF2B5EF4-FFF2-40B4-BE49-F238E27FC236}">
                  <a16:creationId xmlns:a16="http://schemas.microsoft.com/office/drawing/2014/main" id="{1A3DCA48-FE74-4840-BE63-A1EF960FA7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2275" y="1231901"/>
              <a:ext cx="346075" cy="34607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238" y="120"/>
                </a:cxn>
                <a:cxn ang="0">
                  <a:pos x="119" y="239"/>
                </a:cxn>
                <a:cxn ang="0">
                  <a:pos x="0" y="120"/>
                </a:cxn>
                <a:cxn ang="0">
                  <a:pos x="119" y="0"/>
                </a:cxn>
                <a:cxn ang="0">
                  <a:pos x="119" y="0"/>
                </a:cxn>
                <a:cxn ang="0">
                  <a:pos x="119" y="0"/>
                </a:cxn>
              </a:cxnLst>
              <a:rect l="0" t="0" r="r" b="b"/>
              <a:pathLst>
                <a:path w="238" h="239">
                  <a:moveTo>
                    <a:pt x="119" y="0"/>
                  </a:moveTo>
                  <a:cubicBezTo>
                    <a:pt x="185" y="0"/>
                    <a:pt x="238" y="54"/>
                    <a:pt x="238" y="120"/>
                  </a:cubicBezTo>
                  <a:cubicBezTo>
                    <a:pt x="238" y="185"/>
                    <a:pt x="185" y="239"/>
                    <a:pt x="119" y="239"/>
                  </a:cubicBezTo>
                  <a:cubicBezTo>
                    <a:pt x="53" y="239"/>
                    <a:pt x="0" y="185"/>
                    <a:pt x="0" y="120"/>
                  </a:cubicBezTo>
                  <a:cubicBezTo>
                    <a:pt x="0" y="54"/>
                    <a:pt x="53" y="0"/>
                    <a:pt x="119" y="0"/>
                  </a:cubicBez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5" name="Freeform 41">
              <a:extLst>
                <a:ext uri="{FF2B5EF4-FFF2-40B4-BE49-F238E27FC236}">
                  <a16:creationId xmlns:a16="http://schemas.microsoft.com/office/drawing/2014/main" id="{FB80E2B7-B5C1-FE42-AEA4-40A8C43C1F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7300" y="1254126"/>
              <a:ext cx="1193800" cy="1714500"/>
            </a:xfrm>
            <a:custGeom>
              <a:avLst/>
              <a:gdLst/>
              <a:ahLst/>
              <a:cxnLst>
                <a:cxn ang="0">
                  <a:pos x="803" y="20"/>
                </a:cxn>
                <a:cxn ang="0">
                  <a:pos x="732" y="20"/>
                </a:cxn>
                <a:cxn ang="0">
                  <a:pos x="489" y="262"/>
                </a:cxn>
                <a:cxn ang="0">
                  <a:pos x="422" y="242"/>
                </a:cxn>
                <a:cxn ang="0">
                  <a:pos x="343" y="272"/>
                </a:cxn>
                <a:cxn ang="0">
                  <a:pos x="91" y="20"/>
                </a:cxn>
                <a:cxn ang="0">
                  <a:pos x="19" y="20"/>
                </a:cxn>
                <a:cxn ang="0">
                  <a:pos x="19" y="91"/>
                </a:cxn>
                <a:cxn ang="0">
                  <a:pos x="300" y="374"/>
                </a:cxn>
                <a:cxn ang="0">
                  <a:pos x="300" y="1131"/>
                </a:cxn>
                <a:cxn ang="0">
                  <a:pos x="350" y="1182"/>
                </a:cxn>
                <a:cxn ang="0">
                  <a:pos x="401" y="1131"/>
                </a:cxn>
                <a:cxn ang="0">
                  <a:pos x="401" y="774"/>
                </a:cxn>
                <a:cxn ang="0">
                  <a:pos x="422" y="776"/>
                </a:cxn>
                <a:cxn ang="0">
                  <a:pos x="444" y="774"/>
                </a:cxn>
                <a:cxn ang="0">
                  <a:pos x="444" y="1131"/>
                </a:cxn>
                <a:cxn ang="0">
                  <a:pos x="495" y="1182"/>
                </a:cxn>
                <a:cxn ang="0">
                  <a:pos x="545" y="1131"/>
                </a:cxn>
                <a:cxn ang="0">
                  <a:pos x="545" y="353"/>
                </a:cxn>
                <a:cxn ang="0">
                  <a:pos x="803" y="91"/>
                </a:cxn>
                <a:cxn ang="0">
                  <a:pos x="803" y="20"/>
                </a:cxn>
                <a:cxn ang="0">
                  <a:pos x="803" y="20"/>
                </a:cxn>
                <a:cxn ang="0">
                  <a:pos x="803" y="20"/>
                </a:cxn>
              </a:cxnLst>
              <a:rect l="0" t="0" r="r" b="b"/>
              <a:pathLst>
                <a:path w="823" h="1182">
                  <a:moveTo>
                    <a:pt x="803" y="20"/>
                  </a:moveTo>
                  <a:cubicBezTo>
                    <a:pt x="783" y="0"/>
                    <a:pt x="751" y="0"/>
                    <a:pt x="732" y="20"/>
                  </a:cubicBezTo>
                  <a:cubicBezTo>
                    <a:pt x="489" y="262"/>
                    <a:pt x="489" y="262"/>
                    <a:pt x="489" y="262"/>
                  </a:cubicBezTo>
                  <a:cubicBezTo>
                    <a:pt x="470" y="249"/>
                    <a:pt x="447" y="242"/>
                    <a:pt x="422" y="242"/>
                  </a:cubicBezTo>
                  <a:cubicBezTo>
                    <a:pt x="392" y="242"/>
                    <a:pt x="364" y="253"/>
                    <a:pt x="343" y="272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71" y="0"/>
                    <a:pt x="39" y="0"/>
                    <a:pt x="19" y="20"/>
                  </a:cubicBezTo>
                  <a:cubicBezTo>
                    <a:pt x="0" y="39"/>
                    <a:pt x="0" y="71"/>
                    <a:pt x="19" y="91"/>
                  </a:cubicBezTo>
                  <a:cubicBezTo>
                    <a:pt x="300" y="374"/>
                    <a:pt x="300" y="374"/>
                    <a:pt x="300" y="374"/>
                  </a:cubicBezTo>
                  <a:cubicBezTo>
                    <a:pt x="300" y="1131"/>
                    <a:pt x="300" y="1131"/>
                    <a:pt x="300" y="1131"/>
                  </a:cubicBezTo>
                  <a:cubicBezTo>
                    <a:pt x="300" y="1159"/>
                    <a:pt x="322" y="1182"/>
                    <a:pt x="350" y="1182"/>
                  </a:cubicBezTo>
                  <a:cubicBezTo>
                    <a:pt x="378" y="1182"/>
                    <a:pt x="401" y="1159"/>
                    <a:pt x="401" y="1131"/>
                  </a:cubicBezTo>
                  <a:cubicBezTo>
                    <a:pt x="401" y="774"/>
                    <a:pt x="401" y="774"/>
                    <a:pt x="401" y="774"/>
                  </a:cubicBezTo>
                  <a:cubicBezTo>
                    <a:pt x="408" y="775"/>
                    <a:pt x="415" y="776"/>
                    <a:pt x="422" y="776"/>
                  </a:cubicBezTo>
                  <a:cubicBezTo>
                    <a:pt x="430" y="776"/>
                    <a:pt x="437" y="775"/>
                    <a:pt x="444" y="774"/>
                  </a:cubicBezTo>
                  <a:cubicBezTo>
                    <a:pt x="444" y="1131"/>
                    <a:pt x="444" y="1131"/>
                    <a:pt x="444" y="1131"/>
                  </a:cubicBezTo>
                  <a:cubicBezTo>
                    <a:pt x="444" y="1159"/>
                    <a:pt x="467" y="1182"/>
                    <a:pt x="495" y="1182"/>
                  </a:cubicBezTo>
                  <a:cubicBezTo>
                    <a:pt x="523" y="1182"/>
                    <a:pt x="545" y="1159"/>
                    <a:pt x="545" y="1131"/>
                  </a:cubicBezTo>
                  <a:cubicBezTo>
                    <a:pt x="545" y="353"/>
                    <a:pt x="545" y="353"/>
                    <a:pt x="545" y="353"/>
                  </a:cubicBezTo>
                  <a:cubicBezTo>
                    <a:pt x="803" y="91"/>
                    <a:pt x="803" y="91"/>
                    <a:pt x="803" y="91"/>
                  </a:cubicBezTo>
                  <a:cubicBezTo>
                    <a:pt x="823" y="71"/>
                    <a:pt x="823" y="39"/>
                    <a:pt x="803" y="20"/>
                  </a:cubicBezTo>
                  <a:close/>
                  <a:moveTo>
                    <a:pt x="803" y="20"/>
                  </a:moveTo>
                  <a:cubicBezTo>
                    <a:pt x="803" y="20"/>
                    <a:pt x="803" y="20"/>
                    <a:pt x="803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6" name="Freeform 42">
              <a:extLst>
                <a:ext uri="{FF2B5EF4-FFF2-40B4-BE49-F238E27FC236}">
                  <a16:creationId xmlns:a16="http://schemas.microsoft.com/office/drawing/2014/main" id="{F56034D8-34CF-2249-A377-804121284D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7113" y="1920876"/>
              <a:ext cx="617538" cy="311150"/>
            </a:xfrm>
            <a:custGeom>
              <a:avLst/>
              <a:gdLst/>
              <a:ahLst/>
              <a:cxnLst>
                <a:cxn ang="0">
                  <a:pos x="426" y="0"/>
                </a:cxn>
                <a:cxn ang="0">
                  <a:pos x="321" y="0"/>
                </a:cxn>
                <a:cxn ang="0">
                  <a:pos x="284" y="15"/>
                </a:cxn>
                <a:cxn ang="0">
                  <a:pos x="269" y="57"/>
                </a:cxn>
                <a:cxn ang="0">
                  <a:pos x="269" y="78"/>
                </a:cxn>
                <a:cxn ang="0">
                  <a:pos x="55" y="78"/>
                </a:cxn>
                <a:cxn ang="0">
                  <a:pos x="0" y="133"/>
                </a:cxn>
                <a:cxn ang="0">
                  <a:pos x="0" y="160"/>
                </a:cxn>
                <a:cxn ang="0">
                  <a:pos x="3" y="177"/>
                </a:cxn>
                <a:cxn ang="0">
                  <a:pos x="55" y="215"/>
                </a:cxn>
                <a:cxn ang="0">
                  <a:pos x="426" y="215"/>
                </a:cxn>
                <a:cxn ang="0">
                  <a:pos x="426" y="0"/>
                </a:cxn>
                <a:cxn ang="0">
                  <a:pos x="426" y="0"/>
                </a:cxn>
                <a:cxn ang="0">
                  <a:pos x="426" y="0"/>
                </a:cxn>
              </a:cxnLst>
              <a:rect l="0" t="0" r="r" b="b"/>
              <a:pathLst>
                <a:path w="426" h="215">
                  <a:moveTo>
                    <a:pt x="426" y="0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307" y="0"/>
                    <a:pt x="294" y="5"/>
                    <a:pt x="284" y="15"/>
                  </a:cubicBezTo>
                  <a:cubicBezTo>
                    <a:pt x="274" y="25"/>
                    <a:pt x="269" y="43"/>
                    <a:pt x="269" y="57"/>
                  </a:cubicBezTo>
                  <a:cubicBezTo>
                    <a:pt x="269" y="78"/>
                    <a:pt x="269" y="78"/>
                    <a:pt x="269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25" y="78"/>
                    <a:pt x="0" y="103"/>
                    <a:pt x="0" y="133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6"/>
                    <a:pt x="1" y="171"/>
                    <a:pt x="3" y="177"/>
                  </a:cubicBezTo>
                  <a:cubicBezTo>
                    <a:pt x="10" y="199"/>
                    <a:pt x="30" y="215"/>
                    <a:pt x="55" y="215"/>
                  </a:cubicBezTo>
                  <a:cubicBezTo>
                    <a:pt x="426" y="215"/>
                    <a:pt x="426" y="215"/>
                    <a:pt x="426" y="215"/>
                  </a:cubicBezTo>
                  <a:lnTo>
                    <a:pt x="426" y="0"/>
                  </a:lnTo>
                  <a:close/>
                  <a:moveTo>
                    <a:pt x="426" y="0"/>
                  </a:moveTo>
                  <a:cubicBezTo>
                    <a:pt x="426" y="0"/>
                    <a:pt x="426" y="0"/>
                    <a:pt x="42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7" name="Freeform 43">
              <a:extLst>
                <a:ext uri="{FF2B5EF4-FFF2-40B4-BE49-F238E27FC236}">
                  <a16:creationId xmlns:a16="http://schemas.microsoft.com/office/drawing/2014/main" id="{34B3DEAA-C88A-7245-8398-39C645E7DB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1920876"/>
              <a:ext cx="695325" cy="311150"/>
            </a:xfrm>
            <a:custGeom>
              <a:avLst/>
              <a:gdLst/>
              <a:ahLst/>
              <a:cxnLst>
                <a:cxn ang="0">
                  <a:pos x="456" y="26"/>
                </a:cxn>
                <a:cxn ang="0">
                  <a:pos x="397" y="0"/>
                </a:cxn>
                <a:cxn ang="0">
                  <a:pos x="0" y="0"/>
                </a:cxn>
                <a:cxn ang="0">
                  <a:pos x="0" y="215"/>
                </a:cxn>
                <a:cxn ang="0">
                  <a:pos x="479" y="215"/>
                </a:cxn>
                <a:cxn ang="0">
                  <a:pos x="479" y="79"/>
                </a:cxn>
                <a:cxn ang="0">
                  <a:pos x="456" y="26"/>
                </a:cxn>
                <a:cxn ang="0">
                  <a:pos x="456" y="26"/>
                </a:cxn>
                <a:cxn ang="0">
                  <a:pos x="456" y="26"/>
                </a:cxn>
              </a:cxnLst>
              <a:rect l="0" t="0" r="r" b="b"/>
              <a:pathLst>
                <a:path w="479" h="215">
                  <a:moveTo>
                    <a:pt x="456" y="26"/>
                  </a:moveTo>
                  <a:cubicBezTo>
                    <a:pt x="440" y="12"/>
                    <a:pt x="421" y="4"/>
                    <a:pt x="3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479" y="215"/>
                    <a:pt x="479" y="215"/>
                    <a:pt x="479" y="215"/>
                  </a:cubicBezTo>
                  <a:cubicBezTo>
                    <a:pt x="479" y="79"/>
                    <a:pt x="479" y="79"/>
                    <a:pt x="479" y="79"/>
                  </a:cubicBezTo>
                  <a:cubicBezTo>
                    <a:pt x="479" y="57"/>
                    <a:pt x="471" y="39"/>
                    <a:pt x="456" y="26"/>
                  </a:cubicBezTo>
                  <a:close/>
                  <a:moveTo>
                    <a:pt x="456" y="26"/>
                  </a:moveTo>
                  <a:cubicBezTo>
                    <a:pt x="456" y="26"/>
                    <a:pt x="456" y="26"/>
                    <a:pt x="456" y="2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8" name="Freeform 44">
              <a:extLst>
                <a:ext uri="{FF2B5EF4-FFF2-40B4-BE49-F238E27FC236}">
                  <a16:creationId xmlns:a16="http://schemas.microsoft.com/office/drawing/2014/main" id="{CF3080B5-56A3-824F-80D5-1DA209F10F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4700" y="1573213"/>
              <a:ext cx="869950" cy="1136650"/>
            </a:xfrm>
            <a:custGeom>
              <a:avLst/>
              <a:gdLst/>
              <a:ahLst/>
              <a:cxnLst>
                <a:cxn ang="0">
                  <a:pos x="600" y="514"/>
                </a:cxn>
                <a:cxn ang="0">
                  <a:pos x="112" y="514"/>
                </a:cxn>
                <a:cxn ang="0">
                  <a:pos x="112" y="57"/>
                </a:cxn>
                <a:cxn ang="0">
                  <a:pos x="95" y="17"/>
                </a:cxn>
                <a:cxn ang="0">
                  <a:pos x="56" y="0"/>
                </a:cxn>
                <a:cxn ang="0">
                  <a:pos x="16" y="17"/>
                </a:cxn>
                <a:cxn ang="0">
                  <a:pos x="0" y="57"/>
                </a:cxn>
                <a:cxn ang="0">
                  <a:pos x="0" y="783"/>
                </a:cxn>
                <a:cxn ang="0">
                  <a:pos x="112" y="783"/>
                </a:cxn>
                <a:cxn ang="0">
                  <a:pos x="112" y="625"/>
                </a:cxn>
                <a:cxn ang="0">
                  <a:pos x="600" y="625"/>
                </a:cxn>
                <a:cxn ang="0">
                  <a:pos x="600" y="514"/>
                </a:cxn>
                <a:cxn ang="0">
                  <a:pos x="600" y="514"/>
                </a:cxn>
                <a:cxn ang="0">
                  <a:pos x="600" y="514"/>
                </a:cxn>
              </a:cxnLst>
              <a:rect l="0" t="0" r="r" b="b"/>
              <a:pathLst>
                <a:path w="600" h="783">
                  <a:moveTo>
                    <a:pt x="600" y="514"/>
                  </a:moveTo>
                  <a:cubicBezTo>
                    <a:pt x="112" y="514"/>
                    <a:pt x="112" y="514"/>
                    <a:pt x="112" y="514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42"/>
                    <a:pt x="106" y="29"/>
                    <a:pt x="95" y="17"/>
                  </a:cubicBezTo>
                  <a:cubicBezTo>
                    <a:pt x="84" y="5"/>
                    <a:pt x="71" y="0"/>
                    <a:pt x="56" y="0"/>
                  </a:cubicBezTo>
                  <a:cubicBezTo>
                    <a:pt x="40" y="0"/>
                    <a:pt x="27" y="5"/>
                    <a:pt x="16" y="17"/>
                  </a:cubicBezTo>
                  <a:cubicBezTo>
                    <a:pt x="6" y="29"/>
                    <a:pt x="0" y="42"/>
                    <a:pt x="0" y="57"/>
                  </a:cubicBezTo>
                  <a:cubicBezTo>
                    <a:pt x="0" y="783"/>
                    <a:pt x="0" y="783"/>
                    <a:pt x="0" y="783"/>
                  </a:cubicBezTo>
                  <a:cubicBezTo>
                    <a:pt x="112" y="783"/>
                    <a:pt x="112" y="783"/>
                    <a:pt x="112" y="783"/>
                  </a:cubicBezTo>
                  <a:cubicBezTo>
                    <a:pt x="112" y="625"/>
                    <a:pt x="112" y="625"/>
                    <a:pt x="112" y="625"/>
                  </a:cubicBezTo>
                  <a:cubicBezTo>
                    <a:pt x="600" y="625"/>
                    <a:pt x="600" y="625"/>
                    <a:pt x="600" y="625"/>
                  </a:cubicBezTo>
                  <a:lnTo>
                    <a:pt x="600" y="514"/>
                  </a:lnTo>
                  <a:close/>
                  <a:moveTo>
                    <a:pt x="600" y="514"/>
                  </a:moveTo>
                  <a:cubicBezTo>
                    <a:pt x="600" y="514"/>
                    <a:pt x="600" y="514"/>
                    <a:pt x="600" y="5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9" name="Freeform 45">
              <a:extLst>
                <a:ext uri="{FF2B5EF4-FFF2-40B4-BE49-F238E27FC236}">
                  <a16:creationId xmlns:a16="http://schemas.microsoft.com/office/drawing/2014/main" id="{977D3292-5FE1-2D4E-BF50-DD78049B4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0" name="Freeform 46">
              <a:extLst>
                <a:ext uri="{FF2B5EF4-FFF2-40B4-BE49-F238E27FC236}">
                  <a16:creationId xmlns:a16="http://schemas.microsoft.com/office/drawing/2014/main" id="{17D84F62-6FB3-DD4A-BF71-73E1870103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1" name="Freeform 47">
              <a:extLst>
                <a:ext uri="{FF2B5EF4-FFF2-40B4-BE49-F238E27FC236}">
                  <a16:creationId xmlns:a16="http://schemas.microsoft.com/office/drawing/2014/main" id="{A7EEB0A4-B90C-D040-ABDC-41D7759A60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9600" y="869951"/>
              <a:ext cx="579438" cy="581025"/>
            </a:xfrm>
            <a:custGeom>
              <a:avLst/>
              <a:gdLst/>
              <a:ahLst/>
              <a:cxnLst>
                <a:cxn ang="0">
                  <a:pos x="200" y="0"/>
                </a:cxn>
                <a:cxn ang="0">
                  <a:pos x="0" y="200"/>
                </a:cxn>
                <a:cxn ang="0">
                  <a:pos x="200" y="400"/>
                </a:cxn>
                <a:cxn ang="0">
                  <a:pos x="400" y="200"/>
                </a:cxn>
                <a:cxn ang="0">
                  <a:pos x="200" y="0"/>
                </a:cxn>
                <a:cxn ang="0">
                  <a:pos x="200" y="339"/>
                </a:cxn>
                <a:cxn ang="0">
                  <a:pos x="61" y="200"/>
                </a:cxn>
                <a:cxn ang="0">
                  <a:pos x="200" y="61"/>
                </a:cxn>
                <a:cxn ang="0">
                  <a:pos x="339" y="200"/>
                </a:cxn>
                <a:cxn ang="0">
                  <a:pos x="200" y="339"/>
                </a:cxn>
                <a:cxn ang="0">
                  <a:pos x="200" y="339"/>
                </a:cxn>
                <a:cxn ang="0">
                  <a:pos x="200" y="339"/>
                </a:cxn>
              </a:cxnLst>
              <a:rect l="0" t="0" r="r" b="b"/>
              <a:pathLst>
                <a:path w="400" h="400">
                  <a:moveTo>
                    <a:pt x="200" y="0"/>
                  </a:moveTo>
                  <a:cubicBezTo>
                    <a:pt x="89" y="0"/>
                    <a:pt x="0" y="89"/>
                    <a:pt x="0" y="200"/>
                  </a:cubicBezTo>
                  <a:cubicBezTo>
                    <a:pt x="0" y="310"/>
                    <a:pt x="89" y="400"/>
                    <a:pt x="200" y="400"/>
                  </a:cubicBezTo>
                  <a:cubicBezTo>
                    <a:pt x="310" y="400"/>
                    <a:pt x="400" y="310"/>
                    <a:pt x="400" y="200"/>
                  </a:cubicBezTo>
                  <a:cubicBezTo>
                    <a:pt x="400" y="89"/>
                    <a:pt x="310" y="0"/>
                    <a:pt x="200" y="0"/>
                  </a:cubicBezTo>
                  <a:close/>
                  <a:moveTo>
                    <a:pt x="200" y="339"/>
                  </a:moveTo>
                  <a:cubicBezTo>
                    <a:pt x="123" y="339"/>
                    <a:pt x="61" y="277"/>
                    <a:pt x="61" y="200"/>
                  </a:cubicBezTo>
                  <a:cubicBezTo>
                    <a:pt x="61" y="123"/>
                    <a:pt x="123" y="61"/>
                    <a:pt x="200" y="61"/>
                  </a:cubicBezTo>
                  <a:cubicBezTo>
                    <a:pt x="277" y="61"/>
                    <a:pt x="339" y="123"/>
                    <a:pt x="339" y="200"/>
                  </a:cubicBezTo>
                  <a:cubicBezTo>
                    <a:pt x="339" y="277"/>
                    <a:pt x="277" y="339"/>
                    <a:pt x="200" y="339"/>
                  </a:cubicBezTo>
                  <a:close/>
                  <a:moveTo>
                    <a:pt x="200" y="339"/>
                  </a:moveTo>
                  <a:cubicBezTo>
                    <a:pt x="200" y="339"/>
                    <a:pt x="200" y="339"/>
                    <a:pt x="200" y="3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2" name="Freeform 48">
              <a:extLst>
                <a:ext uri="{FF2B5EF4-FFF2-40B4-BE49-F238E27FC236}">
                  <a16:creationId xmlns:a16="http://schemas.microsoft.com/office/drawing/2014/main" id="{6253BF9D-ADCE-BC48-AB82-B71B8876E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24713" y="1008063"/>
              <a:ext cx="185738" cy="185738"/>
            </a:xfrm>
            <a:custGeom>
              <a:avLst/>
              <a:gdLst/>
              <a:ahLst/>
              <a:cxnLst>
                <a:cxn ang="0">
                  <a:pos x="34" y="9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0" y="17"/>
                </a:cxn>
                <a:cxn ang="0">
                  <a:pos x="0" y="128"/>
                </a:cxn>
                <a:cxn ang="0">
                  <a:pos x="34" y="128"/>
                </a:cxn>
                <a:cxn ang="0">
                  <a:pos x="34" y="128"/>
                </a:cxn>
                <a:cxn ang="0">
                  <a:pos x="111" y="128"/>
                </a:cxn>
                <a:cxn ang="0">
                  <a:pos x="128" y="111"/>
                </a:cxn>
                <a:cxn ang="0">
                  <a:pos x="111" y="94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94"/>
                </a:cxn>
              </a:cxnLst>
              <a:rect l="0" t="0" r="r" b="b"/>
              <a:pathLst>
                <a:path w="128" h="128">
                  <a:moveTo>
                    <a:pt x="34" y="94"/>
                  </a:move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111" y="128"/>
                    <a:pt x="111" y="128"/>
                    <a:pt x="111" y="128"/>
                  </a:cubicBezTo>
                  <a:cubicBezTo>
                    <a:pt x="121" y="128"/>
                    <a:pt x="128" y="121"/>
                    <a:pt x="128" y="111"/>
                  </a:cubicBezTo>
                  <a:cubicBezTo>
                    <a:pt x="128" y="102"/>
                    <a:pt x="121" y="94"/>
                    <a:pt x="111" y="94"/>
                  </a:cubicBezTo>
                  <a:lnTo>
                    <a:pt x="34" y="94"/>
                  </a:lnTo>
                  <a:close/>
                  <a:moveTo>
                    <a:pt x="34" y="94"/>
                  </a:moveTo>
                  <a:cubicBezTo>
                    <a:pt x="34" y="94"/>
                    <a:pt x="34" y="94"/>
                    <a:pt x="34" y="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43" name="Group 90">
            <a:extLst>
              <a:ext uri="{FF2B5EF4-FFF2-40B4-BE49-F238E27FC236}">
                <a16:creationId xmlns:a16="http://schemas.microsoft.com/office/drawing/2014/main" id="{E000228D-1447-654F-8065-39BEA89F8BE1}"/>
              </a:ext>
            </a:extLst>
          </p:cNvPr>
          <p:cNvGrpSpPr/>
          <p:nvPr/>
        </p:nvGrpSpPr>
        <p:grpSpPr>
          <a:xfrm>
            <a:off x="8566823" y="4210329"/>
            <a:ext cx="470268" cy="600867"/>
            <a:chOff x="7239000" y="2776538"/>
            <a:chExt cx="1331913" cy="1701800"/>
          </a:xfrm>
          <a:solidFill>
            <a:srgbClr val="42929D"/>
          </a:solidFill>
        </p:grpSpPr>
        <p:sp>
          <p:nvSpPr>
            <p:cNvPr id="344" name="Freeform 52">
              <a:extLst>
                <a:ext uri="{FF2B5EF4-FFF2-40B4-BE49-F238E27FC236}">
                  <a16:creationId xmlns:a16="http://schemas.microsoft.com/office/drawing/2014/main" id="{70588D27-D798-0E4C-B560-360233726B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39000" y="2776538"/>
              <a:ext cx="1331913" cy="1701800"/>
            </a:xfrm>
            <a:custGeom>
              <a:avLst/>
              <a:gdLst/>
              <a:ahLst/>
              <a:cxnLst>
                <a:cxn ang="0">
                  <a:pos x="425" y="197"/>
                </a:cxn>
                <a:cxn ang="0">
                  <a:pos x="454" y="167"/>
                </a:cxn>
                <a:cxn ang="0">
                  <a:pos x="453" y="141"/>
                </a:cxn>
                <a:cxn ang="0">
                  <a:pos x="430" y="119"/>
                </a:cxn>
                <a:cxn ang="0">
                  <a:pos x="404" y="120"/>
                </a:cxn>
                <a:cxn ang="0">
                  <a:pos x="372" y="153"/>
                </a:cxn>
                <a:cxn ang="0">
                  <a:pos x="294" y="123"/>
                </a:cxn>
                <a:cxn ang="0">
                  <a:pos x="294" y="82"/>
                </a:cxn>
                <a:cxn ang="0">
                  <a:pos x="330" y="82"/>
                </a:cxn>
                <a:cxn ang="0">
                  <a:pos x="349" y="63"/>
                </a:cxn>
                <a:cxn ang="0">
                  <a:pos x="349" y="19"/>
                </a:cxn>
                <a:cxn ang="0">
                  <a:pos x="330" y="0"/>
                </a:cxn>
                <a:cxn ang="0">
                  <a:pos x="168" y="0"/>
                </a:cxn>
                <a:cxn ang="0">
                  <a:pos x="149" y="19"/>
                </a:cxn>
                <a:cxn ang="0">
                  <a:pos x="149" y="63"/>
                </a:cxn>
                <a:cxn ang="0">
                  <a:pos x="168" y="82"/>
                </a:cxn>
                <a:cxn ang="0">
                  <a:pos x="197" y="82"/>
                </a:cxn>
                <a:cxn ang="0">
                  <a:pos x="197" y="123"/>
                </a:cxn>
                <a:cxn ang="0">
                  <a:pos x="198" y="123"/>
                </a:cxn>
                <a:cxn ang="0">
                  <a:pos x="120" y="153"/>
                </a:cxn>
                <a:cxn ang="0">
                  <a:pos x="85" y="119"/>
                </a:cxn>
                <a:cxn ang="0">
                  <a:pos x="59" y="120"/>
                </a:cxn>
                <a:cxn ang="0">
                  <a:pos x="37" y="143"/>
                </a:cxn>
                <a:cxn ang="0">
                  <a:pos x="38" y="170"/>
                </a:cxn>
                <a:cxn ang="0">
                  <a:pos x="66" y="196"/>
                </a:cxn>
                <a:cxn ang="0">
                  <a:pos x="0" y="364"/>
                </a:cxn>
                <a:cxn ang="0">
                  <a:pos x="178" y="600"/>
                </a:cxn>
                <a:cxn ang="0">
                  <a:pos x="178" y="615"/>
                </a:cxn>
                <a:cxn ang="0">
                  <a:pos x="192" y="628"/>
                </a:cxn>
                <a:cxn ang="0">
                  <a:pos x="306" y="628"/>
                </a:cxn>
                <a:cxn ang="0">
                  <a:pos x="320" y="615"/>
                </a:cxn>
                <a:cxn ang="0">
                  <a:pos x="320" y="598"/>
                </a:cxn>
                <a:cxn ang="0">
                  <a:pos x="491" y="364"/>
                </a:cxn>
                <a:cxn ang="0">
                  <a:pos x="425" y="197"/>
                </a:cxn>
                <a:cxn ang="0">
                  <a:pos x="245" y="565"/>
                </a:cxn>
                <a:cxn ang="0">
                  <a:pos x="44" y="364"/>
                </a:cxn>
                <a:cxn ang="0">
                  <a:pos x="245" y="162"/>
                </a:cxn>
                <a:cxn ang="0">
                  <a:pos x="447" y="364"/>
                </a:cxn>
                <a:cxn ang="0">
                  <a:pos x="245" y="565"/>
                </a:cxn>
                <a:cxn ang="0">
                  <a:pos x="245" y="565"/>
                </a:cxn>
                <a:cxn ang="0">
                  <a:pos x="245" y="565"/>
                </a:cxn>
              </a:cxnLst>
              <a:rect l="0" t="0" r="r" b="b"/>
              <a:pathLst>
                <a:path w="491" h="628">
                  <a:moveTo>
                    <a:pt x="425" y="197"/>
                  </a:moveTo>
                  <a:cubicBezTo>
                    <a:pt x="454" y="167"/>
                    <a:pt x="454" y="167"/>
                    <a:pt x="454" y="167"/>
                  </a:cubicBezTo>
                  <a:cubicBezTo>
                    <a:pt x="461" y="160"/>
                    <a:pt x="461" y="148"/>
                    <a:pt x="453" y="141"/>
                  </a:cubicBezTo>
                  <a:cubicBezTo>
                    <a:pt x="430" y="119"/>
                    <a:pt x="430" y="119"/>
                    <a:pt x="430" y="119"/>
                  </a:cubicBezTo>
                  <a:cubicBezTo>
                    <a:pt x="423" y="112"/>
                    <a:pt x="411" y="112"/>
                    <a:pt x="404" y="120"/>
                  </a:cubicBezTo>
                  <a:cubicBezTo>
                    <a:pt x="372" y="153"/>
                    <a:pt x="372" y="153"/>
                    <a:pt x="372" y="153"/>
                  </a:cubicBezTo>
                  <a:cubicBezTo>
                    <a:pt x="348" y="139"/>
                    <a:pt x="322" y="129"/>
                    <a:pt x="294" y="123"/>
                  </a:cubicBezTo>
                  <a:cubicBezTo>
                    <a:pt x="294" y="82"/>
                    <a:pt x="294" y="82"/>
                    <a:pt x="294" y="82"/>
                  </a:cubicBezTo>
                  <a:cubicBezTo>
                    <a:pt x="330" y="82"/>
                    <a:pt x="330" y="82"/>
                    <a:pt x="330" y="82"/>
                  </a:cubicBezTo>
                  <a:cubicBezTo>
                    <a:pt x="341" y="82"/>
                    <a:pt x="349" y="74"/>
                    <a:pt x="349" y="63"/>
                  </a:cubicBezTo>
                  <a:cubicBezTo>
                    <a:pt x="349" y="19"/>
                    <a:pt x="349" y="19"/>
                    <a:pt x="349" y="19"/>
                  </a:cubicBezTo>
                  <a:cubicBezTo>
                    <a:pt x="349" y="9"/>
                    <a:pt x="341" y="0"/>
                    <a:pt x="330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58" y="0"/>
                    <a:pt x="149" y="9"/>
                    <a:pt x="149" y="19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49" y="74"/>
                    <a:pt x="158" y="82"/>
                    <a:pt x="168" y="8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70" y="129"/>
                    <a:pt x="144" y="139"/>
                    <a:pt x="120" y="153"/>
                  </a:cubicBezTo>
                  <a:cubicBezTo>
                    <a:pt x="85" y="119"/>
                    <a:pt x="85" y="119"/>
                    <a:pt x="85" y="119"/>
                  </a:cubicBezTo>
                  <a:cubicBezTo>
                    <a:pt x="78" y="112"/>
                    <a:pt x="66" y="112"/>
                    <a:pt x="59" y="120"/>
                  </a:cubicBezTo>
                  <a:cubicBezTo>
                    <a:pt x="37" y="143"/>
                    <a:pt x="37" y="143"/>
                    <a:pt x="37" y="143"/>
                  </a:cubicBezTo>
                  <a:cubicBezTo>
                    <a:pt x="30" y="150"/>
                    <a:pt x="30" y="162"/>
                    <a:pt x="38" y="170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25" y="240"/>
                    <a:pt x="0" y="299"/>
                    <a:pt x="0" y="364"/>
                  </a:cubicBezTo>
                  <a:cubicBezTo>
                    <a:pt x="0" y="476"/>
                    <a:pt x="75" y="571"/>
                    <a:pt x="178" y="600"/>
                  </a:cubicBezTo>
                  <a:cubicBezTo>
                    <a:pt x="178" y="615"/>
                    <a:pt x="178" y="615"/>
                    <a:pt x="178" y="615"/>
                  </a:cubicBezTo>
                  <a:cubicBezTo>
                    <a:pt x="178" y="622"/>
                    <a:pt x="184" y="628"/>
                    <a:pt x="192" y="628"/>
                  </a:cubicBezTo>
                  <a:cubicBezTo>
                    <a:pt x="306" y="628"/>
                    <a:pt x="306" y="628"/>
                    <a:pt x="306" y="628"/>
                  </a:cubicBezTo>
                  <a:cubicBezTo>
                    <a:pt x="314" y="628"/>
                    <a:pt x="320" y="622"/>
                    <a:pt x="320" y="615"/>
                  </a:cubicBezTo>
                  <a:cubicBezTo>
                    <a:pt x="320" y="598"/>
                    <a:pt x="320" y="598"/>
                    <a:pt x="320" y="598"/>
                  </a:cubicBezTo>
                  <a:cubicBezTo>
                    <a:pt x="419" y="566"/>
                    <a:pt x="491" y="473"/>
                    <a:pt x="491" y="364"/>
                  </a:cubicBezTo>
                  <a:cubicBezTo>
                    <a:pt x="491" y="300"/>
                    <a:pt x="466" y="241"/>
                    <a:pt x="425" y="197"/>
                  </a:cubicBezTo>
                  <a:close/>
                  <a:moveTo>
                    <a:pt x="245" y="565"/>
                  </a:moveTo>
                  <a:cubicBezTo>
                    <a:pt x="134" y="565"/>
                    <a:pt x="44" y="475"/>
                    <a:pt x="44" y="364"/>
                  </a:cubicBezTo>
                  <a:cubicBezTo>
                    <a:pt x="44" y="253"/>
                    <a:pt x="134" y="162"/>
                    <a:pt x="245" y="162"/>
                  </a:cubicBezTo>
                  <a:cubicBezTo>
                    <a:pt x="356" y="162"/>
                    <a:pt x="447" y="253"/>
                    <a:pt x="447" y="364"/>
                  </a:cubicBezTo>
                  <a:cubicBezTo>
                    <a:pt x="447" y="475"/>
                    <a:pt x="356" y="565"/>
                    <a:pt x="245" y="565"/>
                  </a:cubicBezTo>
                  <a:close/>
                  <a:moveTo>
                    <a:pt x="245" y="565"/>
                  </a:moveTo>
                  <a:cubicBezTo>
                    <a:pt x="245" y="565"/>
                    <a:pt x="245" y="565"/>
                    <a:pt x="245" y="56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5" name="Freeform 53">
              <a:extLst>
                <a:ext uri="{FF2B5EF4-FFF2-40B4-BE49-F238E27FC236}">
                  <a16:creationId xmlns:a16="http://schemas.microsoft.com/office/drawing/2014/main" id="{B2ACF0EC-EBD6-AE42-AD6F-57555DA2A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9550" y="3557588"/>
              <a:ext cx="363538" cy="298450"/>
            </a:xfrm>
            <a:custGeom>
              <a:avLst/>
              <a:gdLst/>
              <a:ahLst/>
              <a:cxnLst>
                <a:cxn ang="0">
                  <a:pos x="128" y="8"/>
                </a:cxn>
                <a:cxn ang="0">
                  <a:pos x="21" y="46"/>
                </a:cxn>
                <a:cxn ang="0">
                  <a:pos x="17" y="48"/>
                </a:cxn>
                <a:cxn ang="0">
                  <a:pos x="16" y="49"/>
                </a:cxn>
                <a:cxn ang="0">
                  <a:pos x="16" y="49"/>
                </a:cxn>
                <a:cxn ang="0">
                  <a:pos x="0" y="77"/>
                </a:cxn>
                <a:cxn ang="0">
                  <a:pos x="33" y="110"/>
                </a:cxn>
                <a:cxn ang="0">
                  <a:pos x="52" y="104"/>
                </a:cxn>
                <a:cxn ang="0">
                  <a:pos x="52" y="104"/>
                </a:cxn>
                <a:cxn ang="0">
                  <a:pos x="53" y="104"/>
                </a:cxn>
                <a:cxn ang="0">
                  <a:pos x="61" y="95"/>
                </a:cxn>
                <a:cxn ang="0">
                  <a:pos x="128" y="8"/>
                </a:cxn>
                <a:cxn ang="0">
                  <a:pos x="128" y="8"/>
                </a:cxn>
                <a:cxn ang="0">
                  <a:pos x="128" y="8"/>
                </a:cxn>
              </a:cxnLst>
              <a:rect l="0" t="0" r="r" b="b"/>
              <a:pathLst>
                <a:path w="134" h="110">
                  <a:moveTo>
                    <a:pt x="128" y="8"/>
                  </a:moveTo>
                  <a:cubicBezTo>
                    <a:pt x="121" y="0"/>
                    <a:pt x="42" y="37"/>
                    <a:pt x="21" y="46"/>
                  </a:cubicBezTo>
                  <a:cubicBezTo>
                    <a:pt x="20" y="47"/>
                    <a:pt x="18" y="48"/>
                    <a:pt x="17" y="48"/>
                  </a:cubicBezTo>
                  <a:cubicBezTo>
                    <a:pt x="17" y="49"/>
                    <a:pt x="16" y="49"/>
                    <a:pt x="16" y="49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6" y="54"/>
                    <a:pt x="0" y="65"/>
                    <a:pt x="0" y="77"/>
                  </a:cubicBezTo>
                  <a:cubicBezTo>
                    <a:pt x="0" y="96"/>
                    <a:pt x="15" y="110"/>
                    <a:pt x="33" y="110"/>
                  </a:cubicBezTo>
                  <a:cubicBezTo>
                    <a:pt x="40" y="110"/>
                    <a:pt x="47" y="108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2" y="104"/>
                    <a:pt x="53" y="104"/>
                    <a:pt x="53" y="104"/>
                  </a:cubicBezTo>
                  <a:cubicBezTo>
                    <a:pt x="56" y="101"/>
                    <a:pt x="58" y="98"/>
                    <a:pt x="61" y="95"/>
                  </a:cubicBezTo>
                  <a:cubicBezTo>
                    <a:pt x="81" y="73"/>
                    <a:pt x="134" y="15"/>
                    <a:pt x="128" y="8"/>
                  </a:cubicBezTo>
                  <a:close/>
                  <a:moveTo>
                    <a:pt x="128" y="8"/>
                  </a:moveTo>
                  <a:cubicBezTo>
                    <a:pt x="128" y="8"/>
                    <a:pt x="128" y="8"/>
                    <a:pt x="128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6" name="Freeform 54">
              <a:extLst>
                <a:ext uri="{FF2B5EF4-FFF2-40B4-BE49-F238E27FC236}">
                  <a16:creationId xmlns:a16="http://schemas.microsoft.com/office/drawing/2014/main" id="{AD2065FE-9513-E847-A5A3-E1B01064C8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4121151"/>
              <a:ext cx="84138" cy="11588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43"/>
                </a:cxn>
                <a:cxn ang="0">
                  <a:pos x="1" y="43"/>
                </a:cxn>
                <a:cxn ang="0">
                  <a:pos x="30" y="43"/>
                </a:cxn>
                <a:cxn ang="0">
                  <a:pos x="31" y="43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1" h="43">
                  <a:moveTo>
                    <a:pt x="3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1" y="43"/>
                    <a:pt x="31" y="4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lose/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7" name="Freeform 55">
              <a:extLst>
                <a:ext uri="{FF2B5EF4-FFF2-40B4-BE49-F238E27FC236}">
                  <a16:creationId xmlns:a16="http://schemas.microsoft.com/office/drawing/2014/main" id="{39489056-7FF3-4A4D-AA0E-F3A54D33B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66013" y="3711576"/>
              <a:ext cx="120650" cy="80963"/>
            </a:xfrm>
            <a:custGeom>
              <a:avLst/>
              <a:gdLst/>
              <a:ahLst/>
              <a:cxnLst>
                <a:cxn ang="0">
                  <a:pos x="44" y="30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0"/>
                </a:cxn>
                <a:cxn ang="0">
                  <a:pos x="1" y="30"/>
                </a:cxn>
                <a:cxn ang="0">
                  <a:pos x="43" y="30"/>
                </a:cxn>
                <a:cxn ang="0">
                  <a:pos x="44" y="30"/>
                </a:cxn>
                <a:cxn ang="0">
                  <a:pos x="44" y="30"/>
                </a:cxn>
                <a:cxn ang="0">
                  <a:pos x="44" y="30"/>
                </a:cxn>
              </a:cxnLst>
              <a:rect l="0" t="0" r="r" b="b"/>
              <a:pathLst>
                <a:path w="44" h="30">
                  <a:moveTo>
                    <a:pt x="44" y="30"/>
                  </a:move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4" y="0"/>
                    <a:pt x="4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" y="30"/>
                    <a:pt x="1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lose/>
                  <a:moveTo>
                    <a:pt x="44" y="30"/>
                  </a:moveTo>
                  <a:cubicBezTo>
                    <a:pt x="44" y="30"/>
                    <a:pt x="44" y="30"/>
                    <a:pt x="44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8" name="Freeform 56">
              <a:extLst>
                <a:ext uri="{FF2B5EF4-FFF2-40B4-BE49-F238E27FC236}">
                  <a16:creationId xmlns:a16="http://schemas.microsoft.com/office/drawing/2014/main" id="{FE2630CE-960A-3945-B82F-69337B73DA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3267076"/>
              <a:ext cx="84138" cy="119063"/>
            </a:xfrm>
            <a:custGeom>
              <a:avLst/>
              <a:gdLst/>
              <a:ahLst/>
              <a:cxnLst>
                <a:cxn ang="0">
                  <a:pos x="1" y="44"/>
                </a:cxn>
                <a:cxn ang="0">
                  <a:pos x="30" y="44"/>
                </a:cxn>
                <a:cxn ang="0">
                  <a:pos x="31" y="43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3"/>
                </a:cxn>
                <a:cxn ang="0">
                  <a:pos x="1" y="44"/>
                </a:cxn>
                <a:cxn ang="0">
                  <a:pos x="1" y="44"/>
                </a:cxn>
                <a:cxn ang="0">
                  <a:pos x="1" y="44"/>
                </a:cxn>
              </a:cxnLst>
              <a:rect l="0" t="0" r="r" b="b"/>
              <a:pathLst>
                <a:path w="31" h="44">
                  <a:moveTo>
                    <a:pt x="1" y="44"/>
                  </a:move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31" y="43"/>
                    <a:pt x="31" y="43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1" y="44"/>
                  </a:cubicBezTo>
                  <a:close/>
                  <a:moveTo>
                    <a:pt x="1" y="44"/>
                  </a:moveTo>
                  <a:cubicBezTo>
                    <a:pt x="1" y="44"/>
                    <a:pt x="1" y="44"/>
                    <a:pt x="1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9" name="Freeform 57">
              <a:extLst>
                <a:ext uri="{FF2B5EF4-FFF2-40B4-BE49-F238E27FC236}">
                  <a16:creationId xmlns:a16="http://schemas.microsoft.com/office/drawing/2014/main" id="{1527BAFB-92A1-2245-9663-6F1778107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9125" y="3711576"/>
              <a:ext cx="117475" cy="809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43" y="30"/>
                </a:cxn>
                <a:cxn ang="0">
                  <a:pos x="43" y="29"/>
                </a:cxn>
                <a:cxn ang="0">
                  <a:pos x="43" y="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43" h="30">
                  <a:moveTo>
                    <a:pt x="4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0"/>
                    <a:pt x="43" y="0"/>
                    <a:pt x="43" y="0"/>
                  </a:cubicBezTo>
                  <a:close/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0" name="Freeform 58">
              <a:extLst>
                <a:ext uri="{FF2B5EF4-FFF2-40B4-BE49-F238E27FC236}">
                  <a16:creationId xmlns:a16="http://schemas.microsoft.com/office/drawing/2014/main" id="{E04C4C00-6F84-9440-82C1-835F12ACA4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8400" y="3990976"/>
              <a:ext cx="141288" cy="1428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52" h="53">
                  <a:moveTo>
                    <a:pt x="31" y="0"/>
                  </a:moveTo>
                  <a:cubicBezTo>
                    <a:pt x="31" y="0"/>
                    <a:pt x="31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lnTo>
                    <a:pt x="31" y="0"/>
                  </a:lnTo>
                  <a:close/>
                  <a:moveTo>
                    <a:pt x="31" y="0"/>
                  </a:moveTo>
                  <a:cubicBezTo>
                    <a:pt x="31" y="0"/>
                    <a:pt x="31" y="0"/>
                    <a:pt x="3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1" name="Freeform 59">
              <a:extLst>
                <a:ext uri="{FF2B5EF4-FFF2-40B4-BE49-F238E27FC236}">
                  <a16:creationId xmlns:a16="http://schemas.microsoft.com/office/drawing/2014/main" id="{2F431409-3A17-2743-86EB-24A8DBFC63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8563" y="3408363"/>
              <a:ext cx="139700" cy="14287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0" y="0"/>
                </a:cxn>
                <a:cxn ang="0">
                  <a:pos x="0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0" y="52"/>
                </a:cxn>
                <a:cxn ang="0">
                  <a:pos x="31" y="53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52" y="31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52" h="53">
                  <a:moveTo>
                    <a:pt x="21" y="0"/>
                  </a:moveTo>
                  <a:cubicBezTo>
                    <a:pt x="21" y="0"/>
                    <a:pt x="21" y="0"/>
                    <a:pt x="2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1" y="53"/>
                    <a:pt x="31" y="53"/>
                  </a:cubicBezTo>
                  <a:cubicBezTo>
                    <a:pt x="31" y="53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1" y="0"/>
                  </a:lnTo>
                  <a:close/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2" name="Freeform 60">
              <a:extLst>
                <a:ext uri="{FF2B5EF4-FFF2-40B4-BE49-F238E27FC236}">
                  <a16:creationId xmlns:a16="http://schemas.microsoft.com/office/drawing/2014/main" id="{DCCDEA46-FF37-B443-AE58-95E86CAD5A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1175" y="3378201"/>
              <a:ext cx="141288" cy="144463"/>
            </a:xfrm>
            <a:custGeom>
              <a:avLst/>
              <a:gdLst/>
              <a:ahLst/>
              <a:cxnLst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2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1" y="53"/>
                </a:cxn>
              </a:cxnLst>
              <a:rect l="0" t="0" r="r" b="b"/>
              <a:pathLst>
                <a:path w="52" h="53"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1"/>
                    <a:pt x="52" y="2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2"/>
                  </a:cubicBezTo>
                  <a:lnTo>
                    <a:pt x="21" y="53"/>
                  </a:lnTo>
                  <a:close/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3" name="Freeform 61">
              <a:extLst>
                <a:ext uri="{FF2B5EF4-FFF2-40B4-BE49-F238E27FC236}">
                  <a16:creationId xmlns:a16="http://schemas.microsoft.com/office/drawing/2014/main" id="{A136D3D2-DCB9-0847-B52F-AE5B98649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01013" y="3960813"/>
              <a:ext cx="141288" cy="14128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0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52" h="52">
                  <a:moveTo>
                    <a:pt x="2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2" y="0"/>
                  </a:lnTo>
                  <a:close/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54" name="Group 175">
            <a:extLst>
              <a:ext uri="{FF2B5EF4-FFF2-40B4-BE49-F238E27FC236}">
                <a16:creationId xmlns:a16="http://schemas.microsoft.com/office/drawing/2014/main" id="{4D6DCA11-C32B-B54F-956D-071D852ED3B2}"/>
              </a:ext>
            </a:extLst>
          </p:cNvPr>
          <p:cNvGrpSpPr/>
          <p:nvPr/>
        </p:nvGrpSpPr>
        <p:grpSpPr>
          <a:xfrm flipH="1">
            <a:off x="8804977" y="5888872"/>
            <a:ext cx="1156229" cy="815487"/>
            <a:chOff x="6035675" y="862013"/>
            <a:chExt cx="479425" cy="338138"/>
          </a:xfrm>
        </p:grpSpPr>
        <p:sp>
          <p:nvSpPr>
            <p:cNvPr id="355" name="Freeform 95">
              <a:extLst>
                <a:ext uri="{FF2B5EF4-FFF2-40B4-BE49-F238E27FC236}">
                  <a16:creationId xmlns:a16="http://schemas.microsoft.com/office/drawing/2014/main" id="{0E829F11-5C15-EA41-BD7A-2AE2CA25CA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6" name="Freeform 96">
              <a:extLst>
                <a:ext uri="{FF2B5EF4-FFF2-40B4-BE49-F238E27FC236}">
                  <a16:creationId xmlns:a16="http://schemas.microsoft.com/office/drawing/2014/main" id="{B77DEBFF-8DF9-CC4D-8FFC-F4B745A7F8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moveTo>
                    <a:pt x="31" y="0"/>
                  </a:moveTo>
                  <a:lnTo>
                    <a:pt x="31" y="0"/>
                  </a:lnTo>
                </a:path>
              </a:pathLst>
            </a:custGeom>
            <a:solidFill>
              <a:srgbClr val="4292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7" name="Freeform 97">
              <a:extLst>
                <a:ext uri="{FF2B5EF4-FFF2-40B4-BE49-F238E27FC236}">
                  <a16:creationId xmlns:a16="http://schemas.microsoft.com/office/drawing/2014/main" id="{DA5A5ABB-5CF2-B744-8924-C48750269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75363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4" y="29"/>
                </a:cxn>
                <a:cxn ang="0">
                  <a:pos x="0" y="14"/>
                </a:cxn>
                <a:cxn ang="0">
                  <a:pos x="14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2" y="29"/>
                    <a:pt x="14" y="29"/>
                  </a:cubicBezTo>
                  <a:cubicBezTo>
                    <a:pt x="6" y="29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8" name="Freeform 98">
              <a:extLst>
                <a:ext uri="{FF2B5EF4-FFF2-40B4-BE49-F238E27FC236}">
                  <a16:creationId xmlns:a16="http://schemas.microsoft.com/office/drawing/2014/main" id="{60916F87-EEE9-084A-B663-6D1DC86A0A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0638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5" y="29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3" y="29"/>
                    <a:pt x="15" y="29"/>
                  </a:cubicBez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9" name="Freeform 103">
              <a:extLst>
                <a:ext uri="{FF2B5EF4-FFF2-40B4-BE49-F238E27FC236}">
                  <a16:creationId xmlns:a16="http://schemas.microsoft.com/office/drawing/2014/main" id="{307639FD-09FA-1E4C-94AA-A4BAE208F6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5675" y="862013"/>
              <a:ext cx="479425" cy="280988"/>
            </a:xfrm>
            <a:custGeom>
              <a:avLst/>
              <a:gdLst/>
              <a:ahLst/>
              <a:cxnLst>
                <a:cxn ang="0">
                  <a:pos x="153" y="8"/>
                </a:cxn>
                <a:cxn ang="0">
                  <a:pos x="78" y="8"/>
                </a:cxn>
                <a:cxn ang="0">
                  <a:pos x="67" y="0"/>
                </a:cxn>
                <a:cxn ang="0">
                  <a:pos x="57" y="8"/>
                </a:cxn>
                <a:cxn ang="0">
                  <a:pos x="52" y="8"/>
                </a:cxn>
                <a:cxn ang="0">
                  <a:pos x="46" y="17"/>
                </a:cxn>
                <a:cxn ang="0">
                  <a:pos x="46" y="26"/>
                </a:cxn>
                <a:cxn ang="0">
                  <a:pos x="40" y="26"/>
                </a:cxn>
                <a:cxn ang="0">
                  <a:pos x="25" y="36"/>
                </a:cxn>
                <a:cxn ang="0">
                  <a:pos x="8" y="56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7"/>
                </a:cxn>
                <a:cxn ang="0">
                  <a:pos x="12" y="97"/>
                </a:cxn>
                <a:cxn ang="0">
                  <a:pos x="29" y="85"/>
                </a:cxn>
                <a:cxn ang="0">
                  <a:pos x="45" y="97"/>
                </a:cxn>
                <a:cxn ang="0">
                  <a:pos x="114" y="97"/>
                </a:cxn>
                <a:cxn ang="0">
                  <a:pos x="131" y="85"/>
                </a:cxn>
                <a:cxn ang="0">
                  <a:pos x="148" y="97"/>
                </a:cxn>
                <a:cxn ang="0">
                  <a:pos x="157" y="97"/>
                </a:cxn>
                <a:cxn ang="0">
                  <a:pos x="166" y="84"/>
                </a:cxn>
                <a:cxn ang="0">
                  <a:pos x="166" y="21"/>
                </a:cxn>
                <a:cxn ang="0">
                  <a:pos x="153" y="8"/>
                </a:cxn>
                <a:cxn ang="0">
                  <a:pos x="47" y="53"/>
                </a:cxn>
                <a:cxn ang="0">
                  <a:pos x="40" y="60"/>
                </a:cxn>
                <a:cxn ang="0">
                  <a:pos x="26" y="60"/>
                </a:cxn>
                <a:cxn ang="0">
                  <a:pos x="24" y="55"/>
                </a:cxn>
                <a:cxn ang="0">
                  <a:pos x="34" y="44"/>
                </a:cxn>
                <a:cxn ang="0">
                  <a:pos x="43" y="40"/>
                </a:cxn>
                <a:cxn ang="0">
                  <a:pos x="47" y="46"/>
                </a:cxn>
                <a:cxn ang="0">
                  <a:pos x="47" y="53"/>
                </a:cxn>
                <a:cxn ang="0">
                  <a:pos x="139" y="56"/>
                </a:cxn>
                <a:cxn ang="0">
                  <a:pos x="117" y="78"/>
                </a:cxn>
                <a:cxn ang="0">
                  <a:pos x="94" y="56"/>
                </a:cxn>
                <a:cxn ang="0">
                  <a:pos x="88" y="44"/>
                </a:cxn>
                <a:cxn ang="0">
                  <a:pos x="104" y="28"/>
                </a:cxn>
                <a:cxn ang="0">
                  <a:pos x="116" y="33"/>
                </a:cxn>
                <a:cxn ang="0">
                  <a:pos x="128" y="28"/>
                </a:cxn>
                <a:cxn ang="0">
                  <a:pos x="144" y="44"/>
                </a:cxn>
                <a:cxn ang="0">
                  <a:pos x="139" y="56"/>
                </a:cxn>
                <a:cxn ang="0">
                  <a:pos x="139" y="56"/>
                </a:cxn>
                <a:cxn ang="0">
                  <a:pos x="139" y="56"/>
                </a:cxn>
              </a:cxnLst>
              <a:rect l="0" t="0" r="r" b="b"/>
              <a:pathLst>
                <a:path w="166" h="97">
                  <a:moveTo>
                    <a:pt x="153" y="8"/>
                  </a:moveTo>
                  <a:cubicBezTo>
                    <a:pt x="78" y="8"/>
                    <a:pt x="78" y="8"/>
                    <a:pt x="78" y="8"/>
                  </a:cubicBezTo>
                  <a:cubicBezTo>
                    <a:pt x="76" y="3"/>
                    <a:pt x="72" y="0"/>
                    <a:pt x="67" y="0"/>
                  </a:cubicBezTo>
                  <a:cubicBezTo>
                    <a:pt x="63" y="0"/>
                    <a:pt x="58" y="3"/>
                    <a:pt x="57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49" y="8"/>
                    <a:pt x="46" y="12"/>
                    <a:pt x="46" y="1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7" y="26"/>
                    <a:pt x="30" y="31"/>
                    <a:pt x="25" y="3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4" y="61"/>
                    <a:pt x="0" y="71"/>
                    <a:pt x="0" y="78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91"/>
                    <a:pt x="3" y="97"/>
                    <a:pt x="6" y="97"/>
                  </a:cubicBezTo>
                  <a:cubicBezTo>
                    <a:pt x="12" y="97"/>
                    <a:pt x="12" y="97"/>
                    <a:pt x="12" y="97"/>
                  </a:cubicBezTo>
                  <a:cubicBezTo>
                    <a:pt x="14" y="90"/>
                    <a:pt x="21" y="85"/>
                    <a:pt x="29" y="85"/>
                  </a:cubicBezTo>
                  <a:cubicBezTo>
                    <a:pt x="36" y="85"/>
                    <a:pt x="43" y="90"/>
                    <a:pt x="45" y="97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6" y="90"/>
                    <a:pt x="123" y="85"/>
                    <a:pt x="131" y="85"/>
                  </a:cubicBezTo>
                  <a:cubicBezTo>
                    <a:pt x="139" y="85"/>
                    <a:pt x="145" y="90"/>
                    <a:pt x="14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2" y="97"/>
                    <a:pt x="166" y="91"/>
                    <a:pt x="166" y="84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14"/>
                    <a:pt x="160" y="8"/>
                    <a:pt x="153" y="8"/>
                  </a:cubicBezTo>
                  <a:close/>
                  <a:moveTo>
                    <a:pt x="47" y="53"/>
                  </a:moveTo>
                  <a:cubicBezTo>
                    <a:pt x="47" y="57"/>
                    <a:pt x="44" y="60"/>
                    <a:pt x="40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2" y="60"/>
                    <a:pt x="22" y="57"/>
                    <a:pt x="24" y="5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6" y="42"/>
                    <a:pt x="40" y="40"/>
                    <a:pt x="43" y="40"/>
                  </a:cubicBezTo>
                  <a:cubicBezTo>
                    <a:pt x="45" y="40"/>
                    <a:pt x="47" y="43"/>
                    <a:pt x="47" y="46"/>
                  </a:cubicBezTo>
                  <a:lnTo>
                    <a:pt x="47" y="53"/>
                  </a:lnTo>
                  <a:close/>
                  <a:moveTo>
                    <a:pt x="139" y="56"/>
                  </a:moveTo>
                  <a:cubicBezTo>
                    <a:pt x="117" y="78"/>
                    <a:pt x="117" y="78"/>
                    <a:pt x="117" y="7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0" y="53"/>
                    <a:pt x="88" y="49"/>
                    <a:pt x="88" y="44"/>
                  </a:cubicBezTo>
                  <a:cubicBezTo>
                    <a:pt x="88" y="35"/>
                    <a:pt x="95" y="28"/>
                    <a:pt x="104" y="28"/>
                  </a:cubicBezTo>
                  <a:cubicBezTo>
                    <a:pt x="109" y="28"/>
                    <a:pt x="113" y="30"/>
                    <a:pt x="116" y="33"/>
                  </a:cubicBezTo>
                  <a:cubicBezTo>
                    <a:pt x="119" y="30"/>
                    <a:pt x="123" y="28"/>
                    <a:pt x="128" y="28"/>
                  </a:cubicBezTo>
                  <a:cubicBezTo>
                    <a:pt x="137" y="28"/>
                    <a:pt x="144" y="35"/>
                    <a:pt x="144" y="44"/>
                  </a:cubicBezTo>
                  <a:cubicBezTo>
                    <a:pt x="144" y="49"/>
                    <a:pt x="142" y="53"/>
                    <a:pt x="139" y="56"/>
                  </a:cubicBezTo>
                  <a:close/>
                  <a:moveTo>
                    <a:pt x="139" y="56"/>
                  </a:moveTo>
                  <a:cubicBezTo>
                    <a:pt x="139" y="56"/>
                    <a:pt x="139" y="56"/>
                    <a:pt x="139" y="56"/>
                  </a:cubicBezTo>
                </a:path>
              </a:pathLst>
            </a:custGeom>
            <a:solidFill>
              <a:srgbClr val="4292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60" name="Group 206">
            <a:extLst>
              <a:ext uri="{FF2B5EF4-FFF2-40B4-BE49-F238E27FC236}">
                <a16:creationId xmlns:a16="http://schemas.microsoft.com/office/drawing/2014/main" id="{1E47346C-497F-C94F-B202-338D83234C79}"/>
              </a:ext>
            </a:extLst>
          </p:cNvPr>
          <p:cNvGrpSpPr/>
          <p:nvPr/>
        </p:nvGrpSpPr>
        <p:grpSpPr>
          <a:xfrm>
            <a:off x="7652117" y="4928195"/>
            <a:ext cx="643851" cy="839348"/>
            <a:chOff x="5135563" y="1020763"/>
            <a:chExt cx="873125" cy="1138237"/>
          </a:xfrm>
          <a:solidFill>
            <a:srgbClr val="42929D"/>
          </a:solidFill>
        </p:grpSpPr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CE27DDEC-C0D6-7E44-8C8C-54AA5422B2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3" y="1439863"/>
              <a:ext cx="534988" cy="557213"/>
            </a:xfrm>
            <a:custGeom>
              <a:avLst/>
              <a:gdLst/>
              <a:ahLst/>
              <a:cxnLst>
                <a:cxn ang="0">
                  <a:pos x="167" y="164"/>
                </a:cxn>
                <a:cxn ang="0">
                  <a:pos x="145" y="138"/>
                </a:cxn>
                <a:cxn ang="0">
                  <a:pos x="145" y="138"/>
                </a:cxn>
                <a:cxn ang="0">
                  <a:pos x="140" y="125"/>
                </a:cxn>
                <a:cxn ang="0">
                  <a:pos x="145" y="118"/>
                </a:cxn>
                <a:cxn ang="0">
                  <a:pos x="185" y="3"/>
                </a:cxn>
                <a:cxn ang="0">
                  <a:pos x="176" y="0"/>
                </a:cxn>
                <a:cxn ang="0">
                  <a:pos x="157" y="19"/>
                </a:cxn>
                <a:cxn ang="0">
                  <a:pos x="138" y="0"/>
                </a:cxn>
                <a:cxn ang="0">
                  <a:pos x="138" y="0"/>
                </a:cxn>
                <a:cxn ang="0">
                  <a:pos x="88" y="26"/>
                </a:cxn>
                <a:cxn ang="0">
                  <a:pos x="59" y="50"/>
                </a:cxn>
                <a:cxn ang="0">
                  <a:pos x="4" y="142"/>
                </a:cxn>
                <a:cxn ang="0">
                  <a:pos x="7" y="176"/>
                </a:cxn>
                <a:cxn ang="0">
                  <a:pos x="75" y="192"/>
                </a:cxn>
                <a:cxn ang="0">
                  <a:pos x="140" y="192"/>
                </a:cxn>
                <a:cxn ang="0">
                  <a:pos x="167" y="164"/>
                </a:cxn>
                <a:cxn ang="0">
                  <a:pos x="107" y="183"/>
                </a:cxn>
                <a:cxn ang="0">
                  <a:pos x="85" y="184"/>
                </a:cxn>
                <a:cxn ang="0">
                  <a:pos x="77" y="184"/>
                </a:cxn>
                <a:cxn ang="0">
                  <a:pos x="75" y="184"/>
                </a:cxn>
                <a:cxn ang="0">
                  <a:pos x="75" y="184"/>
                </a:cxn>
                <a:cxn ang="0">
                  <a:pos x="13" y="171"/>
                </a:cxn>
                <a:cxn ang="0">
                  <a:pos x="12" y="144"/>
                </a:cxn>
                <a:cxn ang="0">
                  <a:pos x="65" y="55"/>
                </a:cxn>
                <a:cxn ang="0">
                  <a:pos x="93" y="32"/>
                </a:cxn>
                <a:cxn ang="0">
                  <a:pos x="94" y="31"/>
                </a:cxn>
                <a:cxn ang="0">
                  <a:pos x="137" y="140"/>
                </a:cxn>
                <a:cxn ang="0">
                  <a:pos x="143" y="146"/>
                </a:cxn>
                <a:cxn ang="0">
                  <a:pos x="159" y="164"/>
                </a:cxn>
                <a:cxn ang="0">
                  <a:pos x="140" y="183"/>
                </a:cxn>
                <a:cxn ang="0">
                  <a:pos x="107" y="183"/>
                </a:cxn>
                <a:cxn ang="0">
                  <a:pos x="107" y="183"/>
                </a:cxn>
                <a:cxn ang="0">
                  <a:pos x="107" y="183"/>
                </a:cxn>
              </a:cxnLst>
              <a:rect l="0" t="0" r="r" b="b"/>
              <a:pathLst>
                <a:path w="185" h="192">
                  <a:moveTo>
                    <a:pt x="167" y="164"/>
                  </a:moveTo>
                  <a:cubicBezTo>
                    <a:pt x="167" y="151"/>
                    <a:pt x="158" y="140"/>
                    <a:pt x="145" y="138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5" y="118"/>
                    <a:pt x="145" y="118"/>
                    <a:pt x="145" y="118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2" y="2"/>
                    <a:pt x="179" y="1"/>
                    <a:pt x="176" y="0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16" y="6"/>
                    <a:pt x="88" y="26"/>
                    <a:pt x="88" y="26"/>
                  </a:cubicBezTo>
                  <a:cubicBezTo>
                    <a:pt x="78" y="33"/>
                    <a:pt x="68" y="41"/>
                    <a:pt x="59" y="50"/>
                  </a:cubicBezTo>
                  <a:cubicBezTo>
                    <a:pt x="34" y="75"/>
                    <a:pt x="16" y="104"/>
                    <a:pt x="4" y="142"/>
                  </a:cubicBezTo>
                  <a:cubicBezTo>
                    <a:pt x="1" y="152"/>
                    <a:pt x="0" y="167"/>
                    <a:pt x="7" y="176"/>
                  </a:cubicBezTo>
                  <a:cubicBezTo>
                    <a:pt x="15" y="186"/>
                    <a:pt x="20" y="192"/>
                    <a:pt x="75" y="192"/>
                  </a:cubicBezTo>
                  <a:cubicBezTo>
                    <a:pt x="75" y="192"/>
                    <a:pt x="140" y="192"/>
                    <a:pt x="140" y="192"/>
                  </a:cubicBezTo>
                  <a:cubicBezTo>
                    <a:pt x="155" y="191"/>
                    <a:pt x="167" y="179"/>
                    <a:pt x="167" y="164"/>
                  </a:cubicBezTo>
                  <a:close/>
                  <a:moveTo>
                    <a:pt x="107" y="183"/>
                  </a:moveTo>
                  <a:cubicBezTo>
                    <a:pt x="99" y="183"/>
                    <a:pt x="91" y="184"/>
                    <a:pt x="85" y="184"/>
                  </a:cubicBezTo>
                  <a:cubicBezTo>
                    <a:pt x="82" y="184"/>
                    <a:pt x="79" y="184"/>
                    <a:pt x="77" y="184"/>
                  </a:cubicBezTo>
                  <a:cubicBezTo>
                    <a:pt x="77" y="184"/>
                    <a:pt x="76" y="184"/>
                    <a:pt x="75" y="184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24" y="184"/>
                    <a:pt x="20" y="179"/>
                    <a:pt x="13" y="171"/>
                  </a:cubicBezTo>
                  <a:cubicBezTo>
                    <a:pt x="9" y="165"/>
                    <a:pt x="9" y="153"/>
                    <a:pt x="12" y="144"/>
                  </a:cubicBezTo>
                  <a:cubicBezTo>
                    <a:pt x="23" y="109"/>
                    <a:pt x="40" y="81"/>
                    <a:pt x="65" y="55"/>
                  </a:cubicBezTo>
                  <a:cubicBezTo>
                    <a:pt x="73" y="48"/>
                    <a:pt x="82" y="40"/>
                    <a:pt x="93" y="32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3"/>
                    <a:pt x="140" y="145"/>
                    <a:pt x="143" y="146"/>
                  </a:cubicBezTo>
                  <a:cubicBezTo>
                    <a:pt x="153" y="147"/>
                    <a:pt x="159" y="155"/>
                    <a:pt x="159" y="164"/>
                  </a:cubicBezTo>
                  <a:cubicBezTo>
                    <a:pt x="159" y="175"/>
                    <a:pt x="151" y="183"/>
                    <a:pt x="140" y="183"/>
                  </a:cubicBezTo>
                  <a:cubicBezTo>
                    <a:pt x="140" y="183"/>
                    <a:pt x="124" y="183"/>
                    <a:pt x="107" y="183"/>
                  </a:cubicBezTo>
                  <a:close/>
                  <a:moveTo>
                    <a:pt x="107" y="183"/>
                  </a:moveTo>
                  <a:cubicBezTo>
                    <a:pt x="107" y="183"/>
                    <a:pt x="107" y="183"/>
                    <a:pt x="107" y="18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2" name="Freeform 65">
              <a:extLst>
                <a:ext uri="{FF2B5EF4-FFF2-40B4-BE49-F238E27FC236}">
                  <a16:creationId xmlns:a16="http://schemas.microsoft.com/office/drawing/2014/main" id="{0604642E-1D0F-2247-8316-6886CF44A6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0988" y="1457325"/>
              <a:ext cx="647700" cy="701675"/>
            </a:xfrm>
            <a:custGeom>
              <a:avLst/>
              <a:gdLst/>
              <a:ahLst/>
              <a:cxnLst>
                <a:cxn ang="0">
                  <a:pos x="177" y="54"/>
                </a:cxn>
                <a:cxn ang="0">
                  <a:pos x="115" y="0"/>
                </a:cxn>
                <a:cxn ang="0">
                  <a:pos x="93" y="141"/>
                </a:cxn>
                <a:cxn ang="0">
                  <a:pos x="96" y="158"/>
                </a:cxn>
                <a:cxn ang="0">
                  <a:pos x="62" y="193"/>
                </a:cxn>
                <a:cxn ang="0">
                  <a:pos x="0" y="193"/>
                </a:cxn>
                <a:cxn ang="0">
                  <a:pos x="0" y="230"/>
                </a:cxn>
                <a:cxn ang="0">
                  <a:pos x="1" y="242"/>
                </a:cxn>
                <a:cxn ang="0">
                  <a:pos x="156" y="242"/>
                </a:cxn>
                <a:cxn ang="0">
                  <a:pos x="157" y="230"/>
                </a:cxn>
                <a:cxn ang="0">
                  <a:pos x="157" y="134"/>
                </a:cxn>
                <a:cxn ang="0">
                  <a:pos x="170" y="236"/>
                </a:cxn>
                <a:cxn ang="0">
                  <a:pos x="170" y="242"/>
                </a:cxn>
                <a:cxn ang="0">
                  <a:pos x="224" y="242"/>
                </a:cxn>
                <a:cxn ang="0">
                  <a:pos x="224" y="236"/>
                </a:cxn>
                <a:cxn ang="0">
                  <a:pos x="177" y="54"/>
                </a:cxn>
                <a:cxn ang="0">
                  <a:pos x="177" y="54"/>
                </a:cxn>
                <a:cxn ang="0">
                  <a:pos x="177" y="54"/>
                </a:cxn>
              </a:cxnLst>
              <a:rect l="0" t="0" r="r" b="b"/>
              <a:pathLst>
                <a:path w="224" h="242">
                  <a:moveTo>
                    <a:pt x="177" y="54"/>
                  </a:moveTo>
                  <a:cubicBezTo>
                    <a:pt x="164" y="37"/>
                    <a:pt x="144" y="15"/>
                    <a:pt x="115" y="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3" y="141"/>
                    <a:pt x="96" y="152"/>
                    <a:pt x="96" y="158"/>
                  </a:cubicBezTo>
                  <a:cubicBezTo>
                    <a:pt x="96" y="177"/>
                    <a:pt x="81" y="193"/>
                    <a:pt x="6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34"/>
                    <a:pt x="0" y="238"/>
                    <a:pt x="1" y="242"/>
                  </a:cubicBezTo>
                  <a:cubicBezTo>
                    <a:pt x="156" y="242"/>
                    <a:pt x="156" y="242"/>
                    <a:pt x="156" y="242"/>
                  </a:cubicBezTo>
                  <a:cubicBezTo>
                    <a:pt x="157" y="238"/>
                    <a:pt x="157" y="234"/>
                    <a:pt x="157" y="230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64" y="157"/>
                    <a:pt x="170" y="190"/>
                    <a:pt x="170" y="236"/>
                  </a:cubicBezTo>
                  <a:cubicBezTo>
                    <a:pt x="170" y="238"/>
                    <a:pt x="170" y="240"/>
                    <a:pt x="170" y="242"/>
                  </a:cubicBezTo>
                  <a:cubicBezTo>
                    <a:pt x="224" y="242"/>
                    <a:pt x="224" y="242"/>
                    <a:pt x="224" y="242"/>
                  </a:cubicBezTo>
                  <a:cubicBezTo>
                    <a:pt x="224" y="240"/>
                    <a:pt x="224" y="238"/>
                    <a:pt x="224" y="236"/>
                  </a:cubicBezTo>
                  <a:cubicBezTo>
                    <a:pt x="224" y="131"/>
                    <a:pt x="197" y="79"/>
                    <a:pt x="177" y="54"/>
                  </a:cubicBezTo>
                  <a:close/>
                  <a:moveTo>
                    <a:pt x="177" y="54"/>
                  </a:moveTo>
                  <a:cubicBezTo>
                    <a:pt x="177" y="54"/>
                    <a:pt x="177" y="54"/>
                    <a:pt x="177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3" name="Freeform 66">
              <a:extLst>
                <a:ext uri="{FF2B5EF4-FFF2-40B4-BE49-F238E27FC236}">
                  <a16:creationId xmlns:a16="http://schemas.microsoft.com/office/drawing/2014/main" id="{CEB44899-D6D6-3F4E-9841-D7253E685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1625" y="1020763"/>
              <a:ext cx="414338" cy="414338"/>
            </a:xfrm>
            <a:custGeom>
              <a:avLst/>
              <a:gdLst/>
              <a:ahLst/>
              <a:cxnLst>
                <a:cxn ang="0">
                  <a:pos x="143" y="71"/>
                </a:cxn>
                <a:cxn ang="0">
                  <a:pos x="72" y="143"/>
                </a:cxn>
                <a:cxn ang="0">
                  <a:pos x="0" y="71"/>
                </a:cxn>
                <a:cxn ang="0">
                  <a:pos x="72" y="0"/>
                </a:cxn>
                <a:cxn ang="0">
                  <a:pos x="143" y="71"/>
                </a:cxn>
                <a:cxn ang="0">
                  <a:pos x="143" y="71"/>
                </a:cxn>
                <a:cxn ang="0">
                  <a:pos x="143" y="7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1"/>
                  </a:cubicBezTo>
                  <a:close/>
                  <a:moveTo>
                    <a:pt x="143" y="71"/>
                  </a:moveTo>
                  <a:cubicBezTo>
                    <a:pt x="143" y="71"/>
                    <a:pt x="143" y="71"/>
                    <a:pt x="143" y="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64" name="Group 216">
            <a:extLst>
              <a:ext uri="{FF2B5EF4-FFF2-40B4-BE49-F238E27FC236}">
                <a16:creationId xmlns:a16="http://schemas.microsoft.com/office/drawing/2014/main" id="{6A5C5935-6EFE-F74C-8B47-739E42A5224F}"/>
              </a:ext>
            </a:extLst>
          </p:cNvPr>
          <p:cNvGrpSpPr/>
          <p:nvPr/>
        </p:nvGrpSpPr>
        <p:grpSpPr>
          <a:xfrm>
            <a:off x="8647708" y="4932559"/>
            <a:ext cx="670766" cy="830127"/>
            <a:chOff x="1685925" y="982663"/>
            <a:chExt cx="735013" cy="909638"/>
          </a:xfrm>
          <a:solidFill>
            <a:srgbClr val="42929D"/>
          </a:solidFill>
        </p:grpSpPr>
        <p:sp>
          <p:nvSpPr>
            <p:cNvPr id="365" name="Freeform 20">
              <a:extLst>
                <a:ext uri="{FF2B5EF4-FFF2-40B4-BE49-F238E27FC236}">
                  <a16:creationId xmlns:a16="http://schemas.microsoft.com/office/drawing/2014/main" id="{4E25D6E2-B7CB-AD40-B981-8A3E6C9BA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417638"/>
              <a:ext cx="277813" cy="234950"/>
            </a:xfrm>
            <a:custGeom>
              <a:avLst/>
              <a:gdLst/>
              <a:ahLst/>
              <a:cxnLst>
                <a:cxn ang="0">
                  <a:pos x="10" y="33"/>
                </a:cxn>
                <a:cxn ang="0">
                  <a:pos x="11" y="33"/>
                </a:cxn>
                <a:cxn ang="0">
                  <a:pos x="11" y="57"/>
                </a:cxn>
                <a:cxn ang="0">
                  <a:pos x="32" y="57"/>
                </a:cxn>
                <a:cxn ang="0">
                  <a:pos x="94" y="81"/>
                </a:cxn>
                <a:cxn ang="0">
                  <a:pos x="94" y="74"/>
                </a:cxn>
                <a:cxn ang="0">
                  <a:pos x="49" y="57"/>
                </a:cxn>
                <a:cxn ang="0">
                  <a:pos x="94" y="57"/>
                </a:cxn>
                <a:cxn ang="0">
                  <a:pos x="94" y="50"/>
                </a:cxn>
                <a:cxn ang="0">
                  <a:pos x="18" y="50"/>
                </a:cxn>
                <a:cxn ang="0">
                  <a:pos x="18" y="33"/>
                </a:cxn>
                <a:cxn ang="0">
                  <a:pos x="96" y="33"/>
                </a:cxn>
                <a:cxn ang="0">
                  <a:pos x="96" y="18"/>
                </a:cxn>
                <a:cxn ang="0">
                  <a:pos x="89" y="19"/>
                </a:cxn>
                <a:cxn ang="0">
                  <a:pos x="87" y="19"/>
                </a:cxn>
                <a:cxn ang="0">
                  <a:pos x="67" y="2"/>
                </a:cxn>
                <a:cxn ang="0">
                  <a:pos x="67" y="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2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</a:cxnLst>
              <a:rect l="0" t="0" r="r" b="b"/>
              <a:pathLst>
                <a:path w="96" h="81">
                  <a:moveTo>
                    <a:pt x="10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74"/>
                    <a:pt x="94" y="74"/>
                    <a:pt x="94" y="74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18" y="50"/>
                    <a:pt x="18" y="50"/>
                    <a:pt x="18" y="5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4" y="19"/>
                    <a:pt x="90" y="19"/>
                    <a:pt x="89" y="19"/>
                  </a:cubicBezTo>
                  <a:cubicBezTo>
                    <a:pt x="88" y="19"/>
                    <a:pt x="87" y="19"/>
                    <a:pt x="87" y="19"/>
                  </a:cubicBezTo>
                  <a:cubicBezTo>
                    <a:pt x="70" y="19"/>
                    <a:pt x="68" y="12"/>
                    <a:pt x="67" y="2"/>
                  </a:cubicBezTo>
                  <a:cubicBezTo>
                    <a:pt x="67" y="1"/>
                    <a:pt x="67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5" y="33"/>
                    <a:pt x="10" y="33"/>
                  </a:cubicBezTo>
                  <a:close/>
                  <a:moveTo>
                    <a:pt x="10" y="33"/>
                  </a:moveTo>
                  <a:cubicBezTo>
                    <a:pt x="10" y="33"/>
                    <a:pt x="10" y="33"/>
                    <a:pt x="10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6" name="Freeform 21">
              <a:extLst>
                <a:ext uri="{FF2B5EF4-FFF2-40B4-BE49-F238E27FC236}">
                  <a16:creationId xmlns:a16="http://schemas.microsoft.com/office/drawing/2014/main" id="{0C5E111C-110B-CB4E-9822-276E022861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0588" y="1417638"/>
              <a:ext cx="260350" cy="228600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27" y="0"/>
                </a:cxn>
                <a:cxn ang="0">
                  <a:pos x="27" y="1"/>
                </a:cxn>
                <a:cxn ang="0">
                  <a:pos x="7" y="18"/>
                </a:cxn>
                <a:cxn ang="0">
                  <a:pos x="0" y="17"/>
                </a:cxn>
                <a:cxn ang="0">
                  <a:pos x="0" y="33"/>
                </a:cxn>
                <a:cxn ang="0">
                  <a:pos x="72" y="33"/>
                </a:cxn>
                <a:cxn ang="0">
                  <a:pos x="72" y="50"/>
                </a:cxn>
                <a:cxn ang="0">
                  <a:pos x="1" y="50"/>
                </a:cxn>
                <a:cxn ang="0">
                  <a:pos x="1" y="57"/>
                </a:cxn>
                <a:cxn ang="0">
                  <a:pos x="41" y="57"/>
                </a:cxn>
                <a:cxn ang="0">
                  <a:pos x="1" y="72"/>
                </a:cxn>
                <a:cxn ang="0">
                  <a:pos x="1" y="79"/>
                </a:cxn>
                <a:cxn ang="0">
                  <a:pos x="58" y="57"/>
                </a:cxn>
                <a:cxn ang="0">
                  <a:pos x="79" y="57"/>
                </a:cxn>
                <a:cxn ang="0">
                  <a:pos x="79" y="33"/>
                </a:cxn>
                <a:cxn ang="0">
                  <a:pos x="80" y="33"/>
                </a:cxn>
                <a:cxn ang="0">
                  <a:pos x="90" y="23"/>
                </a:cxn>
                <a:cxn ang="0">
                  <a:pos x="90" y="10"/>
                </a:cxn>
                <a:cxn ang="0">
                  <a:pos x="80" y="0"/>
                </a:cxn>
                <a:cxn ang="0">
                  <a:pos x="80" y="0"/>
                </a:cxn>
                <a:cxn ang="0">
                  <a:pos x="80" y="0"/>
                </a:cxn>
              </a:cxnLst>
              <a:rect l="0" t="0" r="r" b="b"/>
              <a:pathLst>
                <a:path w="90" h="79">
                  <a:moveTo>
                    <a:pt x="8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1"/>
                  </a:cubicBezTo>
                  <a:cubicBezTo>
                    <a:pt x="26" y="11"/>
                    <a:pt x="22" y="20"/>
                    <a:pt x="7" y="18"/>
                  </a:cubicBezTo>
                  <a:cubicBezTo>
                    <a:pt x="5" y="18"/>
                    <a:pt x="1" y="18"/>
                    <a:pt x="0" y="17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5" y="33"/>
                    <a:pt x="90" y="28"/>
                    <a:pt x="90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4"/>
                    <a:pt x="85" y="0"/>
                    <a:pt x="80" y="0"/>
                  </a:cubicBezTo>
                  <a:close/>
                  <a:moveTo>
                    <a:pt x="80" y="0"/>
                  </a:move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7" name="Freeform 22">
              <a:extLst>
                <a:ext uri="{FF2B5EF4-FFF2-40B4-BE49-F238E27FC236}">
                  <a16:creationId xmlns:a16="http://schemas.microsoft.com/office/drawing/2014/main" id="{E1DE9775-C672-A84E-867E-D97E075C6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706563"/>
              <a:ext cx="722313" cy="185738"/>
            </a:xfrm>
            <a:custGeom>
              <a:avLst/>
              <a:gdLst/>
              <a:ahLst/>
              <a:cxnLst>
                <a:cxn ang="0">
                  <a:pos x="245" y="44"/>
                </a:cxn>
                <a:cxn ang="0">
                  <a:pos x="245" y="40"/>
                </a:cxn>
                <a:cxn ang="0">
                  <a:pos x="250" y="40"/>
                </a:cxn>
                <a:cxn ang="0">
                  <a:pos x="250" y="33"/>
                </a:cxn>
                <a:cxn ang="0">
                  <a:pos x="244" y="33"/>
                </a:cxn>
                <a:cxn ang="0">
                  <a:pos x="163" y="1"/>
                </a:cxn>
                <a:cxn ang="0">
                  <a:pos x="159" y="7"/>
                </a:cxn>
                <a:cxn ang="0">
                  <a:pos x="227" y="33"/>
                </a:cxn>
                <a:cxn ang="0">
                  <a:pos x="27" y="33"/>
                </a:cxn>
                <a:cxn ang="0">
                  <a:pos x="99" y="5"/>
                </a:cxn>
                <a:cxn ang="0">
                  <a:pos x="96" y="0"/>
                </a:cxn>
                <a:cxn ang="0">
                  <a:pos x="10" y="33"/>
                </a:cxn>
                <a:cxn ang="0">
                  <a:pos x="4" y="33"/>
                </a:cxn>
                <a:cxn ang="0">
                  <a:pos x="4" y="40"/>
                </a:cxn>
                <a:cxn ang="0">
                  <a:pos x="6" y="40"/>
                </a:cxn>
                <a:cxn ang="0">
                  <a:pos x="6" y="44"/>
                </a:cxn>
                <a:cxn ang="0">
                  <a:pos x="0" y="53"/>
                </a:cxn>
                <a:cxn ang="0">
                  <a:pos x="11" y="64"/>
                </a:cxn>
                <a:cxn ang="0">
                  <a:pos x="22" y="53"/>
                </a:cxn>
                <a:cxn ang="0">
                  <a:pos x="16" y="44"/>
                </a:cxn>
                <a:cxn ang="0">
                  <a:pos x="16" y="40"/>
                </a:cxn>
                <a:cxn ang="0">
                  <a:pos x="234" y="40"/>
                </a:cxn>
                <a:cxn ang="0">
                  <a:pos x="234" y="44"/>
                </a:cxn>
                <a:cxn ang="0">
                  <a:pos x="229" y="53"/>
                </a:cxn>
                <a:cxn ang="0">
                  <a:pos x="240" y="64"/>
                </a:cxn>
                <a:cxn ang="0">
                  <a:pos x="250" y="53"/>
                </a:cxn>
                <a:cxn ang="0">
                  <a:pos x="245" y="44"/>
                </a:cxn>
                <a:cxn ang="0">
                  <a:pos x="245" y="44"/>
                </a:cxn>
                <a:cxn ang="0">
                  <a:pos x="245" y="44"/>
                </a:cxn>
              </a:cxnLst>
              <a:rect l="0" t="0" r="r" b="b"/>
              <a:pathLst>
                <a:path w="250" h="64">
                  <a:moveTo>
                    <a:pt x="245" y="44"/>
                  </a:moveTo>
                  <a:cubicBezTo>
                    <a:pt x="245" y="40"/>
                    <a:pt x="245" y="40"/>
                    <a:pt x="245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3"/>
                    <a:pt x="250" y="33"/>
                    <a:pt x="250" y="33"/>
                  </a:cubicBezTo>
                  <a:cubicBezTo>
                    <a:pt x="244" y="33"/>
                    <a:pt x="244" y="33"/>
                    <a:pt x="244" y="33"/>
                  </a:cubicBezTo>
                  <a:cubicBezTo>
                    <a:pt x="163" y="1"/>
                    <a:pt x="163" y="1"/>
                    <a:pt x="163" y="1"/>
                  </a:cubicBezTo>
                  <a:cubicBezTo>
                    <a:pt x="162" y="3"/>
                    <a:pt x="160" y="5"/>
                    <a:pt x="159" y="7"/>
                  </a:cubicBezTo>
                  <a:cubicBezTo>
                    <a:pt x="227" y="33"/>
                    <a:pt x="227" y="33"/>
                    <a:pt x="2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3"/>
                    <a:pt x="96" y="2"/>
                    <a:pt x="96" y="0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2" y="46"/>
                    <a:pt x="0" y="49"/>
                    <a:pt x="0" y="53"/>
                  </a:cubicBezTo>
                  <a:cubicBezTo>
                    <a:pt x="0" y="59"/>
                    <a:pt x="5" y="64"/>
                    <a:pt x="11" y="64"/>
                  </a:cubicBezTo>
                  <a:cubicBezTo>
                    <a:pt x="17" y="64"/>
                    <a:pt x="22" y="59"/>
                    <a:pt x="22" y="53"/>
                  </a:cubicBezTo>
                  <a:cubicBezTo>
                    <a:pt x="22" y="49"/>
                    <a:pt x="19" y="46"/>
                    <a:pt x="16" y="44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234" y="40"/>
                    <a:pt x="234" y="40"/>
                    <a:pt x="234" y="40"/>
                  </a:cubicBezTo>
                  <a:cubicBezTo>
                    <a:pt x="234" y="44"/>
                    <a:pt x="234" y="44"/>
                    <a:pt x="234" y="44"/>
                  </a:cubicBezTo>
                  <a:cubicBezTo>
                    <a:pt x="231" y="46"/>
                    <a:pt x="229" y="49"/>
                    <a:pt x="229" y="53"/>
                  </a:cubicBezTo>
                  <a:cubicBezTo>
                    <a:pt x="229" y="59"/>
                    <a:pt x="233" y="64"/>
                    <a:pt x="240" y="64"/>
                  </a:cubicBezTo>
                  <a:cubicBezTo>
                    <a:pt x="246" y="64"/>
                    <a:pt x="250" y="59"/>
                    <a:pt x="250" y="53"/>
                  </a:cubicBezTo>
                  <a:cubicBezTo>
                    <a:pt x="250" y="49"/>
                    <a:pt x="248" y="46"/>
                    <a:pt x="245" y="44"/>
                  </a:cubicBezTo>
                  <a:close/>
                  <a:moveTo>
                    <a:pt x="245" y="44"/>
                  </a:moveTo>
                  <a:cubicBezTo>
                    <a:pt x="245" y="44"/>
                    <a:pt x="245" y="44"/>
                    <a:pt x="24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8" name="Freeform 23">
              <a:extLst>
                <a:ext uri="{FF2B5EF4-FFF2-40B4-BE49-F238E27FC236}">
                  <a16:creationId xmlns:a16="http://schemas.microsoft.com/office/drawing/2014/main" id="{7CFACA52-0D03-404E-910A-5C0B5550D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63" y="1420813"/>
              <a:ext cx="80963" cy="3063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4" y="106"/>
                </a:cxn>
                <a:cxn ang="0">
                  <a:pos x="28" y="92"/>
                </a:cxn>
                <a:cxn ang="0">
                  <a:pos x="28" y="1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8" h="106"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4" y="106"/>
                  </a:cubicBezTo>
                  <a:cubicBezTo>
                    <a:pt x="21" y="106"/>
                    <a:pt x="28" y="100"/>
                    <a:pt x="28" y="9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6"/>
                    <a:pt x="21" y="0"/>
                    <a:pt x="14" y="0"/>
                  </a:cubicBez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9" name="Freeform 24">
              <a:extLst>
                <a:ext uri="{FF2B5EF4-FFF2-40B4-BE49-F238E27FC236}">
                  <a16:creationId xmlns:a16="http://schemas.microsoft.com/office/drawing/2014/main" id="{C6F21A56-5C79-0B40-9761-3896700F9D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8025" y="1420813"/>
              <a:ext cx="77788" cy="30638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3" y="106"/>
                </a:cxn>
                <a:cxn ang="0">
                  <a:pos x="27" y="92"/>
                </a:cxn>
                <a:cxn ang="0">
                  <a:pos x="27" y="14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7" h="106"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3" y="106"/>
                  </a:cubicBezTo>
                  <a:cubicBezTo>
                    <a:pt x="21" y="106"/>
                    <a:pt x="27" y="100"/>
                    <a:pt x="27" y="9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0" name="Freeform 25">
              <a:extLst>
                <a:ext uri="{FF2B5EF4-FFF2-40B4-BE49-F238E27FC236}">
                  <a16:creationId xmlns:a16="http://schemas.microsoft.com/office/drawing/2014/main" id="{04E1642A-7DAB-FC4F-9C47-7754E46EE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675" y="982663"/>
              <a:ext cx="174625" cy="174625"/>
            </a:xfrm>
            <a:custGeom>
              <a:avLst/>
              <a:gdLst/>
              <a:ahLst/>
              <a:cxnLst>
                <a:cxn ang="0">
                  <a:pos x="60" y="30"/>
                </a:cxn>
                <a:cxn ang="0">
                  <a:pos x="30" y="60"/>
                </a:cxn>
                <a:cxn ang="0">
                  <a:pos x="0" y="30"/>
                </a:cxn>
                <a:cxn ang="0">
                  <a:pos x="30" y="0"/>
                </a:cxn>
                <a:cxn ang="0">
                  <a:pos x="60" y="30"/>
                </a:cxn>
                <a:cxn ang="0">
                  <a:pos x="60" y="30"/>
                </a:cxn>
                <a:cxn ang="0">
                  <a:pos x="60" y="30"/>
                </a:cxn>
              </a:cxnLst>
              <a:rect l="0" t="0" r="r" b="b"/>
              <a:pathLst>
                <a:path w="60" h="60">
                  <a:moveTo>
                    <a:pt x="60" y="30"/>
                  </a:moveTo>
                  <a:cubicBezTo>
                    <a:pt x="60" y="46"/>
                    <a:pt x="47" y="60"/>
                    <a:pt x="30" y="60"/>
                  </a:cubicBez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lose/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1" name="Freeform 26">
              <a:extLst>
                <a:ext uri="{FF2B5EF4-FFF2-40B4-BE49-F238E27FC236}">
                  <a16:creationId xmlns:a16="http://schemas.microsoft.com/office/drawing/2014/main" id="{39D74D93-AA00-4B40-93AE-677349103A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3250" y="1162050"/>
              <a:ext cx="365125" cy="298450"/>
            </a:xfrm>
            <a:custGeom>
              <a:avLst/>
              <a:gdLst/>
              <a:ahLst/>
              <a:cxnLst>
                <a:cxn ang="0">
                  <a:pos x="19" y="103"/>
                </a:cxn>
                <a:cxn ang="0">
                  <a:pos x="20" y="102"/>
                </a:cxn>
                <a:cxn ang="0">
                  <a:pos x="31" y="90"/>
                </a:cxn>
                <a:cxn ang="0">
                  <a:pos x="33" y="51"/>
                </a:cxn>
                <a:cxn ang="0">
                  <a:pos x="33" y="92"/>
                </a:cxn>
                <a:cxn ang="0">
                  <a:pos x="34" y="94"/>
                </a:cxn>
                <a:cxn ang="0">
                  <a:pos x="50" y="84"/>
                </a:cxn>
                <a:cxn ang="0">
                  <a:pos x="62" y="89"/>
                </a:cxn>
                <a:cxn ang="0">
                  <a:pos x="64" y="92"/>
                </a:cxn>
                <a:cxn ang="0">
                  <a:pos x="79" y="84"/>
                </a:cxn>
                <a:cxn ang="0">
                  <a:pos x="95" y="93"/>
                </a:cxn>
                <a:cxn ang="0">
                  <a:pos x="95" y="92"/>
                </a:cxn>
                <a:cxn ang="0">
                  <a:pos x="95" y="50"/>
                </a:cxn>
                <a:cxn ang="0">
                  <a:pos x="98" y="89"/>
                </a:cxn>
                <a:cxn ang="0">
                  <a:pos x="108" y="101"/>
                </a:cxn>
                <a:cxn ang="0">
                  <a:pos x="109" y="101"/>
                </a:cxn>
                <a:cxn ang="0">
                  <a:pos x="121" y="91"/>
                </a:cxn>
                <a:cxn ang="0">
                  <a:pos x="71" y="0"/>
                </a:cxn>
                <a:cxn ang="0">
                  <a:pos x="64" y="8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8" y="92"/>
                </a:cxn>
                <a:cxn ang="0">
                  <a:pos x="19" y="103"/>
                </a:cxn>
                <a:cxn ang="0">
                  <a:pos x="19" y="103"/>
                </a:cxn>
                <a:cxn ang="0">
                  <a:pos x="19" y="103"/>
                </a:cxn>
              </a:cxnLst>
              <a:rect l="0" t="0" r="r" b="b"/>
              <a:pathLst>
                <a:path w="126" h="103">
                  <a:moveTo>
                    <a:pt x="19" y="103"/>
                  </a:moveTo>
                  <a:cubicBezTo>
                    <a:pt x="20" y="103"/>
                    <a:pt x="20" y="102"/>
                    <a:pt x="20" y="102"/>
                  </a:cubicBezTo>
                  <a:cubicBezTo>
                    <a:pt x="27" y="102"/>
                    <a:pt x="31" y="96"/>
                    <a:pt x="31" y="90"/>
                  </a:cubicBezTo>
                  <a:cubicBezTo>
                    <a:pt x="29" y="72"/>
                    <a:pt x="30" y="60"/>
                    <a:pt x="33" y="51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3" y="93"/>
                    <a:pt x="34" y="94"/>
                    <a:pt x="34" y="94"/>
                  </a:cubicBezTo>
                  <a:cubicBezTo>
                    <a:pt x="36" y="88"/>
                    <a:pt x="43" y="84"/>
                    <a:pt x="50" y="84"/>
                  </a:cubicBezTo>
                  <a:cubicBezTo>
                    <a:pt x="55" y="84"/>
                    <a:pt x="59" y="86"/>
                    <a:pt x="62" y="89"/>
                  </a:cubicBezTo>
                  <a:cubicBezTo>
                    <a:pt x="63" y="90"/>
                    <a:pt x="64" y="91"/>
                    <a:pt x="64" y="92"/>
                  </a:cubicBezTo>
                  <a:cubicBezTo>
                    <a:pt x="68" y="87"/>
                    <a:pt x="73" y="84"/>
                    <a:pt x="79" y="84"/>
                  </a:cubicBezTo>
                  <a:cubicBezTo>
                    <a:pt x="86" y="84"/>
                    <a:pt x="91" y="88"/>
                    <a:pt x="95" y="93"/>
                  </a:cubicBezTo>
                  <a:cubicBezTo>
                    <a:pt x="95" y="93"/>
                    <a:pt x="95" y="92"/>
                    <a:pt x="95" y="92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8" y="59"/>
                    <a:pt x="99" y="71"/>
                    <a:pt x="98" y="89"/>
                  </a:cubicBezTo>
                  <a:cubicBezTo>
                    <a:pt x="97" y="95"/>
                    <a:pt x="102" y="101"/>
                    <a:pt x="108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5" y="101"/>
                    <a:pt x="120" y="97"/>
                    <a:pt x="121" y="91"/>
                  </a:cubicBezTo>
                  <a:cubicBezTo>
                    <a:pt x="126" y="39"/>
                    <a:pt x="101" y="7"/>
                    <a:pt x="71" y="0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7" y="3"/>
                    <a:pt x="0" y="20"/>
                    <a:pt x="8" y="92"/>
                  </a:cubicBezTo>
                  <a:cubicBezTo>
                    <a:pt x="8" y="98"/>
                    <a:pt x="13" y="103"/>
                    <a:pt x="19" y="103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72" name="Group 224">
            <a:extLst>
              <a:ext uri="{FF2B5EF4-FFF2-40B4-BE49-F238E27FC236}">
                <a16:creationId xmlns:a16="http://schemas.microsoft.com/office/drawing/2014/main" id="{407690AC-0973-7540-9AC3-7CF23F9CB232}"/>
              </a:ext>
            </a:extLst>
          </p:cNvPr>
          <p:cNvGrpSpPr/>
          <p:nvPr/>
        </p:nvGrpSpPr>
        <p:grpSpPr>
          <a:xfrm>
            <a:off x="5311722" y="4887940"/>
            <a:ext cx="904897" cy="924428"/>
            <a:chOff x="-9525" y="3198813"/>
            <a:chExt cx="882650" cy="901700"/>
          </a:xfrm>
          <a:solidFill>
            <a:srgbClr val="42929D"/>
          </a:solidFill>
        </p:grpSpPr>
        <p:sp>
          <p:nvSpPr>
            <p:cNvPr id="373" name="Freeform 15">
              <a:extLst>
                <a:ext uri="{FF2B5EF4-FFF2-40B4-BE49-F238E27FC236}">
                  <a16:creationId xmlns:a16="http://schemas.microsoft.com/office/drawing/2014/main" id="{D2AF5C68-DF3F-204D-B844-1DEBFEF774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238" y="3581400"/>
              <a:ext cx="254000" cy="109538"/>
            </a:xfrm>
            <a:custGeom>
              <a:avLst/>
              <a:gdLst/>
              <a:ahLst/>
              <a:cxnLst>
                <a:cxn ang="0">
                  <a:pos x="73" y="13"/>
                </a:cxn>
                <a:cxn ang="0">
                  <a:pos x="20" y="4"/>
                </a:cxn>
                <a:cxn ang="0">
                  <a:pos x="4" y="4"/>
                </a:cxn>
                <a:cxn ang="0">
                  <a:pos x="4" y="20"/>
                </a:cxn>
                <a:cxn ang="0">
                  <a:pos x="55" y="38"/>
                </a:cxn>
                <a:cxn ang="0">
                  <a:pos x="78" y="36"/>
                </a:cxn>
                <a:cxn ang="0">
                  <a:pos x="86" y="22"/>
                </a:cxn>
                <a:cxn ang="0">
                  <a:pos x="73" y="13"/>
                </a:cxn>
                <a:cxn ang="0">
                  <a:pos x="73" y="13"/>
                </a:cxn>
                <a:cxn ang="0">
                  <a:pos x="73" y="13"/>
                </a:cxn>
              </a:cxnLst>
              <a:rect l="0" t="0" r="r" b="b"/>
              <a:pathLst>
                <a:path w="88" h="38">
                  <a:moveTo>
                    <a:pt x="73" y="13"/>
                  </a:moveTo>
                  <a:cubicBezTo>
                    <a:pt x="38" y="21"/>
                    <a:pt x="21" y="5"/>
                    <a:pt x="20" y="4"/>
                  </a:cubicBezTo>
                  <a:cubicBezTo>
                    <a:pt x="16" y="0"/>
                    <a:pt x="9" y="0"/>
                    <a:pt x="4" y="4"/>
                  </a:cubicBezTo>
                  <a:cubicBezTo>
                    <a:pt x="0" y="8"/>
                    <a:pt x="0" y="15"/>
                    <a:pt x="4" y="20"/>
                  </a:cubicBezTo>
                  <a:cubicBezTo>
                    <a:pt x="5" y="21"/>
                    <a:pt x="22" y="38"/>
                    <a:pt x="55" y="38"/>
                  </a:cubicBezTo>
                  <a:cubicBezTo>
                    <a:pt x="62" y="38"/>
                    <a:pt x="70" y="37"/>
                    <a:pt x="78" y="36"/>
                  </a:cubicBezTo>
                  <a:cubicBezTo>
                    <a:pt x="84" y="34"/>
                    <a:pt x="88" y="28"/>
                    <a:pt x="86" y="22"/>
                  </a:cubicBezTo>
                  <a:cubicBezTo>
                    <a:pt x="85" y="16"/>
                    <a:pt x="79" y="12"/>
                    <a:pt x="73" y="13"/>
                  </a:cubicBezTo>
                  <a:close/>
                  <a:moveTo>
                    <a:pt x="73" y="13"/>
                  </a:moveTo>
                  <a:cubicBezTo>
                    <a:pt x="73" y="13"/>
                    <a:pt x="73" y="13"/>
                    <a:pt x="73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4" name="Freeform 16">
              <a:extLst>
                <a:ext uri="{FF2B5EF4-FFF2-40B4-BE49-F238E27FC236}">
                  <a16:creationId xmlns:a16="http://schemas.microsoft.com/office/drawing/2014/main" id="{E6D12430-80D3-9449-8920-879010FDC3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900" y="3462338"/>
              <a:ext cx="147638" cy="144463"/>
            </a:xfrm>
            <a:custGeom>
              <a:avLst/>
              <a:gdLst/>
              <a:ahLst/>
              <a:cxnLst>
                <a:cxn ang="0">
                  <a:pos x="51" y="25"/>
                </a:cxn>
                <a:cxn ang="0">
                  <a:pos x="25" y="50"/>
                </a:cxn>
                <a:cxn ang="0">
                  <a:pos x="0" y="25"/>
                </a:cxn>
                <a:cxn ang="0">
                  <a:pos x="25" y="0"/>
                </a:cxn>
                <a:cxn ang="0">
                  <a:pos x="51" y="25"/>
                </a:cxn>
                <a:cxn ang="0">
                  <a:pos x="51" y="25"/>
                </a:cxn>
                <a:cxn ang="0">
                  <a:pos x="51" y="25"/>
                </a:cxn>
              </a:cxnLst>
              <a:rect l="0" t="0" r="r" b="b"/>
              <a:pathLst>
                <a:path w="51" h="50">
                  <a:moveTo>
                    <a:pt x="51" y="25"/>
                  </a:moveTo>
                  <a:cubicBezTo>
                    <a:pt x="51" y="39"/>
                    <a:pt x="40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0" y="0"/>
                    <a:pt x="51" y="11"/>
                    <a:pt x="51" y="25"/>
                  </a:cubicBezTo>
                  <a:close/>
                  <a:moveTo>
                    <a:pt x="51" y="25"/>
                  </a:moveTo>
                  <a:cubicBezTo>
                    <a:pt x="51" y="25"/>
                    <a:pt x="51" y="25"/>
                    <a:pt x="51" y="2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5" name="Freeform 17">
              <a:extLst>
                <a:ext uri="{FF2B5EF4-FFF2-40B4-BE49-F238E27FC236}">
                  <a16:creationId xmlns:a16="http://schemas.microsoft.com/office/drawing/2014/main" id="{9D5E2250-33C2-E948-ACBB-700A2D8C8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525" y="3549650"/>
              <a:ext cx="882650" cy="550863"/>
            </a:xfrm>
            <a:custGeom>
              <a:avLst/>
              <a:gdLst/>
              <a:ahLst/>
              <a:cxnLst>
                <a:cxn ang="0">
                  <a:pos x="295" y="99"/>
                </a:cxn>
                <a:cxn ang="0">
                  <a:pos x="247" y="80"/>
                </a:cxn>
                <a:cxn ang="0">
                  <a:pos x="242" y="79"/>
                </a:cxn>
                <a:cxn ang="0">
                  <a:pos x="230" y="79"/>
                </a:cxn>
                <a:cxn ang="0">
                  <a:pos x="230" y="76"/>
                </a:cxn>
                <a:cxn ang="0">
                  <a:pos x="229" y="73"/>
                </a:cxn>
                <a:cxn ang="0">
                  <a:pos x="274" y="85"/>
                </a:cxn>
                <a:cxn ang="0">
                  <a:pos x="277" y="85"/>
                </a:cxn>
                <a:cxn ang="0">
                  <a:pos x="290" y="75"/>
                </a:cxn>
                <a:cxn ang="0">
                  <a:pos x="281" y="59"/>
                </a:cxn>
                <a:cxn ang="0">
                  <a:pos x="222" y="43"/>
                </a:cxn>
                <a:cxn ang="0">
                  <a:pos x="218" y="42"/>
                </a:cxn>
                <a:cxn ang="0">
                  <a:pos x="178" y="42"/>
                </a:cxn>
                <a:cxn ang="0">
                  <a:pos x="167" y="51"/>
                </a:cxn>
                <a:cxn ang="0">
                  <a:pos x="147" y="54"/>
                </a:cxn>
                <a:cxn ang="0">
                  <a:pos x="91" y="35"/>
                </a:cxn>
                <a:cxn ang="0">
                  <a:pos x="85" y="25"/>
                </a:cxn>
                <a:cxn ang="0">
                  <a:pos x="88" y="14"/>
                </a:cxn>
                <a:cxn ang="0">
                  <a:pos x="100" y="8"/>
                </a:cxn>
                <a:cxn ang="0">
                  <a:pos x="110" y="11"/>
                </a:cxn>
                <a:cxn ang="0">
                  <a:pos x="133" y="21"/>
                </a:cxn>
                <a:cxn ang="0">
                  <a:pos x="108" y="5"/>
                </a:cxn>
                <a:cxn ang="0">
                  <a:pos x="82" y="10"/>
                </a:cxn>
                <a:cxn ang="0">
                  <a:pos x="79" y="14"/>
                </a:cxn>
                <a:cxn ang="0">
                  <a:pos x="76" y="19"/>
                </a:cxn>
                <a:cxn ang="0">
                  <a:pos x="76" y="19"/>
                </a:cxn>
                <a:cxn ang="0">
                  <a:pos x="83" y="45"/>
                </a:cxn>
                <a:cxn ang="0">
                  <a:pos x="130" y="75"/>
                </a:cxn>
                <a:cxn ang="0">
                  <a:pos x="132" y="76"/>
                </a:cxn>
                <a:cxn ang="0">
                  <a:pos x="132" y="76"/>
                </a:cxn>
                <a:cxn ang="0">
                  <a:pos x="132" y="79"/>
                </a:cxn>
                <a:cxn ang="0">
                  <a:pos x="118" y="79"/>
                </a:cxn>
                <a:cxn ang="0">
                  <a:pos x="55" y="35"/>
                </a:cxn>
                <a:cxn ang="0">
                  <a:pos x="56" y="34"/>
                </a:cxn>
                <a:cxn ang="0">
                  <a:pos x="54" y="23"/>
                </a:cxn>
                <a:cxn ang="0">
                  <a:pos x="32" y="10"/>
                </a:cxn>
                <a:cxn ang="0">
                  <a:pos x="22" y="12"/>
                </a:cxn>
                <a:cxn ang="0">
                  <a:pos x="4" y="17"/>
                </a:cxn>
                <a:cxn ang="0">
                  <a:pos x="8" y="36"/>
                </a:cxn>
                <a:cxn ang="0">
                  <a:pos x="106" y="104"/>
                </a:cxn>
                <a:cxn ang="0">
                  <a:pos x="114" y="107"/>
                </a:cxn>
                <a:cxn ang="0">
                  <a:pos x="132" y="107"/>
                </a:cxn>
                <a:cxn ang="0">
                  <a:pos x="140" y="112"/>
                </a:cxn>
                <a:cxn ang="0">
                  <a:pos x="157" y="112"/>
                </a:cxn>
                <a:cxn ang="0">
                  <a:pos x="157" y="177"/>
                </a:cxn>
                <a:cxn ang="0">
                  <a:pos x="149" y="177"/>
                </a:cxn>
                <a:cxn ang="0">
                  <a:pos x="142" y="184"/>
                </a:cxn>
                <a:cxn ang="0">
                  <a:pos x="149" y="190"/>
                </a:cxn>
                <a:cxn ang="0">
                  <a:pos x="214" y="190"/>
                </a:cxn>
                <a:cxn ang="0">
                  <a:pos x="220" y="184"/>
                </a:cxn>
                <a:cxn ang="0">
                  <a:pos x="214" y="177"/>
                </a:cxn>
                <a:cxn ang="0">
                  <a:pos x="204" y="177"/>
                </a:cxn>
                <a:cxn ang="0">
                  <a:pos x="204" y="112"/>
                </a:cxn>
                <a:cxn ang="0">
                  <a:pos x="221" y="112"/>
                </a:cxn>
                <a:cxn ang="0">
                  <a:pos x="229" y="107"/>
                </a:cxn>
                <a:cxn ang="0">
                  <a:pos x="239" y="107"/>
                </a:cxn>
                <a:cxn ang="0">
                  <a:pos x="284" y="125"/>
                </a:cxn>
                <a:cxn ang="0">
                  <a:pos x="289" y="126"/>
                </a:cxn>
                <a:cxn ang="0">
                  <a:pos x="302" y="117"/>
                </a:cxn>
                <a:cxn ang="0">
                  <a:pos x="295" y="99"/>
                </a:cxn>
                <a:cxn ang="0">
                  <a:pos x="295" y="99"/>
                </a:cxn>
                <a:cxn ang="0">
                  <a:pos x="295" y="99"/>
                </a:cxn>
              </a:cxnLst>
              <a:rect l="0" t="0" r="r" b="b"/>
              <a:pathLst>
                <a:path w="305" h="190">
                  <a:moveTo>
                    <a:pt x="295" y="99"/>
                  </a:moveTo>
                  <a:cubicBezTo>
                    <a:pt x="247" y="80"/>
                    <a:pt x="247" y="80"/>
                    <a:pt x="247" y="80"/>
                  </a:cubicBezTo>
                  <a:cubicBezTo>
                    <a:pt x="245" y="79"/>
                    <a:pt x="244" y="79"/>
                    <a:pt x="242" y="79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5"/>
                    <a:pt x="229" y="74"/>
                    <a:pt x="229" y="73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5" y="85"/>
                    <a:pt x="276" y="85"/>
                    <a:pt x="277" y="85"/>
                  </a:cubicBezTo>
                  <a:cubicBezTo>
                    <a:pt x="283" y="85"/>
                    <a:pt x="289" y="81"/>
                    <a:pt x="290" y="75"/>
                  </a:cubicBezTo>
                  <a:cubicBezTo>
                    <a:pt x="292" y="68"/>
                    <a:pt x="288" y="61"/>
                    <a:pt x="281" y="59"/>
                  </a:cubicBezTo>
                  <a:cubicBezTo>
                    <a:pt x="222" y="43"/>
                    <a:pt x="222" y="43"/>
                    <a:pt x="222" y="43"/>
                  </a:cubicBezTo>
                  <a:cubicBezTo>
                    <a:pt x="220" y="42"/>
                    <a:pt x="219" y="42"/>
                    <a:pt x="218" y="42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6" y="47"/>
                    <a:pt x="172" y="50"/>
                    <a:pt x="167" y="51"/>
                  </a:cubicBezTo>
                  <a:cubicBezTo>
                    <a:pt x="160" y="53"/>
                    <a:pt x="153" y="54"/>
                    <a:pt x="147" y="54"/>
                  </a:cubicBezTo>
                  <a:cubicBezTo>
                    <a:pt x="114" y="54"/>
                    <a:pt x="92" y="36"/>
                    <a:pt x="91" y="35"/>
                  </a:cubicBezTo>
                  <a:cubicBezTo>
                    <a:pt x="87" y="33"/>
                    <a:pt x="85" y="29"/>
                    <a:pt x="85" y="25"/>
                  </a:cubicBezTo>
                  <a:cubicBezTo>
                    <a:pt x="85" y="21"/>
                    <a:pt x="86" y="17"/>
                    <a:pt x="88" y="14"/>
                  </a:cubicBezTo>
                  <a:cubicBezTo>
                    <a:pt x="91" y="10"/>
                    <a:pt x="96" y="8"/>
                    <a:pt x="100" y="8"/>
                  </a:cubicBezTo>
                  <a:cubicBezTo>
                    <a:pt x="104" y="8"/>
                    <a:pt x="107" y="9"/>
                    <a:pt x="110" y="11"/>
                  </a:cubicBezTo>
                  <a:cubicBezTo>
                    <a:pt x="110" y="12"/>
                    <a:pt x="119" y="18"/>
                    <a:pt x="133" y="21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99" y="0"/>
                    <a:pt x="89" y="4"/>
                    <a:pt x="82" y="10"/>
                  </a:cubicBezTo>
                  <a:cubicBezTo>
                    <a:pt x="82" y="10"/>
                    <a:pt x="80" y="11"/>
                    <a:pt x="79" y="14"/>
                  </a:cubicBezTo>
                  <a:cubicBezTo>
                    <a:pt x="77" y="16"/>
                    <a:pt x="76" y="19"/>
                    <a:pt x="76" y="19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3" y="27"/>
                    <a:pt x="74" y="39"/>
                    <a:pt x="83" y="45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1" y="75"/>
                    <a:pt x="131" y="76"/>
                    <a:pt x="132" y="76"/>
                  </a:cubicBezTo>
                  <a:cubicBezTo>
                    <a:pt x="132" y="76"/>
                    <a:pt x="132" y="76"/>
                    <a:pt x="132" y="76"/>
                  </a:cubicBezTo>
                  <a:cubicBezTo>
                    <a:pt x="132" y="79"/>
                    <a:pt x="132" y="79"/>
                    <a:pt x="132" y="7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6" y="35"/>
                    <a:pt x="56" y="35"/>
                    <a:pt x="56" y="34"/>
                  </a:cubicBezTo>
                  <a:cubicBezTo>
                    <a:pt x="59" y="31"/>
                    <a:pt x="58" y="26"/>
                    <a:pt x="54" y="23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9" y="8"/>
                    <a:pt x="24" y="9"/>
                    <a:pt x="22" y="12"/>
                  </a:cubicBezTo>
                  <a:cubicBezTo>
                    <a:pt x="16" y="9"/>
                    <a:pt x="8" y="11"/>
                    <a:pt x="4" y="17"/>
                  </a:cubicBezTo>
                  <a:cubicBezTo>
                    <a:pt x="0" y="23"/>
                    <a:pt x="2" y="32"/>
                    <a:pt x="8" y="36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8" y="106"/>
                    <a:pt x="111" y="107"/>
                    <a:pt x="114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10"/>
                    <a:pt x="136" y="112"/>
                    <a:pt x="140" y="112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49" y="177"/>
                    <a:pt x="149" y="177"/>
                    <a:pt x="149" y="177"/>
                  </a:cubicBezTo>
                  <a:cubicBezTo>
                    <a:pt x="145" y="177"/>
                    <a:pt x="142" y="180"/>
                    <a:pt x="142" y="184"/>
                  </a:cubicBezTo>
                  <a:cubicBezTo>
                    <a:pt x="142" y="187"/>
                    <a:pt x="145" y="190"/>
                    <a:pt x="149" y="190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17" y="190"/>
                    <a:pt x="220" y="187"/>
                    <a:pt x="220" y="184"/>
                  </a:cubicBezTo>
                  <a:cubicBezTo>
                    <a:pt x="220" y="180"/>
                    <a:pt x="217" y="177"/>
                    <a:pt x="214" y="177"/>
                  </a:cubicBezTo>
                  <a:cubicBezTo>
                    <a:pt x="204" y="177"/>
                    <a:pt x="204" y="177"/>
                    <a:pt x="204" y="177"/>
                  </a:cubicBezTo>
                  <a:cubicBezTo>
                    <a:pt x="204" y="112"/>
                    <a:pt x="204" y="112"/>
                    <a:pt x="204" y="112"/>
                  </a:cubicBezTo>
                  <a:cubicBezTo>
                    <a:pt x="221" y="112"/>
                    <a:pt x="221" y="112"/>
                    <a:pt x="221" y="112"/>
                  </a:cubicBezTo>
                  <a:cubicBezTo>
                    <a:pt x="225" y="112"/>
                    <a:pt x="228" y="110"/>
                    <a:pt x="229" y="107"/>
                  </a:cubicBezTo>
                  <a:cubicBezTo>
                    <a:pt x="239" y="107"/>
                    <a:pt x="239" y="107"/>
                    <a:pt x="239" y="107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6" y="126"/>
                    <a:pt x="288" y="126"/>
                    <a:pt x="289" y="126"/>
                  </a:cubicBezTo>
                  <a:cubicBezTo>
                    <a:pt x="295" y="126"/>
                    <a:pt x="300" y="123"/>
                    <a:pt x="302" y="117"/>
                  </a:cubicBezTo>
                  <a:cubicBezTo>
                    <a:pt x="305" y="110"/>
                    <a:pt x="302" y="102"/>
                    <a:pt x="295" y="99"/>
                  </a:cubicBezTo>
                  <a:close/>
                  <a:moveTo>
                    <a:pt x="295" y="99"/>
                  </a:moveTo>
                  <a:cubicBezTo>
                    <a:pt x="295" y="99"/>
                    <a:pt x="295" y="99"/>
                    <a:pt x="295" y="9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6" name="Freeform 18">
              <a:extLst>
                <a:ext uri="{FF2B5EF4-FFF2-40B4-BE49-F238E27FC236}">
                  <a16:creationId xmlns:a16="http://schemas.microsoft.com/office/drawing/2014/main" id="{22C910AA-C5CC-8F47-8638-7636A48029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275" y="3370263"/>
              <a:ext cx="415925" cy="295275"/>
            </a:xfrm>
            <a:custGeom>
              <a:avLst/>
              <a:gdLst/>
              <a:ahLst/>
              <a:cxnLst>
                <a:cxn ang="0">
                  <a:pos x="11" y="62"/>
                </a:cxn>
                <a:cxn ang="0">
                  <a:pos x="59" y="47"/>
                </a:cxn>
                <a:cxn ang="0">
                  <a:pos x="59" y="65"/>
                </a:cxn>
                <a:cxn ang="0">
                  <a:pos x="55" y="83"/>
                </a:cxn>
                <a:cxn ang="0">
                  <a:pos x="57" y="82"/>
                </a:cxn>
                <a:cxn ang="0">
                  <a:pos x="60" y="82"/>
                </a:cxn>
                <a:cxn ang="0">
                  <a:pos x="75" y="94"/>
                </a:cxn>
                <a:cxn ang="0">
                  <a:pos x="75" y="100"/>
                </a:cxn>
                <a:cxn ang="0">
                  <a:pos x="114" y="100"/>
                </a:cxn>
                <a:cxn ang="0">
                  <a:pos x="118" y="101"/>
                </a:cxn>
                <a:cxn ang="0">
                  <a:pos x="124" y="102"/>
                </a:cxn>
                <a:cxn ang="0">
                  <a:pos x="116" y="65"/>
                </a:cxn>
                <a:cxn ang="0">
                  <a:pos x="116" y="44"/>
                </a:cxn>
                <a:cxn ang="0">
                  <a:pos x="122" y="84"/>
                </a:cxn>
                <a:cxn ang="0">
                  <a:pos x="133" y="95"/>
                </a:cxn>
                <a:cxn ang="0">
                  <a:pos x="133" y="95"/>
                </a:cxn>
                <a:cxn ang="0">
                  <a:pos x="144" y="84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7" y="7"/>
                </a:cxn>
                <a:cxn ang="0">
                  <a:pos x="80" y="0"/>
                </a:cxn>
                <a:cxn ang="0">
                  <a:pos x="69" y="5"/>
                </a:cxn>
                <a:cxn ang="0">
                  <a:pos x="53" y="21"/>
                </a:cxn>
                <a:cxn ang="0">
                  <a:pos x="11" y="41"/>
                </a:cxn>
                <a:cxn ang="0">
                  <a:pos x="0" y="51"/>
                </a:cxn>
                <a:cxn ang="0">
                  <a:pos x="11" y="62"/>
                </a:cxn>
                <a:cxn ang="0">
                  <a:pos x="11" y="62"/>
                </a:cxn>
                <a:cxn ang="0">
                  <a:pos x="11" y="62"/>
                </a:cxn>
              </a:cxnLst>
              <a:rect l="0" t="0" r="r" b="b"/>
              <a:pathLst>
                <a:path w="144" h="102">
                  <a:moveTo>
                    <a:pt x="11" y="62"/>
                  </a:moveTo>
                  <a:cubicBezTo>
                    <a:pt x="36" y="62"/>
                    <a:pt x="50" y="55"/>
                    <a:pt x="59" y="47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8" y="68"/>
                    <a:pt x="57" y="75"/>
                    <a:pt x="55" y="83"/>
                  </a:cubicBezTo>
                  <a:cubicBezTo>
                    <a:pt x="55" y="83"/>
                    <a:pt x="56" y="82"/>
                    <a:pt x="57" y="82"/>
                  </a:cubicBezTo>
                  <a:cubicBezTo>
                    <a:pt x="58" y="82"/>
                    <a:pt x="59" y="82"/>
                    <a:pt x="60" y="82"/>
                  </a:cubicBezTo>
                  <a:cubicBezTo>
                    <a:pt x="67" y="82"/>
                    <a:pt x="74" y="87"/>
                    <a:pt x="75" y="94"/>
                  </a:cubicBezTo>
                  <a:cubicBezTo>
                    <a:pt x="76" y="96"/>
                    <a:pt x="76" y="98"/>
                    <a:pt x="75" y="100"/>
                  </a:cubicBezTo>
                  <a:cubicBezTo>
                    <a:pt x="114" y="100"/>
                    <a:pt x="114" y="100"/>
                    <a:pt x="114" y="100"/>
                  </a:cubicBezTo>
                  <a:cubicBezTo>
                    <a:pt x="115" y="100"/>
                    <a:pt x="117" y="100"/>
                    <a:pt x="118" y="101"/>
                  </a:cubicBezTo>
                  <a:cubicBezTo>
                    <a:pt x="124" y="102"/>
                    <a:pt x="124" y="102"/>
                    <a:pt x="124" y="102"/>
                  </a:cubicBezTo>
                  <a:cubicBezTo>
                    <a:pt x="121" y="86"/>
                    <a:pt x="117" y="71"/>
                    <a:pt x="116" y="6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20" y="53"/>
                    <a:pt x="122" y="65"/>
                    <a:pt x="122" y="84"/>
                  </a:cubicBezTo>
                  <a:cubicBezTo>
                    <a:pt x="122" y="90"/>
                    <a:pt x="127" y="95"/>
                    <a:pt x="133" y="95"/>
                  </a:cubicBezTo>
                  <a:cubicBezTo>
                    <a:pt x="133" y="95"/>
                    <a:pt x="133" y="95"/>
                    <a:pt x="133" y="95"/>
                  </a:cubicBezTo>
                  <a:cubicBezTo>
                    <a:pt x="139" y="95"/>
                    <a:pt x="144" y="90"/>
                    <a:pt x="144" y="84"/>
                  </a:cubicBezTo>
                  <a:cubicBezTo>
                    <a:pt x="144" y="33"/>
                    <a:pt x="119" y="9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6" y="1"/>
                    <a:pt x="73" y="3"/>
                    <a:pt x="69" y="5"/>
                  </a:cubicBezTo>
                  <a:cubicBezTo>
                    <a:pt x="69" y="5"/>
                    <a:pt x="60" y="12"/>
                    <a:pt x="53" y="21"/>
                  </a:cubicBezTo>
                  <a:cubicBezTo>
                    <a:pt x="46" y="32"/>
                    <a:pt x="39" y="41"/>
                    <a:pt x="11" y="41"/>
                  </a:cubicBezTo>
                  <a:cubicBezTo>
                    <a:pt x="5" y="41"/>
                    <a:pt x="0" y="45"/>
                    <a:pt x="0" y="51"/>
                  </a:cubicBezTo>
                  <a:cubicBezTo>
                    <a:pt x="0" y="57"/>
                    <a:pt x="5" y="62"/>
                    <a:pt x="11" y="62"/>
                  </a:cubicBezTo>
                  <a:close/>
                  <a:moveTo>
                    <a:pt x="11" y="62"/>
                  </a:moveTo>
                  <a:cubicBezTo>
                    <a:pt x="11" y="62"/>
                    <a:pt x="11" y="62"/>
                    <a:pt x="11" y="6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7" name="Freeform 19">
              <a:extLst>
                <a:ext uri="{FF2B5EF4-FFF2-40B4-BE49-F238E27FC236}">
                  <a16:creationId xmlns:a16="http://schemas.microsoft.com/office/drawing/2014/main" id="{890AA95F-ED9B-4B4E-95D7-1F154E10A3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4663" y="3198813"/>
              <a:ext cx="149225" cy="165100"/>
            </a:xfrm>
            <a:custGeom>
              <a:avLst/>
              <a:gdLst/>
              <a:ahLst/>
              <a:cxnLst>
                <a:cxn ang="0">
                  <a:pos x="26" y="57"/>
                </a:cxn>
                <a:cxn ang="0">
                  <a:pos x="52" y="31"/>
                </a:cxn>
                <a:cxn ang="0">
                  <a:pos x="46" y="15"/>
                </a:cxn>
                <a:cxn ang="0">
                  <a:pos x="38" y="15"/>
                </a:cxn>
                <a:cxn ang="0">
                  <a:pos x="38" y="11"/>
                </a:cxn>
                <a:cxn ang="0">
                  <a:pos x="42" y="11"/>
                </a:cxn>
                <a:cxn ang="0">
                  <a:pos x="37" y="7"/>
                </a:cxn>
                <a:cxn ang="0">
                  <a:pos x="26" y="0"/>
                </a:cxn>
                <a:cxn ang="0">
                  <a:pos x="14" y="7"/>
                </a:cxn>
                <a:cxn ang="0">
                  <a:pos x="9" y="11"/>
                </a:cxn>
                <a:cxn ang="0">
                  <a:pos x="14" y="11"/>
                </a:cxn>
                <a:cxn ang="0">
                  <a:pos x="14" y="15"/>
                </a:cxn>
                <a:cxn ang="0">
                  <a:pos x="5" y="15"/>
                </a:cxn>
                <a:cxn ang="0">
                  <a:pos x="0" y="31"/>
                </a:cxn>
                <a:cxn ang="0">
                  <a:pos x="26" y="57"/>
                </a:cxn>
                <a:cxn ang="0">
                  <a:pos x="26" y="5"/>
                </a:cxn>
                <a:cxn ang="0">
                  <a:pos x="33" y="12"/>
                </a:cxn>
                <a:cxn ang="0">
                  <a:pos x="26" y="20"/>
                </a:cxn>
                <a:cxn ang="0">
                  <a:pos x="19" y="12"/>
                </a:cxn>
                <a:cxn ang="0">
                  <a:pos x="26" y="5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52" h="57">
                  <a:moveTo>
                    <a:pt x="26" y="57"/>
                  </a:moveTo>
                  <a:cubicBezTo>
                    <a:pt x="40" y="57"/>
                    <a:pt x="52" y="45"/>
                    <a:pt x="52" y="31"/>
                  </a:cubicBezTo>
                  <a:cubicBezTo>
                    <a:pt x="52" y="25"/>
                    <a:pt x="50" y="19"/>
                    <a:pt x="46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9"/>
                    <a:pt x="39" y="8"/>
                    <a:pt x="37" y="7"/>
                  </a:cubicBezTo>
                  <a:cubicBezTo>
                    <a:pt x="35" y="3"/>
                    <a:pt x="31" y="0"/>
                    <a:pt x="26" y="0"/>
                  </a:cubicBezTo>
                  <a:cubicBezTo>
                    <a:pt x="21" y="0"/>
                    <a:pt x="16" y="3"/>
                    <a:pt x="14" y="7"/>
                  </a:cubicBezTo>
                  <a:cubicBezTo>
                    <a:pt x="12" y="8"/>
                    <a:pt x="11" y="9"/>
                    <a:pt x="9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9"/>
                    <a:pt x="0" y="25"/>
                    <a:pt x="0" y="31"/>
                  </a:cubicBezTo>
                  <a:cubicBezTo>
                    <a:pt x="0" y="45"/>
                    <a:pt x="11" y="57"/>
                    <a:pt x="26" y="57"/>
                  </a:cubicBezTo>
                  <a:close/>
                  <a:moveTo>
                    <a:pt x="26" y="5"/>
                  </a:moveTo>
                  <a:cubicBezTo>
                    <a:pt x="30" y="5"/>
                    <a:pt x="33" y="9"/>
                    <a:pt x="33" y="12"/>
                  </a:cubicBezTo>
                  <a:cubicBezTo>
                    <a:pt x="33" y="16"/>
                    <a:pt x="30" y="20"/>
                    <a:pt x="26" y="20"/>
                  </a:cubicBezTo>
                  <a:cubicBezTo>
                    <a:pt x="22" y="20"/>
                    <a:pt x="19" y="16"/>
                    <a:pt x="19" y="12"/>
                  </a:cubicBezTo>
                  <a:cubicBezTo>
                    <a:pt x="19" y="9"/>
                    <a:pt x="22" y="5"/>
                    <a:pt x="26" y="5"/>
                  </a:cubicBezTo>
                  <a:close/>
                  <a:moveTo>
                    <a:pt x="26" y="5"/>
                  </a:moveTo>
                  <a:cubicBezTo>
                    <a:pt x="26" y="5"/>
                    <a:pt x="26" y="5"/>
                    <a:pt x="26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78" name="Group 231">
            <a:extLst>
              <a:ext uri="{FF2B5EF4-FFF2-40B4-BE49-F238E27FC236}">
                <a16:creationId xmlns:a16="http://schemas.microsoft.com/office/drawing/2014/main" id="{FEA2F161-29B0-0749-B408-D7A9E0AAFE6B}"/>
              </a:ext>
            </a:extLst>
          </p:cNvPr>
          <p:cNvGrpSpPr/>
          <p:nvPr/>
        </p:nvGrpSpPr>
        <p:grpSpPr>
          <a:xfrm>
            <a:off x="6582373" y="4909253"/>
            <a:ext cx="714228" cy="879384"/>
            <a:chOff x="6259513" y="2459038"/>
            <a:chExt cx="782637" cy="963612"/>
          </a:xfrm>
          <a:solidFill>
            <a:srgbClr val="42929D"/>
          </a:solidFill>
        </p:grpSpPr>
        <p:sp>
          <p:nvSpPr>
            <p:cNvPr id="379" name="Freeform 22">
              <a:extLst>
                <a:ext uri="{FF2B5EF4-FFF2-40B4-BE49-F238E27FC236}">
                  <a16:creationId xmlns:a16="http://schemas.microsoft.com/office/drawing/2014/main" id="{5154BB71-B425-744F-9F8B-E67490803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3825" y="2678113"/>
              <a:ext cx="568325" cy="744537"/>
            </a:xfrm>
            <a:custGeom>
              <a:avLst/>
              <a:gdLst/>
              <a:ahLst/>
              <a:cxnLst>
                <a:cxn ang="0">
                  <a:pos x="99" y="114"/>
                </a:cxn>
                <a:cxn ang="0">
                  <a:pos x="76" y="60"/>
                </a:cxn>
                <a:cxn ang="0">
                  <a:pos x="64" y="55"/>
                </a:cxn>
                <a:cxn ang="0">
                  <a:pos x="60" y="55"/>
                </a:cxn>
                <a:cxn ang="0">
                  <a:pos x="64" y="40"/>
                </a:cxn>
                <a:cxn ang="0">
                  <a:pos x="34" y="7"/>
                </a:cxn>
                <a:cxn ang="0">
                  <a:pos x="32" y="5"/>
                </a:cxn>
                <a:cxn ang="0">
                  <a:pos x="26" y="2"/>
                </a:cxn>
                <a:cxn ang="0">
                  <a:pos x="7" y="13"/>
                </a:cxn>
                <a:cxn ang="0">
                  <a:pos x="1" y="59"/>
                </a:cxn>
                <a:cxn ang="0">
                  <a:pos x="1" y="61"/>
                </a:cxn>
                <a:cxn ang="0">
                  <a:pos x="10" y="75"/>
                </a:cxn>
                <a:cxn ang="0">
                  <a:pos x="61" y="75"/>
                </a:cxn>
                <a:cxn ang="0">
                  <a:pos x="81" y="123"/>
                </a:cxn>
                <a:cxn ang="0">
                  <a:pos x="99" y="114"/>
                </a:cxn>
                <a:cxn ang="0">
                  <a:pos x="33" y="55"/>
                </a:cxn>
                <a:cxn ang="0">
                  <a:pos x="35" y="36"/>
                </a:cxn>
                <a:cxn ang="0">
                  <a:pos x="51" y="53"/>
                </a:cxn>
                <a:cxn ang="0">
                  <a:pos x="54" y="55"/>
                </a:cxn>
                <a:cxn ang="0">
                  <a:pos x="33" y="55"/>
                </a:cxn>
                <a:cxn ang="0">
                  <a:pos x="33" y="55"/>
                </a:cxn>
                <a:cxn ang="0">
                  <a:pos x="33" y="55"/>
                </a:cxn>
              </a:cxnLst>
              <a:rect l="0" t="0" r="r" b="b"/>
              <a:pathLst>
                <a:path w="103" h="136">
                  <a:moveTo>
                    <a:pt x="99" y="114"/>
                  </a:moveTo>
                  <a:cubicBezTo>
                    <a:pt x="92" y="96"/>
                    <a:pt x="85" y="77"/>
                    <a:pt x="76" y="60"/>
                  </a:cubicBezTo>
                  <a:cubicBezTo>
                    <a:pt x="73" y="55"/>
                    <a:pt x="68" y="54"/>
                    <a:pt x="64" y="55"/>
                  </a:cubicBezTo>
                  <a:cubicBezTo>
                    <a:pt x="63" y="55"/>
                    <a:pt x="62" y="55"/>
                    <a:pt x="60" y="55"/>
                  </a:cubicBezTo>
                  <a:cubicBezTo>
                    <a:pt x="66" y="53"/>
                    <a:pt x="70" y="45"/>
                    <a:pt x="64" y="40"/>
                  </a:cubicBezTo>
                  <a:cubicBezTo>
                    <a:pt x="53" y="30"/>
                    <a:pt x="43" y="19"/>
                    <a:pt x="34" y="7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1" y="4"/>
                    <a:pt x="29" y="3"/>
                    <a:pt x="26" y="2"/>
                  </a:cubicBezTo>
                  <a:cubicBezTo>
                    <a:pt x="19" y="0"/>
                    <a:pt x="8" y="5"/>
                    <a:pt x="7" y="13"/>
                  </a:cubicBezTo>
                  <a:cubicBezTo>
                    <a:pt x="4" y="28"/>
                    <a:pt x="2" y="44"/>
                    <a:pt x="1" y="59"/>
                  </a:cubicBezTo>
                  <a:cubicBezTo>
                    <a:pt x="1" y="60"/>
                    <a:pt x="1" y="61"/>
                    <a:pt x="1" y="61"/>
                  </a:cubicBezTo>
                  <a:cubicBezTo>
                    <a:pt x="0" y="67"/>
                    <a:pt x="3" y="75"/>
                    <a:pt x="10" y="75"/>
                  </a:cubicBezTo>
                  <a:cubicBezTo>
                    <a:pt x="27" y="77"/>
                    <a:pt x="44" y="76"/>
                    <a:pt x="61" y="75"/>
                  </a:cubicBezTo>
                  <a:cubicBezTo>
                    <a:pt x="68" y="91"/>
                    <a:pt x="75" y="107"/>
                    <a:pt x="81" y="123"/>
                  </a:cubicBezTo>
                  <a:cubicBezTo>
                    <a:pt x="85" y="136"/>
                    <a:pt x="103" y="126"/>
                    <a:pt x="99" y="114"/>
                  </a:cubicBezTo>
                  <a:close/>
                  <a:moveTo>
                    <a:pt x="33" y="55"/>
                  </a:moveTo>
                  <a:cubicBezTo>
                    <a:pt x="33" y="49"/>
                    <a:pt x="34" y="42"/>
                    <a:pt x="35" y="36"/>
                  </a:cubicBezTo>
                  <a:cubicBezTo>
                    <a:pt x="40" y="42"/>
                    <a:pt x="46" y="48"/>
                    <a:pt x="51" y="53"/>
                  </a:cubicBezTo>
                  <a:cubicBezTo>
                    <a:pt x="52" y="54"/>
                    <a:pt x="53" y="55"/>
                    <a:pt x="54" y="55"/>
                  </a:cubicBezTo>
                  <a:cubicBezTo>
                    <a:pt x="47" y="55"/>
                    <a:pt x="40" y="55"/>
                    <a:pt x="33" y="55"/>
                  </a:cubicBezTo>
                  <a:close/>
                  <a:moveTo>
                    <a:pt x="33" y="55"/>
                  </a:moveTo>
                  <a:cubicBezTo>
                    <a:pt x="33" y="55"/>
                    <a:pt x="33" y="55"/>
                    <a:pt x="33" y="5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0" name="Freeform 23">
              <a:extLst>
                <a:ext uri="{FF2B5EF4-FFF2-40B4-BE49-F238E27FC236}">
                  <a16:creationId xmlns:a16="http://schemas.microsoft.com/office/drawing/2014/main" id="{731900C6-9FC8-E14E-96B8-47F7C9D301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4625" y="2459038"/>
              <a:ext cx="196850" cy="196850"/>
            </a:xfrm>
            <a:custGeom>
              <a:avLst/>
              <a:gdLst/>
              <a:ahLst/>
              <a:cxnLst>
                <a:cxn ang="0">
                  <a:pos x="36" y="18"/>
                </a:cxn>
                <a:cxn ang="0">
                  <a:pos x="18" y="36"/>
                </a:cxn>
                <a:cxn ang="0">
                  <a:pos x="0" y="18"/>
                </a:cxn>
                <a:cxn ang="0">
                  <a:pos x="18" y="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8"/>
                </a:cxn>
              </a:cxnLst>
              <a:rect l="0" t="0" r="r" b="b"/>
              <a:pathLst>
                <a:path w="36" h="36">
                  <a:moveTo>
                    <a:pt x="36" y="18"/>
                  </a:moveTo>
                  <a:cubicBezTo>
                    <a:pt x="36" y="28"/>
                    <a:pt x="2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lose/>
                  <a:moveTo>
                    <a:pt x="36" y="18"/>
                  </a:moveTo>
                  <a:cubicBezTo>
                    <a:pt x="36" y="18"/>
                    <a:pt x="36" y="18"/>
                    <a:pt x="36" y="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1" name="Freeform 24">
              <a:extLst>
                <a:ext uri="{FF2B5EF4-FFF2-40B4-BE49-F238E27FC236}">
                  <a16:creationId xmlns:a16="http://schemas.microsoft.com/office/drawing/2014/main" id="{03277B4A-AAB0-4043-95E5-9F80E2662F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9513" y="2738438"/>
              <a:ext cx="622300" cy="684212"/>
            </a:xfrm>
            <a:custGeom>
              <a:avLst/>
              <a:gdLst/>
              <a:ahLst/>
              <a:cxnLst>
                <a:cxn ang="0">
                  <a:pos x="111" y="96"/>
                </a:cxn>
                <a:cxn ang="0">
                  <a:pos x="106" y="97"/>
                </a:cxn>
                <a:cxn ang="0">
                  <a:pos x="68" y="118"/>
                </a:cxn>
                <a:cxn ang="0">
                  <a:pos x="24" y="74"/>
                </a:cxn>
                <a:cxn ang="0">
                  <a:pos x="37" y="43"/>
                </a:cxn>
                <a:cxn ang="0">
                  <a:pos x="37" y="38"/>
                </a:cxn>
                <a:cxn ang="0">
                  <a:pos x="33" y="37"/>
                </a:cxn>
                <a:cxn ang="0">
                  <a:pos x="32" y="14"/>
                </a:cxn>
                <a:cxn ang="0">
                  <a:pos x="30" y="11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25" y="17"/>
                </a:cxn>
                <a:cxn ang="0">
                  <a:pos x="26" y="44"/>
                </a:cxn>
                <a:cxn ang="0">
                  <a:pos x="17" y="74"/>
                </a:cxn>
                <a:cxn ang="0">
                  <a:pos x="68" y="125"/>
                </a:cxn>
                <a:cxn ang="0">
                  <a:pos x="112" y="101"/>
                </a:cxn>
                <a:cxn ang="0">
                  <a:pos x="111" y="96"/>
                </a:cxn>
                <a:cxn ang="0">
                  <a:pos x="111" y="96"/>
                </a:cxn>
                <a:cxn ang="0">
                  <a:pos x="111" y="96"/>
                </a:cxn>
              </a:cxnLst>
              <a:rect l="0" t="0" r="r" b="b"/>
              <a:pathLst>
                <a:path w="113" h="125">
                  <a:moveTo>
                    <a:pt x="111" y="96"/>
                  </a:moveTo>
                  <a:cubicBezTo>
                    <a:pt x="109" y="95"/>
                    <a:pt x="107" y="96"/>
                    <a:pt x="106" y="97"/>
                  </a:cubicBezTo>
                  <a:cubicBezTo>
                    <a:pt x="97" y="110"/>
                    <a:pt x="83" y="118"/>
                    <a:pt x="68" y="118"/>
                  </a:cubicBezTo>
                  <a:cubicBezTo>
                    <a:pt x="44" y="118"/>
                    <a:pt x="24" y="98"/>
                    <a:pt x="24" y="74"/>
                  </a:cubicBezTo>
                  <a:cubicBezTo>
                    <a:pt x="24" y="62"/>
                    <a:pt x="29" y="51"/>
                    <a:pt x="37" y="43"/>
                  </a:cubicBezTo>
                  <a:cubicBezTo>
                    <a:pt x="39" y="41"/>
                    <a:pt x="39" y="39"/>
                    <a:pt x="37" y="38"/>
                  </a:cubicBezTo>
                  <a:cubicBezTo>
                    <a:pt x="36" y="37"/>
                    <a:pt x="35" y="36"/>
                    <a:pt x="33" y="37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3"/>
                    <a:pt x="31" y="12"/>
                    <a:pt x="30" y="1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1" y="1"/>
                    <a:pt x="0" y="3"/>
                  </a:cubicBezTo>
                  <a:cubicBezTo>
                    <a:pt x="0" y="5"/>
                    <a:pt x="0" y="7"/>
                    <a:pt x="2" y="8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0" y="53"/>
                    <a:pt x="17" y="63"/>
                    <a:pt x="17" y="74"/>
                  </a:cubicBezTo>
                  <a:cubicBezTo>
                    <a:pt x="17" y="102"/>
                    <a:pt x="40" y="125"/>
                    <a:pt x="68" y="125"/>
                  </a:cubicBezTo>
                  <a:cubicBezTo>
                    <a:pt x="86" y="125"/>
                    <a:pt x="102" y="116"/>
                    <a:pt x="112" y="101"/>
                  </a:cubicBezTo>
                  <a:cubicBezTo>
                    <a:pt x="113" y="99"/>
                    <a:pt x="112" y="97"/>
                    <a:pt x="111" y="96"/>
                  </a:cubicBezTo>
                  <a:close/>
                  <a:moveTo>
                    <a:pt x="111" y="96"/>
                  </a:moveTo>
                  <a:cubicBezTo>
                    <a:pt x="111" y="96"/>
                    <a:pt x="111" y="96"/>
                    <a:pt x="111" y="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93" name="Freeform 14">
            <a:extLst>
              <a:ext uri="{FF2B5EF4-FFF2-40B4-BE49-F238E27FC236}">
                <a16:creationId xmlns:a16="http://schemas.microsoft.com/office/drawing/2014/main" id="{A7603F18-E054-964D-9CDB-2438BDE1C06D}"/>
              </a:ext>
            </a:extLst>
          </p:cNvPr>
          <p:cNvSpPr>
            <a:spLocks noEditPoints="1"/>
          </p:cNvSpPr>
          <p:nvPr/>
        </p:nvSpPr>
        <p:spPr bwMode="auto">
          <a:xfrm>
            <a:off x="3503902" y="5093004"/>
            <a:ext cx="508700" cy="706589"/>
          </a:xfrm>
          <a:custGeom>
            <a:avLst/>
            <a:gdLst/>
            <a:ahLst/>
            <a:cxnLst>
              <a:cxn ang="0">
                <a:pos x="570" y="331"/>
              </a:cxn>
              <a:cxn ang="0">
                <a:pos x="542" y="277"/>
              </a:cxn>
              <a:cxn ang="0">
                <a:pos x="485" y="225"/>
              </a:cxn>
              <a:cxn ang="0">
                <a:pos x="477" y="216"/>
              </a:cxn>
              <a:cxn ang="0">
                <a:pos x="476" y="215"/>
              </a:cxn>
              <a:cxn ang="0">
                <a:pos x="475" y="214"/>
              </a:cxn>
              <a:cxn ang="0">
                <a:pos x="475" y="213"/>
              </a:cxn>
              <a:cxn ang="0">
                <a:pos x="465" y="183"/>
              </a:cxn>
              <a:cxn ang="0">
                <a:pos x="465" y="151"/>
              </a:cxn>
              <a:cxn ang="0">
                <a:pos x="480" y="151"/>
              </a:cxn>
              <a:cxn ang="0">
                <a:pos x="519" y="116"/>
              </a:cxn>
              <a:cxn ang="0">
                <a:pos x="519" y="35"/>
              </a:cxn>
              <a:cxn ang="0">
                <a:pos x="480" y="0"/>
              </a:cxn>
              <a:cxn ang="0">
                <a:pos x="90" y="0"/>
              </a:cxn>
              <a:cxn ang="0">
                <a:pos x="51" y="35"/>
              </a:cxn>
              <a:cxn ang="0">
                <a:pos x="51" y="116"/>
              </a:cxn>
              <a:cxn ang="0">
                <a:pos x="90" y="151"/>
              </a:cxn>
              <a:cxn ang="0">
                <a:pos x="105" y="151"/>
              </a:cxn>
              <a:cxn ang="0">
                <a:pos x="105" y="183"/>
              </a:cxn>
              <a:cxn ang="0">
                <a:pos x="95" y="213"/>
              </a:cxn>
              <a:cxn ang="0">
                <a:pos x="95" y="214"/>
              </a:cxn>
              <a:cxn ang="0">
                <a:pos x="94" y="215"/>
              </a:cxn>
              <a:cxn ang="0">
                <a:pos x="93" y="216"/>
              </a:cxn>
              <a:cxn ang="0">
                <a:pos x="85" y="225"/>
              </a:cxn>
              <a:cxn ang="0">
                <a:pos x="28" y="277"/>
              </a:cxn>
              <a:cxn ang="0">
                <a:pos x="28" y="277"/>
              </a:cxn>
              <a:cxn ang="0">
                <a:pos x="0" y="331"/>
              </a:cxn>
              <a:cxn ang="0">
                <a:pos x="0" y="331"/>
              </a:cxn>
              <a:cxn ang="0">
                <a:pos x="0" y="718"/>
              </a:cxn>
              <a:cxn ang="0">
                <a:pos x="75" y="793"/>
              </a:cxn>
              <a:cxn ang="0">
                <a:pos x="283" y="793"/>
              </a:cxn>
              <a:cxn ang="0">
                <a:pos x="285" y="793"/>
              </a:cxn>
              <a:cxn ang="0">
                <a:pos x="285" y="793"/>
              </a:cxn>
              <a:cxn ang="0">
                <a:pos x="286" y="793"/>
              </a:cxn>
              <a:cxn ang="0">
                <a:pos x="495" y="793"/>
              </a:cxn>
              <a:cxn ang="0">
                <a:pos x="570" y="718"/>
              </a:cxn>
              <a:cxn ang="0">
                <a:pos x="570" y="331"/>
              </a:cxn>
              <a:cxn ang="0">
                <a:pos x="570" y="331"/>
              </a:cxn>
              <a:cxn ang="0">
                <a:pos x="491" y="630"/>
              </a:cxn>
              <a:cxn ang="0">
                <a:pos x="452" y="670"/>
              </a:cxn>
              <a:cxn ang="0">
                <a:pos x="118" y="670"/>
              </a:cxn>
              <a:cxn ang="0">
                <a:pos x="79" y="630"/>
              </a:cxn>
              <a:cxn ang="0">
                <a:pos x="79" y="453"/>
              </a:cxn>
              <a:cxn ang="0">
                <a:pos x="118" y="414"/>
              </a:cxn>
              <a:cxn ang="0">
                <a:pos x="452" y="414"/>
              </a:cxn>
              <a:cxn ang="0">
                <a:pos x="491" y="453"/>
              </a:cxn>
              <a:cxn ang="0">
                <a:pos x="491" y="630"/>
              </a:cxn>
              <a:cxn ang="0">
                <a:pos x="491" y="630"/>
              </a:cxn>
              <a:cxn ang="0">
                <a:pos x="491" y="630"/>
              </a:cxn>
            </a:cxnLst>
            <a:rect l="0" t="0" r="r" b="b"/>
            <a:pathLst>
              <a:path w="570" h="793">
                <a:moveTo>
                  <a:pt x="570" y="331"/>
                </a:moveTo>
                <a:cubicBezTo>
                  <a:pt x="569" y="309"/>
                  <a:pt x="558" y="289"/>
                  <a:pt x="542" y="277"/>
                </a:cubicBezTo>
                <a:cubicBezTo>
                  <a:pt x="523" y="260"/>
                  <a:pt x="504" y="245"/>
                  <a:pt x="485" y="225"/>
                </a:cubicBezTo>
                <a:cubicBezTo>
                  <a:pt x="482" y="221"/>
                  <a:pt x="479" y="218"/>
                  <a:pt x="477" y="216"/>
                </a:cubicBezTo>
                <a:cubicBezTo>
                  <a:pt x="477" y="215"/>
                  <a:pt x="476" y="215"/>
                  <a:pt x="476" y="215"/>
                </a:cubicBezTo>
                <a:cubicBezTo>
                  <a:pt x="476" y="214"/>
                  <a:pt x="476" y="214"/>
                  <a:pt x="475" y="214"/>
                </a:cubicBezTo>
                <a:cubicBezTo>
                  <a:pt x="475" y="213"/>
                  <a:pt x="475" y="213"/>
                  <a:pt x="475" y="213"/>
                </a:cubicBezTo>
                <a:cubicBezTo>
                  <a:pt x="466" y="201"/>
                  <a:pt x="465" y="194"/>
                  <a:pt x="465" y="183"/>
                </a:cubicBezTo>
                <a:cubicBezTo>
                  <a:pt x="465" y="151"/>
                  <a:pt x="465" y="151"/>
                  <a:pt x="465" y="151"/>
                </a:cubicBezTo>
                <a:cubicBezTo>
                  <a:pt x="480" y="151"/>
                  <a:pt x="480" y="151"/>
                  <a:pt x="480" y="151"/>
                </a:cubicBezTo>
                <a:cubicBezTo>
                  <a:pt x="502" y="151"/>
                  <a:pt x="519" y="136"/>
                  <a:pt x="519" y="116"/>
                </a:cubicBezTo>
                <a:cubicBezTo>
                  <a:pt x="519" y="35"/>
                  <a:pt x="519" y="35"/>
                  <a:pt x="519" y="35"/>
                </a:cubicBezTo>
                <a:cubicBezTo>
                  <a:pt x="519" y="16"/>
                  <a:pt x="502" y="0"/>
                  <a:pt x="480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68" y="0"/>
                  <a:pt x="51" y="16"/>
                  <a:pt x="51" y="35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51" y="136"/>
                  <a:pt x="68" y="151"/>
                  <a:pt x="90" y="151"/>
                </a:cubicBezTo>
                <a:cubicBezTo>
                  <a:pt x="105" y="151"/>
                  <a:pt x="105" y="151"/>
                  <a:pt x="105" y="151"/>
                </a:cubicBezTo>
                <a:cubicBezTo>
                  <a:pt x="105" y="183"/>
                  <a:pt x="105" y="183"/>
                  <a:pt x="105" y="183"/>
                </a:cubicBezTo>
                <a:cubicBezTo>
                  <a:pt x="105" y="194"/>
                  <a:pt x="104" y="201"/>
                  <a:pt x="95" y="213"/>
                </a:cubicBezTo>
                <a:cubicBezTo>
                  <a:pt x="95" y="213"/>
                  <a:pt x="95" y="213"/>
                  <a:pt x="95" y="214"/>
                </a:cubicBezTo>
                <a:cubicBezTo>
                  <a:pt x="94" y="214"/>
                  <a:pt x="94" y="214"/>
                  <a:pt x="94" y="215"/>
                </a:cubicBezTo>
                <a:cubicBezTo>
                  <a:pt x="93" y="215"/>
                  <a:pt x="93" y="215"/>
                  <a:pt x="93" y="216"/>
                </a:cubicBezTo>
                <a:cubicBezTo>
                  <a:pt x="91" y="218"/>
                  <a:pt x="88" y="221"/>
                  <a:pt x="85" y="225"/>
                </a:cubicBezTo>
                <a:cubicBezTo>
                  <a:pt x="66" y="245"/>
                  <a:pt x="46" y="260"/>
                  <a:pt x="28" y="277"/>
                </a:cubicBezTo>
                <a:cubicBezTo>
                  <a:pt x="28" y="277"/>
                  <a:pt x="28" y="277"/>
                  <a:pt x="28" y="277"/>
                </a:cubicBezTo>
                <a:cubicBezTo>
                  <a:pt x="12" y="289"/>
                  <a:pt x="1" y="309"/>
                  <a:pt x="0" y="331"/>
                </a:cubicBezTo>
                <a:cubicBezTo>
                  <a:pt x="0" y="331"/>
                  <a:pt x="0" y="331"/>
                  <a:pt x="0" y="331"/>
                </a:cubicBezTo>
                <a:cubicBezTo>
                  <a:pt x="0" y="718"/>
                  <a:pt x="0" y="718"/>
                  <a:pt x="0" y="718"/>
                </a:cubicBezTo>
                <a:cubicBezTo>
                  <a:pt x="0" y="756"/>
                  <a:pt x="28" y="793"/>
                  <a:pt x="75" y="793"/>
                </a:cubicBezTo>
                <a:cubicBezTo>
                  <a:pt x="283" y="793"/>
                  <a:pt x="283" y="793"/>
                  <a:pt x="283" y="793"/>
                </a:cubicBezTo>
                <a:cubicBezTo>
                  <a:pt x="283" y="793"/>
                  <a:pt x="284" y="793"/>
                  <a:pt x="285" y="793"/>
                </a:cubicBezTo>
                <a:cubicBezTo>
                  <a:pt x="285" y="793"/>
                  <a:pt x="285" y="793"/>
                  <a:pt x="285" y="793"/>
                </a:cubicBezTo>
                <a:cubicBezTo>
                  <a:pt x="286" y="793"/>
                  <a:pt x="286" y="793"/>
                  <a:pt x="286" y="793"/>
                </a:cubicBezTo>
                <a:cubicBezTo>
                  <a:pt x="495" y="793"/>
                  <a:pt x="495" y="793"/>
                  <a:pt x="495" y="793"/>
                </a:cubicBezTo>
                <a:cubicBezTo>
                  <a:pt x="542" y="793"/>
                  <a:pt x="570" y="756"/>
                  <a:pt x="570" y="718"/>
                </a:cubicBezTo>
                <a:cubicBezTo>
                  <a:pt x="570" y="331"/>
                  <a:pt x="570" y="331"/>
                  <a:pt x="570" y="331"/>
                </a:cubicBezTo>
                <a:cubicBezTo>
                  <a:pt x="570" y="331"/>
                  <a:pt x="570" y="331"/>
                  <a:pt x="570" y="331"/>
                </a:cubicBezTo>
                <a:close/>
                <a:moveTo>
                  <a:pt x="491" y="630"/>
                </a:moveTo>
                <a:cubicBezTo>
                  <a:pt x="491" y="652"/>
                  <a:pt x="473" y="670"/>
                  <a:pt x="452" y="670"/>
                </a:cubicBezTo>
                <a:cubicBezTo>
                  <a:pt x="118" y="670"/>
                  <a:pt x="118" y="670"/>
                  <a:pt x="118" y="670"/>
                </a:cubicBezTo>
                <a:cubicBezTo>
                  <a:pt x="96" y="670"/>
                  <a:pt x="79" y="652"/>
                  <a:pt x="79" y="630"/>
                </a:cubicBezTo>
                <a:cubicBezTo>
                  <a:pt x="79" y="453"/>
                  <a:pt x="79" y="453"/>
                  <a:pt x="79" y="453"/>
                </a:cubicBezTo>
                <a:cubicBezTo>
                  <a:pt x="79" y="431"/>
                  <a:pt x="96" y="414"/>
                  <a:pt x="118" y="414"/>
                </a:cubicBezTo>
                <a:cubicBezTo>
                  <a:pt x="452" y="414"/>
                  <a:pt x="452" y="414"/>
                  <a:pt x="452" y="414"/>
                </a:cubicBezTo>
                <a:cubicBezTo>
                  <a:pt x="473" y="414"/>
                  <a:pt x="491" y="431"/>
                  <a:pt x="491" y="453"/>
                </a:cubicBezTo>
                <a:lnTo>
                  <a:pt x="491" y="630"/>
                </a:lnTo>
                <a:close/>
                <a:moveTo>
                  <a:pt x="491" y="630"/>
                </a:moveTo>
                <a:cubicBezTo>
                  <a:pt x="491" y="630"/>
                  <a:pt x="491" y="630"/>
                  <a:pt x="491" y="630"/>
                </a:cubicBezTo>
              </a:path>
            </a:pathLst>
          </a:custGeom>
          <a:solidFill>
            <a:srgbClr val="42929D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95" name="Group 49">
            <a:extLst>
              <a:ext uri="{FF2B5EF4-FFF2-40B4-BE49-F238E27FC236}">
                <a16:creationId xmlns:a16="http://schemas.microsoft.com/office/drawing/2014/main" id="{0574F7AD-74F1-3F4B-AA92-71AE72EFE6B9}"/>
              </a:ext>
            </a:extLst>
          </p:cNvPr>
          <p:cNvGrpSpPr/>
          <p:nvPr/>
        </p:nvGrpSpPr>
        <p:grpSpPr>
          <a:xfrm>
            <a:off x="4425043" y="5093004"/>
            <a:ext cx="650557" cy="643525"/>
            <a:chOff x="1504950" y="3868738"/>
            <a:chExt cx="293688" cy="290513"/>
          </a:xfrm>
          <a:solidFill>
            <a:srgbClr val="42929D"/>
          </a:solidFill>
        </p:grpSpPr>
        <p:sp>
          <p:nvSpPr>
            <p:cNvPr id="396" name="Freeform 33">
              <a:extLst>
                <a:ext uri="{FF2B5EF4-FFF2-40B4-BE49-F238E27FC236}">
                  <a16:creationId xmlns:a16="http://schemas.microsoft.com/office/drawing/2014/main" id="{B048D9AD-F367-3943-99C9-4083DCFA4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50" y="3868738"/>
              <a:ext cx="138113" cy="13493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37"/>
                </a:cxn>
                <a:cxn ang="0">
                  <a:pos x="17" y="46"/>
                </a:cxn>
                <a:cxn ang="0">
                  <a:pos x="47" y="17"/>
                </a:cxn>
                <a:cxn ang="0">
                  <a:pos x="38" y="8"/>
                </a:cxn>
                <a:cxn ang="0">
                  <a:pos x="9" y="8"/>
                </a:cxn>
              </a:cxnLst>
              <a:rect l="0" t="0" r="r" b="b"/>
              <a:pathLst>
                <a:path w="47" h="46">
                  <a:moveTo>
                    <a:pt x="9" y="8"/>
                  </a:moveTo>
                  <a:cubicBezTo>
                    <a:pt x="1" y="16"/>
                    <a:pt x="0" y="29"/>
                    <a:pt x="9" y="3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0" y="0"/>
                    <a:pt x="17" y="0"/>
                    <a:pt x="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7" name="Freeform 34">
              <a:extLst>
                <a:ext uri="{FF2B5EF4-FFF2-40B4-BE49-F238E27FC236}">
                  <a16:creationId xmlns:a16="http://schemas.microsoft.com/office/drawing/2014/main" id="{20C4FCCB-31FA-8048-A569-421C713F0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5" y="4021138"/>
              <a:ext cx="131763" cy="13811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0" y="29"/>
                </a:cxn>
                <a:cxn ang="0">
                  <a:pos x="10" y="38"/>
                </a:cxn>
                <a:cxn ang="0">
                  <a:pos x="39" y="39"/>
                </a:cxn>
                <a:cxn ang="0">
                  <a:pos x="45" y="24"/>
                </a:cxn>
                <a:cxn ang="0">
                  <a:pos x="39" y="9"/>
                </a:cxn>
                <a:cxn ang="0">
                  <a:pos x="30" y="0"/>
                </a:cxn>
              </a:cxnLst>
              <a:rect l="0" t="0" r="r" b="b"/>
              <a:pathLst>
                <a:path w="45" h="47">
                  <a:moveTo>
                    <a:pt x="30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8" y="47"/>
                    <a:pt x="31" y="47"/>
                    <a:pt x="39" y="39"/>
                  </a:cubicBezTo>
                  <a:cubicBezTo>
                    <a:pt x="43" y="35"/>
                    <a:pt x="45" y="29"/>
                    <a:pt x="45" y="24"/>
                  </a:cubicBezTo>
                  <a:cubicBezTo>
                    <a:pt x="45" y="19"/>
                    <a:pt x="43" y="13"/>
                    <a:pt x="39" y="9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8" name="Freeform 35">
              <a:extLst>
                <a:ext uri="{FF2B5EF4-FFF2-40B4-BE49-F238E27FC236}">
                  <a16:creationId xmlns:a16="http://schemas.microsoft.com/office/drawing/2014/main" id="{08D1388F-241C-C445-9411-528D66993A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4950" y="3868738"/>
              <a:ext cx="293688" cy="279400"/>
            </a:xfrm>
            <a:custGeom>
              <a:avLst/>
              <a:gdLst/>
              <a:ahLst/>
              <a:cxnLst>
                <a:cxn ang="0">
                  <a:pos x="9" y="60"/>
                </a:cxn>
                <a:cxn ang="0">
                  <a:pos x="23" y="95"/>
                </a:cxn>
                <a:cxn ang="0">
                  <a:pos x="91" y="37"/>
                </a:cxn>
                <a:cxn ang="0">
                  <a:pos x="62" y="8"/>
                </a:cxn>
                <a:cxn ang="0">
                  <a:pos x="68" y="20"/>
                </a:cxn>
                <a:cxn ang="0">
                  <a:pos x="62" y="20"/>
                </a:cxn>
                <a:cxn ang="0">
                  <a:pos x="14" y="85"/>
                </a:cxn>
                <a:cxn ang="0">
                  <a:pos x="14" y="80"/>
                </a:cxn>
                <a:cxn ang="0">
                  <a:pos x="14" y="85"/>
                </a:cxn>
                <a:cxn ang="0">
                  <a:pos x="15" y="74"/>
                </a:cxn>
                <a:cxn ang="0">
                  <a:pos x="20" y="75"/>
                </a:cxn>
                <a:cxn ang="0">
                  <a:pos x="19" y="68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21" y="82"/>
                </a:cxn>
                <a:cxn ang="0">
                  <a:pos x="27" y="82"/>
                </a:cxn>
                <a:cxn ang="0">
                  <a:pos x="26" y="75"/>
                </a:cxn>
                <a:cxn ang="0">
                  <a:pos x="26" y="70"/>
                </a:cxn>
                <a:cxn ang="0">
                  <a:pos x="26" y="75"/>
                </a:cxn>
                <a:cxn ang="0">
                  <a:pos x="30" y="80"/>
                </a:cxn>
                <a:cxn ang="0">
                  <a:pos x="35" y="80"/>
                </a:cxn>
                <a:cxn ang="0">
                  <a:pos x="65" y="53"/>
                </a:cxn>
                <a:cxn ang="0">
                  <a:pos x="36" y="62"/>
                </a:cxn>
                <a:cxn ang="0">
                  <a:pos x="36" y="43"/>
                </a:cxn>
                <a:cxn ang="0">
                  <a:pos x="64" y="34"/>
                </a:cxn>
                <a:cxn ang="0">
                  <a:pos x="65" y="53"/>
                </a:cxn>
                <a:cxn ang="0">
                  <a:pos x="69" y="27"/>
                </a:cxn>
                <a:cxn ang="0">
                  <a:pos x="74" y="27"/>
                </a:cxn>
                <a:cxn ang="0">
                  <a:pos x="72" y="19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76" y="34"/>
                </a:cxn>
                <a:cxn ang="0">
                  <a:pos x="81" y="34"/>
                </a:cxn>
                <a:cxn ang="0">
                  <a:pos x="81" y="28"/>
                </a:cxn>
                <a:cxn ang="0">
                  <a:pos x="81" y="23"/>
                </a:cxn>
                <a:cxn ang="0">
                  <a:pos x="81" y="28"/>
                </a:cxn>
                <a:cxn ang="0">
                  <a:pos x="80" y="16"/>
                </a:cxn>
                <a:cxn ang="0">
                  <a:pos x="86" y="16"/>
                </a:cxn>
              </a:cxnLst>
              <a:rect l="0" t="0" r="r" b="b"/>
              <a:pathLst>
                <a:path w="100" h="95">
                  <a:moveTo>
                    <a:pt x="62" y="8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1" y="68"/>
                    <a:pt x="0" y="81"/>
                    <a:pt x="9" y="89"/>
                  </a:cubicBezTo>
                  <a:cubicBezTo>
                    <a:pt x="13" y="93"/>
                    <a:pt x="18" y="95"/>
                    <a:pt x="23" y="95"/>
                  </a:cubicBezTo>
                  <a:cubicBezTo>
                    <a:pt x="29" y="95"/>
                    <a:pt x="34" y="93"/>
                    <a:pt x="38" y="90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100" y="29"/>
                    <a:pt x="100" y="16"/>
                    <a:pt x="92" y="8"/>
                  </a:cubicBezTo>
                  <a:cubicBezTo>
                    <a:pt x="84" y="0"/>
                    <a:pt x="70" y="0"/>
                    <a:pt x="62" y="8"/>
                  </a:cubicBezTo>
                  <a:moveTo>
                    <a:pt x="65" y="17"/>
                  </a:moveTo>
                  <a:cubicBezTo>
                    <a:pt x="66" y="17"/>
                    <a:pt x="68" y="18"/>
                    <a:pt x="68" y="20"/>
                  </a:cubicBezTo>
                  <a:cubicBezTo>
                    <a:pt x="68" y="21"/>
                    <a:pt x="66" y="22"/>
                    <a:pt x="65" y="22"/>
                  </a:cubicBezTo>
                  <a:cubicBezTo>
                    <a:pt x="64" y="22"/>
                    <a:pt x="62" y="21"/>
                    <a:pt x="62" y="20"/>
                  </a:cubicBezTo>
                  <a:cubicBezTo>
                    <a:pt x="62" y="18"/>
                    <a:pt x="64" y="17"/>
                    <a:pt x="65" y="17"/>
                  </a:cubicBezTo>
                  <a:moveTo>
                    <a:pt x="14" y="85"/>
                  </a:moveTo>
                  <a:cubicBezTo>
                    <a:pt x="12" y="85"/>
                    <a:pt x="11" y="84"/>
                    <a:pt x="11" y="82"/>
                  </a:cubicBezTo>
                  <a:cubicBezTo>
                    <a:pt x="12" y="81"/>
                    <a:pt x="13" y="80"/>
                    <a:pt x="14" y="80"/>
                  </a:cubicBezTo>
                  <a:cubicBezTo>
                    <a:pt x="16" y="80"/>
                    <a:pt x="17" y="81"/>
                    <a:pt x="17" y="83"/>
                  </a:cubicBezTo>
                  <a:cubicBezTo>
                    <a:pt x="17" y="84"/>
                    <a:pt x="15" y="85"/>
                    <a:pt x="14" y="85"/>
                  </a:cubicBezTo>
                  <a:moveTo>
                    <a:pt x="17" y="77"/>
                  </a:moveTo>
                  <a:cubicBezTo>
                    <a:pt x="16" y="77"/>
                    <a:pt x="15" y="76"/>
                    <a:pt x="15" y="74"/>
                  </a:cubicBezTo>
                  <a:cubicBezTo>
                    <a:pt x="15" y="73"/>
                    <a:pt x="16" y="72"/>
                    <a:pt x="18" y="72"/>
                  </a:cubicBezTo>
                  <a:cubicBezTo>
                    <a:pt x="19" y="72"/>
                    <a:pt x="20" y="73"/>
                    <a:pt x="20" y="75"/>
                  </a:cubicBezTo>
                  <a:cubicBezTo>
                    <a:pt x="20" y="76"/>
                    <a:pt x="19" y="77"/>
                    <a:pt x="17" y="77"/>
                  </a:cubicBezTo>
                  <a:moveTo>
                    <a:pt x="19" y="68"/>
                  </a:moveTo>
                  <a:cubicBezTo>
                    <a:pt x="18" y="68"/>
                    <a:pt x="16" y="66"/>
                    <a:pt x="17" y="65"/>
                  </a:cubicBezTo>
                  <a:cubicBezTo>
                    <a:pt x="17" y="63"/>
                    <a:pt x="18" y="62"/>
                    <a:pt x="19" y="63"/>
                  </a:cubicBezTo>
                  <a:cubicBezTo>
                    <a:pt x="21" y="63"/>
                    <a:pt x="22" y="64"/>
                    <a:pt x="22" y="65"/>
                  </a:cubicBezTo>
                  <a:cubicBezTo>
                    <a:pt x="22" y="67"/>
                    <a:pt x="20" y="68"/>
                    <a:pt x="19" y="68"/>
                  </a:cubicBezTo>
                  <a:moveTo>
                    <a:pt x="24" y="85"/>
                  </a:moveTo>
                  <a:cubicBezTo>
                    <a:pt x="22" y="84"/>
                    <a:pt x="21" y="83"/>
                    <a:pt x="21" y="82"/>
                  </a:cubicBezTo>
                  <a:cubicBezTo>
                    <a:pt x="22" y="80"/>
                    <a:pt x="23" y="79"/>
                    <a:pt x="24" y="79"/>
                  </a:cubicBezTo>
                  <a:cubicBezTo>
                    <a:pt x="26" y="79"/>
                    <a:pt x="27" y="81"/>
                    <a:pt x="27" y="82"/>
                  </a:cubicBezTo>
                  <a:cubicBezTo>
                    <a:pt x="27" y="84"/>
                    <a:pt x="25" y="85"/>
                    <a:pt x="24" y="85"/>
                  </a:cubicBezTo>
                  <a:moveTo>
                    <a:pt x="26" y="75"/>
                  </a:moveTo>
                  <a:cubicBezTo>
                    <a:pt x="24" y="75"/>
                    <a:pt x="23" y="74"/>
                    <a:pt x="23" y="72"/>
                  </a:cubicBezTo>
                  <a:cubicBezTo>
                    <a:pt x="23" y="71"/>
                    <a:pt x="25" y="70"/>
                    <a:pt x="26" y="70"/>
                  </a:cubicBezTo>
                  <a:cubicBezTo>
                    <a:pt x="28" y="70"/>
                    <a:pt x="29" y="71"/>
                    <a:pt x="28" y="73"/>
                  </a:cubicBezTo>
                  <a:cubicBezTo>
                    <a:pt x="28" y="74"/>
                    <a:pt x="27" y="75"/>
                    <a:pt x="26" y="75"/>
                  </a:cubicBezTo>
                  <a:moveTo>
                    <a:pt x="32" y="83"/>
                  </a:moveTo>
                  <a:cubicBezTo>
                    <a:pt x="31" y="83"/>
                    <a:pt x="30" y="81"/>
                    <a:pt x="30" y="80"/>
                  </a:cubicBezTo>
                  <a:cubicBezTo>
                    <a:pt x="30" y="78"/>
                    <a:pt x="31" y="77"/>
                    <a:pt x="32" y="78"/>
                  </a:cubicBezTo>
                  <a:cubicBezTo>
                    <a:pt x="34" y="78"/>
                    <a:pt x="35" y="79"/>
                    <a:pt x="35" y="80"/>
                  </a:cubicBezTo>
                  <a:cubicBezTo>
                    <a:pt x="35" y="82"/>
                    <a:pt x="33" y="83"/>
                    <a:pt x="32" y="83"/>
                  </a:cubicBezTo>
                  <a:moveTo>
                    <a:pt x="65" y="53"/>
                  </a:moveTo>
                  <a:cubicBezTo>
                    <a:pt x="54" y="63"/>
                    <a:pt x="54" y="63"/>
                    <a:pt x="54" y="63"/>
                  </a:cubicBezTo>
                  <a:cubicBezTo>
                    <a:pt x="49" y="68"/>
                    <a:pt x="41" y="67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1" y="56"/>
                    <a:pt x="31" y="48"/>
                    <a:pt x="36" y="43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52" y="28"/>
                    <a:pt x="60" y="28"/>
                    <a:pt x="64" y="34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0" y="40"/>
                    <a:pt x="70" y="48"/>
                    <a:pt x="65" y="53"/>
                  </a:cubicBezTo>
                  <a:moveTo>
                    <a:pt x="72" y="29"/>
                  </a:moveTo>
                  <a:cubicBezTo>
                    <a:pt x="70" y="29"/>
                    <a:pt x="69" y="28"/>
                    <a:pt x="69" y="27"/>
                  </a:cubicBezTo>
                  <a:cubicBezTo>
                    <a:pt x="69" y="25"/>
                    <a:pt x="70" y="24"/>
                    <a:pt x="72" y="24"/>
                  </a:cubicBezTo>
                  <a:cubicBezTo>
                    <a:pt x="73" y="24"/>
                    <a:pt x="74" y="25"/>
                    <a:pt x="74" y="27"/>
                  </a:cubicBezTo>
                  <a:cubicBezTo>
                    <a:pt x="74" y="28"/>
                    <a:pt x="73" y="29"/>
                    <a:pt x="72" y="29"/>
                  </a:cubicBezTo>
                  <a:moveTo>
                    <a:pt x="72" y="19"/>
                  </a:moveTo>
                  <a:cubicBezTo>
                    <a:pt x="72" y="17"/>
                    <a:pt x="73" y="16"/>
                    <a:pt x="74" y="16"/>
                  </a:cubicBezTo>
                  <a:cubicBezTo>
                    <a:pt x="76" y="16"/>
                    <a:pt x="77" y="17"/>
                    <a:pt x="77" y="19"/>
                  </a:cubicBezTo>
                  <a:cubicBezTo>
                    <a:pt x="77" y="20"/>
                    <a:pt x="76" y="21"/>
                    <a:pt x="74" y="21"/>
                  </a:cubicBezTo>
                  <a:cubicBezTo>
                    <a:pt x="73" y="21"/>
                    <a:pt x="72" y="20"/>
                    <a:pt x="72" y="19"/>
                  </a:cubicBezTo>
                  <a:moveTo>
                    <a:pt x="79" y="36"/>
                  </a:moveTo>
                  <a:cubicBezTo>
                    <a:pt x="77" y="36"/>
                    <a:pt x="76" y="35"/>
                    <a:pt x="76" y="34"/>
                  </a:cubicBezTo>
                  <a:cubicBezTo>
                    <a:pt x="76" y="32"/>
                    <a:pt x="77" y="31"/>
                    <a:pt x="79" y="31"/>
                  </a:cubicBezTo>
                  <a:cubicBezTo>
                    <a:pt x="80" y="31"/>
                    <a:pt x="81" y="32"/>
                    <a:pt x="81" y="34"/>
                  </a:cubicBezTo>
                  <a:cubicBezTo>
                    <a:pt x="81" y="35"/>
                    <a:pt x="80" y="36"/>
                    <a:pt x="79" y="36"/>
                  </a:cubicBezTo>
                  <a:moveTo>
                    <a:pt x="81" y="28"/>
                  </a:moveTo>
                  <a:cubicBezTo>
                    <a:pt x="80" y="28"/>
                    <a:pt x="79" y="27"/>
                    <a:pt x="79" y="26"/>
                  </a:cubicBezTo>
                  <a:cubicBezTo>
                    <a:pt x="79" y="24"/>
                    <a:pt x="80" y="23"/>
                    <a:pt x="81" y="23"/>
                  </a:cubicBezTo>
                  <a:cubicBezTo>
                    <a:pt x="83" y="23"/>
                    <a:pt x="84" y="24"/>
                    <a:pt x="84" y="26"/>
                  </a:cubicBezTo>
                  <a:cubicBezTo>
                    <a:pt x="84" y="27"/>
                    <a:pt x="83" y="28"/>
                    <a:pt x="81" y="28"/>
                  </a:cubicBezTo>
                  <a:moveTo>
                    <a:pt x="83" y="19"/>
                  </a:moveTo>
                  <a:cubicBezTo>
                    <a:pt x="81" y="19"/>
                    <a:pt x="80" y="17"/>
                    <a:pt x="80" y="16"/>
                  </a:cubicBezTo>
                  <a:cubicBezTo>
                    <a:pt x="80" y="14"/>
                    <a:pt x="81" y="13"/>
                    <a:pt x="83" y="13"/>
                  </a:cubicBezTo>
                  <a:cubicBezTo>
                    <a:pt x="84" y="13"/>
                    <a:pt x="86" y="14"/>
                    <a:pt x="86" y="16"/>
                  </a:cubicBezTo>
                  <a:cubicBezTo>
                    <a:pt x="86" y="17"/>
                    <a:pt x="84" y="19"/>
                    <a:pt x="8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99" name="文本框 398">
            <a:extLst>
              <a:ext uri="{FF2B5EF4-FFF2-40B4-BE49-F238E27FC236}">
                <a16:creationId xmlns:a16="http://schemas.microsoft.com/office/drawing/2014/main" id="{84993665-FC08-2A40-A5FB-ECDBC2B38072}"/>
              </a:ext>
            </a:extLst>
          </p:cNvPr>
          <p:cNvSpPr txBox="1"/>
          <p:nvPr/>
        </p:nvSpPr>
        <p:spPr>
          <a:xfrm>
            <a:off x="198625" y="94717"/>
            <a:ext cx="198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素材库页面</a:t>
            </a:r>
          </a:p>
        </p:txBody>
      </p:sp>
      <p:grpSp>
        <p:nvGrpSpPr>
          <p:cNvPr id="309" name="Group 21">
            <a:extLst>
              <a:ext uri="{FF2B5EF4-FFF2-40B4-BE49-F238E27FC236}">
                <a16:creationId xmlns:a16="http://schemas.microsoft.com/office/drawing/2014/main" id="{26ACADF6-2AB5-3D49-9001-70C32127575A}"/>
              </a:ext>
            </a:extLst>
          </p:cNvPr>
          <p:cNvGrpSpPr/>
          <p:nvPr/>
        </p:nvGrpSpPr>
        <p:grpSpPr>
          <a:xfrm>
            <a:off x="2233290" y="1598119"/>
            <a:ext cx="1031215" cy="523220"/>
            <a:chOff x="2263775" y="3041151"/>
            <a:chExt cx="855152" cy="433889"/>
          </a:xfrm>
          <a:solidFill>
            <a:srgbClr val="42929D"/>
          </a:solidFill>
        </p:grpSpPr>
        <p:sp>
          <p:nvSpPr>
            <p:cNvPr id="310" name="Freeform 5">
              <a:extLst>
                <a:ext uri="{FF2B5EF4-FFF2-40B4-BE49-F238E27FC236}">
                  <a16:creationId xmlns:a16="http://schemas.microsoft.com/office/drawing/2014/main" id="{0B5A1C14-9E4E-CA4A-B93F-FBD40CD9F6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2977" y="3041151"/>
              <a:ext cx="153813" cy="152665"/>
            </a:xfrm>
            <a:custGeom>
              <a:avLst/>
              <a:gdLst/>
              <a:ahLst/>
              <a:cxnLst>
                <a:cxn ang="0">
                  <a:pos x="56" y="28"/>
                </a:cxn>
                <a:cxn ang="0">
                  <a:pos x="28" y="55"/>
                </a:cxn>
                <a:cxn ang="0">
                  <a:pos x="0" y="28"/>
                </a:cxn>
                <a:cxn ang="0">
                  <a:pos x="28" y="0"/>
                </a:cxn>
                <a:cxn ang="0">
                  <a:pos x="56" y="28"/>
                </a:cxn>
                <a:cxn ang="0">
                  <a:pos x="56" y="28"/>
                </a:cxn>
                <a:cxn ang="0">
                  <a:pos x="56" y="28"/>
                </a:cxn>
              </a:cxnLst>
              <a:rect l="0" t="0" r="r" b="b"/>
              <a:pathLst>
                <a:path w="56" h="55">
                  <a:moveTo>
                    <a:pt x="56" y="28"/>
                  </a:moveTo>
                  <a:cubicBezTo>
                    <a:pt x="56" y="43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lose/>
                  <a:moveTo>
                    <a:pt x="56" y="28"/>
                  </a:moveTo>
                  <a:cubicBezTo>
                    <a:pt x="56" y="28"/>
                    <a:pt x="56" y="28"/>
                    <a:pt x="56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1" name="Freeform 6">
              <a:extLst>
                <a:ext uri="{FF2B5EF4-FFF2-40B4-BE49-F238E27FC236}">
                  <a16:creationId xmlns:a16="http://schemas.microsoft.com/office/drawing/2014/main" id="{070EF7BC-4B8B-F14D-A827-6ECD6E995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3775" y="3149049"/>
              <a:ext cx="312217" cy="166439"/>
            </a:xfrm>
            <a:custGeom>
              <a:avLst/>
              <a:gdLst/>
              <a:ahLst/>
              <a:cxnLst>
                <a:cxn ang="0">
                  <a:pos x="51" y="52"/>
                </a:cxn>
                <a:cxn ang="0">
                  <a:pos x="51" y="52"/>
                </a:cxn>
                <a:cxn ang="0">
                  <a:pos x="42" y="40"/>
                </a:cxn>
                <a:cxn ang="0">
                  <a:pos x="24" y="35"/>
                </a:cxn>
                <a:cxn ang="0">
                  <a:pos x="27" y="29"/>
                </a:cxn>
                <a:cxn ang="0">
                  <a:pos x="29" y="27"/>
                </a:cxn>
                <a:cxn ang="0">
                  <a:pos x="29" y="34"/>
                </a:cxn>
                <a:cxn ang="0">
                  <a:pos x="43" y="38"/>
                </a:cxn>
                <a:cxn ang="0">
                  <a:pos x="51" y="43"/>
                </a:cxn>
                <a:cxn ang="0">
                  <a:pos x="54" y="52"/>
                </a:cxn>
                <a:cxn ang="0">
                  <a:pos x="57" y="51"/>
                </a:cxn>
                <a:cxn ang="0">
                  <a:pos x="57" y="51"/>
                </a:cxn>
                <a:cxn ang="0">
                  <a:pos x="62" y="52"/>
                </a:cxn>
                <a:cxn ang="0">
                  <a:pos x="64" y="43"/>
                </a:cxn>
                <a:cxn ang="0">
                  <a:pos x="72" y="38"/>
                </a:cxn>
                <a:cxn ang="0">
                  <a:pos x="85" y="35"/>
                </a:cxn>
                <a:cxn ang="0">
                  <a:pos x="85" y="26"/>
                </a:cxn>
                <a:cxn ang="0">
                  <a:pos x="91" y="34"/>
                </a:cxn>
                <a:cxn ang="0">
                  <a:pos x="74" y="40"/>
                </a:cxn>
                <a:cxn ang="0">
                  <a:pos x="65" y="52"/>
                </a:cxn>
                <a:cxn ang="0">
                  <a:pos x="65" y="53"/>
                </a:cxn>
                <a:cxn ang="0">
                  <a:pos x="79" y="60"/>
                </a:cxn>
                <a:cxn ang="0">
                  <a:pos x="114" y="37"/>
                </a:cxn>
                <a:cxn ang="0">
                  <a:pos x="114" y="33"/>
                </a:cxn>
                <a:cxn ang="0">
                  <a:pos x="103" y="13"/>
                </a:cxn>
                <a:cxn ang="0">
                  <a:pos x="103" y="13"/>
                </a:cxn>
                <a:cxn ang="0">
                  <a:pos x="102" y="12"/>
                </a:cxn>
                <a:cxn ang="0">
                  <a:pos x="100" y="10"/>
                </a:cxn>
                <a:cxn ang="0">
                  <a:pos x="99" y="10"/>
                </a:cxn>
                <a:cxn ang="0">
                  <a:pos x="98" y="8"/>
                </a:cxn>
                <a:cxn ang="0">
                  <a:pos x="86" y="0"/>
                </a:cxn>
                <a:cxn ang="0">
                  <a:pos x="57" y="20"/>
                </a:cxn>
                <a:cxn ang="0">
                  <a:pos x="28" y="0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34" y="60"/>
                </a:cxn>
                <a:cxn ang="0">
                  <a:pos x="51" y="52"/>
                </a:cxn>
                <a:cxn ang="0">
                  <a:pos x="51" y="52"/>
                </a:cxn>
                <a:cxn ang="0">
                  <a:pos x="51" y="52"/>
                </a:cxn>
              </a:cxnLst>
              <a:rect l="0" t="0" r="r" b="b"/>
              <a:pathLst>
                <a:path w="114" h="60">
                  <a:moveTo>
                    <a:pt x="51" y="52"/>
                  </a:moveTo>
                  <a:cubicBezTo>
                    <a:pt x="51" y="52"/>
                    <a:pt x="51" y="52"/>
                    <a:pt x="51" y="52"/>
                  </a:cubicBezTo>
                  <a:cubicBezTo>
                    <a:pt x="52" y="46"/>
                    <a:pt x="48" y="41"/>
                    <a:pt x="42" y="40"/>
                  </a:cubicBezTo>
                  <a:cubicBezTo>
                    <a:pt x="32" y="38"/>
                    <a:pt x="27" y="36"/>
                    <a:pt x="24" y="35"/>
                  </a:cubicBezTo>
                  <a:cubicBezTo>
                    <a:pt x="25" y="33"/>
                    <a:pt x="26" y="31"/>
                    <a:pt x="27" y="29"/>
                  </a:cubicBezTo>
                  <a:cubicBezTo>
                    <a:pt x="28" y="28"/>
                    <a:pt x="28" y="28"/>
                    <a:pt x="29" y="27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32" y="35"/>
                    <a:pt x="37" y="37"/>
                    <a:pt x="43" y="38"/>
                  </a:cubicBezTo>
                  <a:cubicBezTo>
                    <a:pt x="47" y="39"/>
                    <a:pt x="50" y="40"/>
                    <a:pt x="51" y="43"/>
                  </a:cubicBezTo>
                  <a:cubicBezTo>
                    <a:pt x="53" y="46"/>
                    <a:pt x="54" y="49"/>
                    <a:pt x="54" y="52"/>
                  </a:cubicBezTo>
                  <a:cubicBezTo>
                    <a:pt x="55" y="52"/>
                    <a:pt x="56" y="51"/>
                    <a:pt x="57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58" y="51"/>
                    <a:pt x="60" y="52"/>
                    <a:pt x="62" y="52"/>
                  </a:cubicBezTo>
                  <a:cubicBezTo>
                    <a:pt x="61" y="49"/>
                    <a:pt x="62" y="46"/>
                    <a:pt x="64" y="43"/>
                  </a:cubicBezTo>
                  <a:cubicBezTo>
                    <a:pt x="66" y="40"/>
                    <a:pt x="69" y="39"/>
                    <a:pt x="72" y="38"/>
                  </a:cubicBezTo>
                  <a:cubicBezTo>
                    <a:pt x="78" y="37"/>
                    <a:pt x="82" y="36"/>
                    <a:pt x="85" y="35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8" y="29"/>
                    <a:pt x="89" y="31"/>
                    <a:pt x="91" y="34"/>
                  </a:cubicBezTo>
                  <a:cubicBezTo>
                    <a:pt x="91" y="35"/>
                    <a:pt x="85" y="38"/>
                    <a:pt x="74" y="40"/>
                  </a:cubicBezTo>
                  <a:cubicBezTo>
                    <a:pt x="68" y="41"/>
                    <a:pt x="64" y="46"/>
                    <a:pt x="65" y="52"/>
                  </a:cubicBezTo>
                  <a:cubicBezTo>
                    <a:pt x="65" y="52"/>
                    <a:pt x="65" y="53"/>
                    <a:pt x="65" y="53"/>
                  </a:cubicBezTo>
                  <a:cubicBezTo>
                    <a:pt x="71" y="54"/>
                    <a:pt x="75" y="56"/>
                    <a:pt x="79" y="60"/>
                  </a:cubicBezTo>
                  <a:cubicBezTo>
                    <a:pt x="107" y="54"/>
                    <a:pt x="114" y="44"/>
                    <a:pt x="114" y="37"/>
                  </a:cubicBezTo>
                  <a:cubicBezTo>
                    <a:pt x="114" y="36"/>
                    <a:pt x="114" y="34"/>
                    <a:pt x="114" y="33"/>
                  </a:cubicBezTo>
                  <a:cubicBezTo>
                    <a:pt x="111" y="25"/>
                    <a:pt x="108" y="19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2" y="13"/>
                    <a:pt x="102" y="13"/>
                    <a:pt x="102" y="12"/>
                  </a:cubicBezTo>
                  <a:cubicBezTo>
                    <a:pt x="101" y="12"/>
                    <a:pt x="101" y="11"/>
                    <a:pt x="100" y="10"/>
                  </a:cubicBezTo>
                  <a:cubicBezTo>
                    <a:pt x="100" y="10"/>
                    <a:pt x="100" y="10"/>
                    <a:pt x="99" y="10"/>
                  </a:cubicBezTo>
                  <a:cubicBezTo>
                    <a:pt x="99" y="9"/>
                    <a:pt x="98" y="9"/>
                    <a:pt x="98" y="8"/>
                  </a:cubicBezTo>
                  <a:cubicBezTo>
                    <a:pt x="94" y="5"/>
                    <a:pt x="90" y="2"/>
                    <a:pt x="86" y="0"/>
                  </a:cubicBezTo>
                  <a:cubicBezTo>
                    <a:pt x="82" y="11"/>
                    <a:pt x="70" y="20"/>
                    <a:pt x="57" y="20"/>
                  </a:cubicBezTo>
                  <a:cubicBezTo>
                    <a:pt x="44" y="20"/>
                    <a:pt x="32" y="12"/>
                    <a:pt x="28" y="0"/>
                  </a:cubicBezTo>
                  <a:cubicBezTo>
                    <a:pt x="16" y="7"/>
                    <a:pt x="5" y="17"/>
                    <a:pt x="0" y="34"/>
                  </a:cubicBezTo>
                  <a:cubicBezTo>
                    <a:pt x="0" y="35"/>
                    <a:pt x="0" y="36"/>
                    <a:pt x="0" y="37"/>
                  </a:cubicBezTo>
                  <a:cubicBezTo>
                    <a:pt x="0" y="44"/>
                    <a:pt x="6" y="54"/>
                    <a:pt x="34" y="60"/>
                  </a:cubicBezTo>
                  <a:cubicBezTo>
                    <a:pt x="39" y="56"/>
                    <a:pt x="44" y="53"/>
                    <a:pt x="51" y="52"/>
                  </a:cubicBezTo>
                  <a:close/>
                  <a:moveTo>
                    <a:pt x="51" y="52"/>
                  </a:moveTo>
                  <a:cubicBezTo>
                    <a:pt x="51" y="52"/>
                    <a:pt x="51" y="52"/>
                    <a:pt x="51" y="5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2" name="Freeform 7">
              <a:extLst>
                <a:ext uri="{FF2B5EF4-FFF2-40B4-BE49-F238E27FC236}">
                  <a16:creationId xmlns:a16="http://schemas.microsoft.com/office/drawing/2014/main" id="{20909620-1176-144B-9A1D-2BD9993809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9533" y="3301714"/>
              <a:ext cx="157256" cy="157256"/>
            </a:xfrm>
            <a:custGeom>
              <a:avLst/>
              <a:gdLst/>
              <a:ahLst/>
              <a:cxnLst>
                <a:cxn ang="0">
                  <a:pos x="57" y="28"/>
                </a:cxn>
                <a:cxn ang="0">
                  <a:pos x="29" y="0"/>
                </a:cxn>
                <a:cxn ang="0">
                  <a:pos x="0" y="28"/>
                </a:cxn>
                <a:cxn ang="0">
                  <a:pos x="28" y="56"/>
                </a:cxn>
                <a:cxn ang="0">
                  <a:pos x="57" y="28"/>
                </a:cxn>
                <a:cxn ang="0">
                  <a:pos x="57" y="28"/>
                </a:cxn>
                <a:cxn ang="0">
                  <a:pos x="57" y="28"/>
                </a:cxn>
              </a:cxnLst>
              <a:rect l="0" t="0" r="r" b="b"/>
              <a:pathLst>
                <a:path w="57" h="57">
                  <a:moveTo>
                    <a:pt x="57" y="28"/>
                  </a:moveTo>
                  <a:cubicBezTo>
                    <a:pt x="57" y="13"/>
                    <a:pt x="44" y="0"/>
                    <a:pt x="29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  <a:cubicBezTo>
                    <a:pt x="44" y="57"/>
                    <a:pt x="57" y="44"/>
                    <a:pt x="57" y="28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3" name="Freeform 8">
              <a:extLst>
                <a:ext uri="{FF2B5EF4-FFF2-40B4-BE49-F238E27FC236}">
                  <a16:creationId xmlns:a16="http://schemas.microsoft.com/office/drawing/2014/main" id="{FD4F1232-6F32-FA48-AB5A-D5C108C68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1381" y="3323523"/>
              <a:ext cx="617546" cy="151517"/>
            </a:xfrm>
            <a:custGeom>
              <a:avLst/>
              <a:gdLst/>
              <a:ahLst/>
              <a:cxnLst>
                <a:cxn ang="0">
                  <a:pos x="209" y="13"/>
                </a:cxn>
                <a:cxn ang="0">
                  <a:pos x="121" y="13"/>
                </a:cxn>
                <a:cxn ang="0">
                  <a:pos x="124" y="18"/>
                </a:cxn>
                <a:cxn ang="0">
                  <a:pos x="112" y="36"/>
                </a:cxn>
                <a:cxn ang="0">
                  <a:pos x="53" y="41"/>
                </a:cxn>
                <a:cxn ang="0">
                  <a:pos x="28" y="40"/>
                </a:cxn>
                <a:cxn ang="0">
                  <a:pos x="28" y="39"/>
                </a:cxn>
                <a:cxn ang="0">
                  <a:pos x="28" y="37"/>
                </a:cxn>
                <a:cxn ang="0">
                  <a:pos x="53" y="38"/>
                </a:cxn>
                <a:cxn ang="0">
                  <a:pos x="112" y="33"/>
                </a:cxn>
                <a:cxn ang="0">
                  <a:pos x="121" y="19"/>
                </a:cxn>
                <a:cxn ang="0">
                  <a:pos x="108" y="10"/>
                </a:cxn>
                <a:cxn ang="0">
                  <a:pos x="34" y="14"/>
                </a:cxn>
                <a:cxn ang="0">
                  <a:pos x="34" y="11"/>
                </a:cxn>
                <a:cxn ang="0">
                  <a:pos x="52" y="12"/>
                </a:cxn>
                <a:cxn ang="0">
                  <a:pos x="106" y="7"/>
                </a:cxn>
                <a:cxn ang="0">
                  <a:pos x="91" y="0"/>
                </a:cxn>
                <a:cxn ang="0">
                  <a:pos x="24" y="0"/>
                </a:cxn>
                <a:cxn ang="0">
                  <a:pos x="1" y="20"/>
                </a:cxn>
                <a:cxn ang="0">
                  <a:pos x="0" y="27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24" y="55"/>
                </a:cxn>
                <a:cxn ang="0">
                  <a:pos x="90" y="55"/>
                </a:cxn>
                <a:cxn ang="0">
                  <a:pos x="109" y="44"/>
                </a:cxn>
                <a:cxn ang="0">
                  <a:pos x="209" y="45"/>
                </a:cxn>
                <a:cxn ang="0">
                  <a:pos x="209" y="45"/>
                </a:cxn>
                <a:cxn ang="0">
                  <a:pos x="225" y="29"/>
                </a:cxn>
                <a:cxn ang="0">
                  <a:pos x="209" y="13"/>
                </a:cxn>
                <a:cxn ang="0">
                  <a:pos x="209" y="13"/>
                </a:cxn>
                <a:cxn ang="0">
                  <a:pos x="209" y="13"/>
                </a:cxn>
              </a:cxnLst>
              <a:rect l="0" t="0" r="r" b="b"/>
              <a:pathLst>
                <a:path w="225" h="55">
                  <a:moveTo>
                    <a:pt x="209" y="13"/>
                  </a:moveTo>
                  <a:cubicBezTo>
                    <a:pt x="121" y="13"/>
                    <a:pt x="121" y="13"/>
                    <a:pt x="121" y="13"/>
                  </a:cubicBezTo>
                  <a:cubicBezTo>
                    <a:pt x="123" y="14"/>
                    <a:pt x="123" y="16"/>
                    <a:pt x="124" y="18"/>
                  </a:cubicBezTo>
                  <a:cubicBezTo>
                    <a:pt x="125" y="26"/>
                    <a:pt x="120" y="34"/>
                    <a:pt x="112" y="36"/>
                  </a:cubicBezTo>
                  <a:cubicBezTo>
                    <a:pt x="111" y="36"/>
                    <a:pt x="81" y="41"/>
                    <a:pt x="53" y="41"/>
                  </a:cubicBezTo>
                  <a:cubicBezTo>
                    <a:pt x="43" y="41"/>
                    <a:pt x="35" y="41"/>
                    <a:pt x="28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8"/>
                    <a:pt x="28" y="37"/>
                    <a:pt x="28" y="37"/>
                  </a:cubicBezTo>
                  <a:cubicBezTo>
                    <a:pt x="36" y="38"/>
                    <a:pt x="44" y="38"/>
                    <a:pt x="53" y="38"/>
                  </a:cubicBezTo>
                  <a:cubicBezTo>
                    <a:pt x="81" y="38"/>
                    <a:pt x="110" y="33"/>
                    <a:pt x="112" y="33"/>
                  </a:cubicBezTo>
                  <a:cubicBezTo>
                    <a:pt x="118" y="31"/>
                    <a:pt x="122" y="25"/>
                    <a:pt x="121" y="19"/>
                  </a:cubicBezTo>
                  <a:cubicBezTo>
                    <a:pt x="120" y="13"/>
                    <a:pt x="114" y="8"/>
                    <a:pt x="108" y="10"/>
                  </a:cubicBezTo>
                  <a:cubicBezTo>
                    <a:pt x="107" y="10"/>
                    <a:pt x="63" y="18"/>
                    <a:pt x="34" y="14"/>
                  </a:cubicBezTo>
                  <a:cubicBezTo>
                    <a:pt x="34" y="13"/>
                    <a:pt x="34" y="12"/>
                    <a:pt x="34" y="11"/>
                  </a:cubicBezTo>
                  <a:cubicBezTo>
                    <a:pt x="40" y="11"/>
                    <a:pt x="46" y="12"/>
                    <a:pt x="52" y="12"/>
                  </a:cubicBezTo>
                  <a:cubicBezTo>
                    <a:pt x="76" y="12"/>
                    <a:pt x="100" y="8"/>
                    <a:pt x="106" y="7"/>
                  </a:cubicBezTo>
                  <a:cubicBezTo>
                    <a:pt x="102" y="3"/>
                    <a:pt x="97" y="0"/>
                    <a:pt x="91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2" y="0"/>
                    <a:pt x="4" y="10"/>
                    <a:pt x="1" y="20"/>
                  </a:cubicBezTo>
                  <a:cubicBezTo>
                    <a:pt x="1" y="20"/>
                    <a:pt x="0" y="24"/>
                    <a:pt x="0" y="27"/>
                  </a:cubicBezTo>
                  <a:cubicBezTo>
                    <a:pt x="0" y="30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3" y="44"/>
                    <a:pt x="12" y="55"/>
                    <a:pt x="24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8" y="55"/>
                    <a:pt x="105" y="51"/>
                    <a:pt x="109" y="44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18" y="45"/>
                    <a:pt x="225" y="37"/>
                    <a:pt x="225" y="29"/>
                  </a:cubicBezTo>
                  <a:cubicBezTo>
                    <a:pt x="225" y="20"/>
                    <a:pt x="218" y="13"/>
                    <a:pt x="209" y="13"/>
                  </a:cubicBezTo>
                  <a:close/>
                  <a:moveTo>
                    <a:pt x="209" y="13"/>
                  </a:moveTo>
                  <a:cubicBezTo>
                    <a:pt x="209" y="13"/>
                    <a:pt x="209" y="13"/>
                    <a:pt x="209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4" name="Freeform 9">
              <a:extLst>
                <a:ext uri="{FF2B5EF4-FFF2-40B4-BE49-F238E27FC236}">
                  <a16:creationId xmlns:a16="http://schemas.microsoft.com/office/drawing/2014/main" id="{AA9ED7B0-6788-664A-AA34-8E907D42B8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106" y="3386655"/>
              <a:ext cx="104455" cy="80350"/>
            </a:xfrm>
            <a:custGeom>
              <a:avLst/>
              <a:gdLst/>
              <a:ahLst/>
              <a:cxnLst>
                <a:cxn ang="0">
                  <a:pos x="38" y="28"/>
                </a:cxn>
                <a:cxn ang="0">
                  <a:pos x="19" y="0"/>
                </a:cxn>
                <a:cxn ang="0">
                  <a:pos x="23" y="28"/>
                </a:cxn>
                <a:cxn ang="0">
                  <a:pos x="38" y="28"/>
                </a:cxn>
                <a:cxn ang="0">
                  <a:pos x="38" y="28"/>
                </a:cxn>
                <a:cxn ang="0">
                  <a:pos x="38" y="28"/>
                </a:cxn>
              </a:cxnLst>
              <a:rect l="0" t="0" r="r" b="b"/>
              <a:pathLst>
                <a:path w="38" h="29">
                  <a:moveTo>
                    <a:pt x="38" y="28"/>
                  </a:moveTo>
                  <a:cubicBezTo>
                    <a:pt x="38" y="28"/>
                    <a:pt x="17" y="11"/>
                    <a:pt x="19" y="0"/>
                  </a:cubicBezTo>
                  <a:cubicBezTo>
                    <a:pt x="19" y="0"/>
                    <a:pt x="0" y="26"/>
                    <a:pt x="23" y="28"/>
                  </a:cubicBezTo>
                  <a:cubicBezTo>
                    <a:pt x="38" y="29"/>
                    <a:pt x="38" y="28"/>
                    <a:pt x="38" y="28"/>
                  </a:cubicBezTo>
                  <a:close/>
                  <a:moveTo>
                    <a:pt x="38" y="28"/>
                  </a:moveTo>
                  <a:cubicBezTo>
                    <a:pt x="38" y="28"/>
                    <a:pt x="38" y="28"/>
                    <a:pt x="38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5" name="Freeform 10">
              <a:extLst>
                <a:ext uri="{FF2B5EF4-FFF2-40B4-BE49-F238E27FC236}">
                  <a16:creationId xmlns:a16="http://schemas.microsoft.com/office/drawing/2014/main" id="{19B7148F-77B6-9F41-8C9F-A91CB4F24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7763" y="3425682"/>
              <a:ext cx="57393" cy="41323"/>
            </a:xfrm>
            <a:custGeom>
              <a:avLst/>
              <a:gdLst/>
              <a:ahLst/>
              <a:cxnLst>
                <a:cxn ang="0">
                  <a:pos x="2" y="14"/>
                </a:cxn>
                <a:cxn ang="0">
                  <a:pos x="16" y="14"/>
                </a:cxn>
                <a:cxn ang="0">
                  <a:pos x="21" y="13"/>
                </a:cxn>
                <a:cxn ang="0">
                  <a:pos x="15" y="0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</a:cxnLst>
              <a:rect l="0" t="0" r="r" b="b"/>
              <a:pathLst>
                <a:path w="21" h="15">
                  <a:moveTo>
                    <a:pt x="2" y="14"/>
                  </a:moveTo>
                  <a:cubicBezTo>
                    <a:pt x="2" y="14"/>
                    <a:pt x="0" y="15"/>
                    <a:pt x="16" y="14"/>
                  </a:cubicBezTo>
                  <a:cubicBezTo>
                    <a:pt x="18" y="14"/>
                    <a:pt x="20" y="13"/>
                    <a:pt x="21" y="13"/>
                  </a:cubicBezTo>
                  <a:cubicBezTo>
                    <a:pt x="18" y="9"/>
                    <a:pt x="16" y="4"/>
                    <a:pt x="15" y="0"/>
                  </a:cubicBezTo>
                  <a:cubicBezTo>
                    <a:pt x="9" y="7"/>
                    <a:pt x="2" y="14"/>
                    <a:pt x="2" y="14"/>
                  </a:cubicBezTo>
                  <a:close/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86" name="Group 43">
            <a:extLst>
              <a:ext uri="{FF2B5EF4-FFF2-40B4-BE49-F238E27FC236}">
                <a16:creationId xmlns:a16="http://schemas.microsoft.com/office/drawing/2014/main" id="{E5027DFB-C750-5F4D-919E-F04A4262C89F}"/>
              </a:ext>
            </a:extLst>
          </p:cNvPr>
          <p:cNvGrpSpPr/>
          <p:nvPr/>
        </p:nvGrpSpPr>
        <p:grpSpPr>
          <a:xfrm>
            <a:off x="7068630" y="5938387"/>
            <a:ext cx="1579995" cy="707462"/>
            <a:chOff x="5724525" y="1858963"/>
            <a:chExt cx="1169988" cy="523876"/>
          </a:xfrm>
          <a:solidFill>
            <a:srgbClr val="42929D"/>
          </a:solidFill>
        </p:grpSpPr>
        <p:sp>
          <p:nvSpPr>
            <p:cNvPr id="387" name="Freeform 14">
              <a:extLst>
                <a:ext uri="{FF2B5EF4-FFF2-40B4-BE49-F238E27FC236}">
                  <a16:creationId xmlns:a16="http://schemas.microsoft.com/office/drawing/2014/main" id="{F1345858-21DA-1F42-83BE-245F64E83B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175" y="2070101"/>
              <a:ext cx="103188" cy="1063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3"/>
                </a:cxn>
                <a:cxn ang="0">
                  <a:pos x="22" y="43"/>
                </a:cxn>
                <a:cxn ang="0">
                  <a:pos x="22" y="67"/>
                </a:cxn>
                <a:cxn ang="0">
                  <a:pos x="43" y="67"/>
                </a:cxn>
                <a:cxn ang="0">
                  <a:pos x="43" y="43"/>
                </a:cxn>
                <a:cxn ang="0">
                  <a:pos x="65" y="43"/>
                </a:cxn>
                <a:cxn ang="0">
                  <a:pos x="65" y="21"/>
                </a:cxn>
                <a:cxn ang="0">
                  <a:pos x="43" y="2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65" h="67">
                  <a:moveTo>
                    <a:pt x="43" y="0"/>
                  </a:move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3"/>
                  </a:lnTo>
                  <a:lnTo>
                    <a:pt x="22" y="43"/>
                  </a:lnTo>
                  <a:lnTo>
                    <a:pt x="22" y="67"/>
                  </a:lnTo>
                  <a:lnTo>
                    <a:pt x="43" y="67"/>
                  </a:lnTo>
                  <a:lnTo>
                    <a:pt x="43" y="43"/>
                  </a:lnTo>
                  <a:lnTo>
                    <a:pt x="65" y="43"/>
                  </a:lnTo>
                  <a:lnTo>
                    <a:pt x="65" y="21"/>
                  </a:lnTo>
                  <a:lnTo>
                    <a:pt x="43" y="21"/>
                  </a:lnTo>
                  <a:lnTo>
                    <a:pt x="43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8" name="Freeform 15">
              <a:extLst>
                <a:ext uri="{FF2B5EF4-FFF2-40B4-BE49-F238E27FC236}">
                  <a16:creationId xmlns:a16="http://schemas.microsoft.com/office/drawing/2014/main" id="{D5E9CDF8-994E-3542-B9DC-4F1A4CBD0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175" y="2070101"/>
              <a:ext cx="103188" cy="1063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3"/>
                </a:cxn>
                <a:cxn ang="0">
                  <a:pos x="22" y="43"/>
                </a:cxn>
                <a:cxn ang="0">
                  <a:pos x="22" y="67"/>
                </a:cxn>
                <a:cxn ang="0">
                  <a:pos x="43" y="67"/>
                </a:cxn>
                <a:cxn ang="0">
                  <a:pos x="43" y="43"/>
                </a:cxn>
                <a:cxn ang="0">
                  <a:pos x="65" y="43"/>
                </a:cxn>
                <a:cxn ang="0">
                  <a:pos x="65" y="21"/>
                </a:cxn>
                <a:cxn ang="0">
                  <a:pos x="43" y="2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65" h="67">
                  <a:moveTo>
                    <a:pt x="43" y="0"/>
                  </a:move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3"/>
                  </a:lnTo>
                  <a:lnTo>
                    <a:pt x="22" y="43"/>
                  </a:lnTo>
                  <a:lnTo>
                    <a:pt x="22" y="67"/>
                  </a:lnTo>
                  <a:lnTo>
                    <a:pt x="43" y="67"/>
                  </a:lnTo>
                  <a:lnTo>
                    <a:pt x="43" y="43"/>
                  </a:lnTo>
                  <a:lnTo>
                    <a:pt x="65" y="43"/>
                  </a:lnTo>
                  <a:lnTo>
                    <a:pt x="65" y="21"/>
                  </a:lnTo>
                  <a:lnTo>
                    <a:pt x="43" y="21"/>
                  </a:lnTo>
                  <a:lnTo>
                    <a:pt x="43" y="0"/>
                  </a:lnTo>
                  <a:moveTo>
                    <a:pt x="43" y="0"/>
                  </a:moveTo>
                  <a:lnTo>
                    <a:pt x="4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9" name="Freeform 16">
              <a:extLst>
                <a:ext uri="{FF2B5EF4-FFF2-40B4-BE49-F238E27FC236}">
                  <a16:creationId xmlns:a16="http://schemas.microsoft.com/office/drawing/2014/main" id="{A4C254A9-320C-804B-8E92-97854A4FEB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4525" y="1858963"/>
              <a:ext cx="1169988" cy="455613"/>
            </a:xfrm>
            <a:custGeom>
              <a:avLst/>
              <a:gdLst/>
              <a:ahLst/>
              <a:cxnLst>
                <a:cxn ang="0">
                  <a:pos x="299" y="75"/>
                </a:cxn>
                <a:cxn ang="0">
                  <a:pos x="224" y="28"/>
                </a:cxn>
                <a:cxn ang="0">
                  <a:pos x="224" y="28"/>
                </a:cxn>
                <a:cxn ang="0">
                  <a:pos x="224" y="23"/>
                </a:cxn>
                <a:cxn ang="0">
                  <a:pos x="265" y="23"/>
                </a:cxn>
                <a:cxn ang="0">
                  <a:pos x="273" y="15"/>
                </a:cxn>
                <a:cxn ang="0">
                  <a:pos x="265" y="8"/>
                </a:cxn>
                <a:cxn ang="0">
                  <a:pos x="224" y="8"/>
                </a:cxn>
                <a:cxn ang="0">
                  <a:pos x="216" y="0"/>
                </a:cxn>
                <a:cxn ang="0">
                  <a:pos x="209" y="8"/>
                </a:cxn>
                <a:cxn ang="0">
                  <a:pos x="168" y="8"/>
                </a:cxn>
                <a:cxn ang="0">
                  <a:pos x="160" y="15"/>
                </a:cxn>
                <a:cxn ang="0">
                  <a:pos x="168" y="23"/>
                </a:cxn>
                <a:cxn ang="0">
                  <a:pos x="209" y="23"/>
                </a:cxn>
                <a:cxn ang="0">
                  <a:pos x="209" y="27"/>
                </a:cxn>
                <a:cxn ang="0">
                  <a:pos x="134" y="58"/>
                </a:cxn>
                <a:cxn ang="0">
                  <a:pos x="48" y="55"/>
                </a:cxn>
                <a:cxn ang="0">
                  <a:pos x="25" y="40"/>
                </a:cxn>
                <a:cxn ang="0">
                  <a:pos x="0" y="66"/>
                </a:cxn>
                <a:cxn ang="0">
                  <a:pos x="25" y="91"/>
                </a:cxn>
                <a:cxn ang="0">
                  <a:pos x="47" y="79"/>
                </a:cxn>
                <a:cxn ang="0">
                  <a:pos x="138" y="92"/>
                </a:cxn>
                <a:cxn ang="0">
                  <a:pos x="220" y="119"/>
                </a:cxn>
                <a:cxn ang="0">
                  <a:pos x="299" y="75"/>
                </a:cxn>
                <a:cxn ang="0">
                  <a:pos x="180" y="90"/>
                </a:cxn>
                <a:cxn ang="0">
                  <a:pos x="158" y="69"/>
                </a:cxn>
                <a:cxn ang="0">
                  <a:pos x="180" y="47"/>
                </a:cxn>
                <a:cxn ang="0">
                  <a:pos x="201" y="69"/>
                </a:cxn>
                <a:cxn ang="0">
                  <a:pos x="180" y="90"/>
                </a:cxn>
                <a:cxn ang="0">
                  <a:pos x="217" y="42"/>
                </a:cxn>
                <a:cxn ang="0">
                  <a:pos x="284" y="76"/>
                </a:cxn>
                <a:cxn ang="0">
                  <a:pos x="217" y="76"/>
                </a:cxn>
                <a:cxn ang="0">
                  <a:pos x="217" y="42"/>
                </a:cxn>
                <a:cxn ang="0">
                  <a:pos x="217" y="42"/>
                </a:cxn>
                <a:cxn ang="0">
                  <a:pos x="217" y="42"/>
                </a:cxn>
              </a:cxnLst>
              <a:rect l="0" t="0" r="r" b="b"/>
              <a:pathLst>
                <a:path w="309" h="119">
                  <a:moveTo>
                    <a:pt x="299" y="75"/>
                  </a:moveTo>
                  <a:cubicBezTo>
                    <a:pt x="286" y="40"/>
                    <a:pt x="245" y="31"/>
                    <a:pt x="224" y="28"/>
                  </a:cubicBezTo>
                  <a:cubicBezTo>
                    <a:pt x="224" y="28"/>
                    <a:pt x="224" y="28"/>
                    <a:pt x="224" y="28"/>
                  </a:cubicBezTo>
                  <a:cubicBezTo>
                    <a:pt x="224" y="23"/>
                    <a:pt x="224" y="23"/>
                    <a:pt x="224" y="23"/>
                  </a:cubicBezTo>
                  <a:cubicBezTo>
                    <a:pt x="265" y="23"/>
                    <a:pt x="265" y="23"/>
                    <a:pt x="265" y="23"/>
                  </a:cubicBezTo>
                  <a:cubicBezTo>
                    <a:pt x="269" y="23"/>
                    <a:pt x="273" y="19"/>
                    <a:pt x="273" y="15"/>
                  </a:cubicBezTo>
                  <a:cubicBezTo>
                    <a:pt x="273" y="11"/>
                    <a:pt x="269" y="8"/>
                    <a:pt x="265" y="8"/>
                  </a:cubicBezTo>
                  <a:cubicBezTo>
                    <a:pt x="224" y="8"/>
                    <a:pt x="224" y="8"/>
                    <a:pt x="224" y="8"/>
                  </a:cubicBezTo>
                  <a:cubicBezTo>
                    <a:pt x="224" y="3"/>
                    <a:pt x="221" y="0"/>
                    <a:pt x="216" y="0"/>
                  </a:cubicBezTo>
                  <a:cubicBezTo>
                    <a:pt x="212" y="0"/>
                    <a:pt x="209" y="3"/>
                    <a:pt x="209" y="8"/>
                  </a:cubicBezTo>
                  <a:cubicBezTo>
                    <a:pt x="168" y="8"/>
                    <a:pt x="168" y="8"/>
                    <a:pt x="168" y="8"/>
                  </a:cubicBezTo>
                  <a:cubicBezTo>
                    <a:pt x="163" y="8"/>
                    <a:pt x="160" y="11"/>
                    <a:pt x="160" y="15"/>
                  </a:cubicBezTo>
                  <a:cubicBezTo>
                    <a:pt x="160" y="19"/>
                    <a:pt x="163" y="23"/>
                    <a:pt x="168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09" y="27"/>
                    <a:pt x="209" y="27"/>
                    <a:pt x="209" y="27"/>
                  </a:cubicBezTo>
                  <a:cubicBezTo>
                    <a:pt x="158" y="28"/>
                    <a:pt x="140" y="36"/>
                    <a:pt x="134" y="58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44" y="46"/>
                    <a:pt x="36" y="40"/>
                    <a:pt x="25" y="40"/>
                  </a:cubicBezTo>
                  <a:cubicBezTo>
                    <a:pt x="11" y="40"/>
                    <a:pt x="0" y="52"/>
                    <a:pt x="0" y="66"/>
                  </a:cubicBezTo>
                  <a:cubicBezTo>
                    <a:pt x="0" y="80"/>
                    <a:pt x="11" y="91"/>
                    <a:pt x="25" y="91"/>
                  </a:cubicBezTo>
                  <a:cubicBezTo>
                    <a:pt x="35" y="91"/>
                    <a:pt x="43" y="86"/>
                    <a:pt x="47" y="79"/>
                  </a:cubicBezTo>
                  <a:cubicBezTo>
                    <a:pt x="138" y="92"/>
                    <a:pt x="138" y="92"/>
                    <a:pt x="138" y="92"/>
                  </a:cubicBezTo>
                  <a:cubicBezTo>
                    <a:pt x="151" y="108"/>
                    <a:pt x="155" y="119"/>
                    <a:pt x="220" y="119"/>
                  </a:cubicBezTo>
                  <a:cubicBezTo>
                    <a:pt x="286" y="119"/>
                    <a:pt x="309" y="108"/>
                    <a:pt x="299" y="75"/>
                  </a:cubicBezTo>
                  <a:close/>
                  <a:moveTo>
                    <a:pt x="180" y="90"/>
                  </a:moveTo>
                  <a:cubicBezTo>
                    <a:pt x="168" y="90"/>
                    <a:pt x="158" y="80"/>
                    <a:pt x="158" y="69"/>
                  </a:cubicBezTo>
                  <a:cubicBezTo>
                    <a:pt x="158" y="57"/>
                    <a:pt x="168" y="47"/>
                    <a:pt x="180" y="47"/>
                  </a:cubicBezTo>
                  <a:cubicBezTo>
                    <a:pt x="191" y="47"/>
                    <a:pt x="201" y="57"/>
                    <a:pt x="201" y="69"/>
                  </a:cubicBezTo>
                  <a:cubicBezTo>
                    <a:pt x="201" y="80"/>
                    <a:pt x="191" y="90"/>
                    <a:pt x="180" y="90"/>
                  </a:cubicBezTo>
                  <a:close/>
                  <a:moveTo>
                    <a:pt x="217" y="42"/>
                  </a:moveTo>
                  <a:cubicBezTo>
                    <a:pt x="234" y="43"/>
                    <a:pt x="270" y="50"/>
                    <a:pt x="284" y="76"/>
                  </a:cubicBezTo>
                  <a:cubicBezTo>
                    <a:pt x="217" y="76"/>
                    <a:pt x="217" y="76"/>
                    <a:pt x="217" y="76"/>
                  </a:cubicBezTo>
                  <a:lnTo>
                    <a:pt x="217" y="42"/>
                  </a:lnTo>
                  <a:close/>
                  <a:moveTo>
                    <a:pt x="217" y="42"/>
                  </a:moveTo>
                  <a:cubicBezTo>
                    <a:pt x="217" y="42"/>
                    <a:pt x="217" y="42"/>
                    <a:pt x="217" y="4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0" name="Freeform 17">
              <a:extLst>
                <a:ext uri="{FF2B5EF4-FFF2-40B4-BE49-F238E27FC236}">
                  <a16:creationId xmlns:a16="http://schemas.microsoft.com/office/drawing/2014/main" id="{29F1D0B5-7FA9-C045-BBE5-5FFCAF718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4913" y="2295526"/>
              <a:ext cx="584200" cy="87313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9" y="0"/>
                </a:cxn>
                <a:cxn ang="0">
                  <a:pos x="148" y="0"/>
                </a:cxn>
                <a:cxn ang="0">
                  <a:pos x="143" y="4"/>
                </a:cxn>
                <a:cxn ang="0">
                  <a:pos x="131" y="13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5" y="23"/>
                </a:cxn>
                <a:cxn ang="0">
                  <a:pos x="131" y="23"/>
                </a:cxn>
                <a:cxn ang="0">
                  <a:pos x="153" y="6"/>
                </a:cxn>
                <a:cxn ang="0">
                  <a:pos x="150" y="0"/>
                </a:cxn>
                <a:cxn ang="0">
                  <a:pos x="150" y="0"/>
                </a:cxn>
                <a:cxn ang="0">
                  <a:pos x="150" y="0"/>
                </a:cxn>
              </a:cxnLst>
              <a:rect l="0" t="0" r="r" b="b"/>
              <a:pathLst>
                <a:path w="154" h="23">
                  <a:moveTo>
                    <a:pt x="150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6" y="0"/>
                    <a:pt x="144" y="2"/>
                    <a:pt x="143" y="4"/>
                  </a:cubicBezTo>
                  <a:cubicBezTo>
                    <a:pt x="143" y="4"/>
                    <a:pt x="140" y="13"/>
                    <a:pt x="131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3"/>
                    <a:pt x="0" y="15"/>
                    <a:pt x="0" y="18"/>
                  </a:cubicBezTo>
                  <a:cubicBezTo>
                    <a:pt x="0" y="21"/>
                    <a:pt x="2" y="23"/>
                    <a:pt x="5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44" y="23"/>
                    <a:pt x="151" y="13"/>
                    <a:pt x="153" y="6"/>
                  </a:cubicBezTo>
                  <a:cubicBezTo>
                    <a:pt x="154" y="4"/>
                    <a:pt x="152" y="1"/>
                    <a:pt x="150" y="0"/>
                  </a:cubicBezTo>
                  <a:close/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332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7">
            <a:extLst>
              <a:ext uri="{FF2B5EF4-FFF2-40B4-BE49-F238E27FC236}">
                <a16:creationId xmlns:a16="http://schemas.microsoft.com/office/drawing/2014/main" id="{6C48EA5A-B577-9441-8D27-8656C57C5D29}"/>
              </a:ext>
            </a:extLst>
          </p:cNvPr>
          <p:cNvGrpSpPr/>
          <p:nvPr/>
        </p:nvGrpSpPr>
        <p:grpSpPr>
          <a:xfrm>
            <a:off x="3173692" y="282272"/>
            <a:ext cx="536949" cy="519188"/>
            <a:chOff x="5659438" y="2249488"/>
            <a:chExt cx="623887" cy="603250"/>
          </a:xfrm>
          <a:solidFill>
            <a:schemeClr val="accent3">
              <a:lumMod val="50000"/>
            </a:schemeClr>
          </a:solidFill>
        </p:grpSpPr>
        <p:sp>
          <p:nvSpPr>
            <p:cNvPr id="9" name="Freeform 67">
              <a:extLst>
                <a:ext uri="{FF2B5EF4-FFF2-40B4-BE49-F238E27FC236}">
                  <a16:creationId xmlns:a16="http://schemas.microsoft.com/office/drawing/2014/main" id="{EDF00485-DB56-6E42-9156-931D0069EB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8050" y="2249488"/>
              <a:ext cx="295275" cy="585788"/>
            </a:xfrm>
            <a:custGeom>
              <a:avLst/>
              <a:gdLst/>
              <a:ahLst/>
              <a:cxnLst>
                <a:cxn ang="0">
                  <a:pos x="0" y="148"/>
                </a:cxn>
                <a:cxn ang="0">
                  <a:pos x="0" y="50"/>
                </a:cxn>
                <a:cxn ang="0">
                  <a:pos x="51" y="0"/>
                </a:cxn>
                <a:cxn ang="0">
                  <a:pos x="101" y="50"/>
                </a:cxn>
                <a:cxn ang="0">
                  <a:pos x="101" y="148"/>
                </a:cxn>
                <a:cxn ang="0">
                  <a:pos x="51" y="199"/>
                </a:cxn>
                <a:cxn ang="0">
                  <a:pos x="0" y="148"/>
                </a:cxn>
                <a:cxn ang="0">
                  <a:pos x="9" y="50"/>
                </a:cxn>
                <a:cxn ang="0">
                  <a:pos x="9" y="148"/>
                </a:cxn>
                <a:cxn ang="0">
                  <a:pos x="51" y="190"/>
                </a:cxn>
                <a:cxn ang="0">
                  <a:pos x="92" y="148"/>
                </a:cxn>
                <a:cxn ang="0">
                  <a:pos x="92" y="50"/>
                </a:cxn>
                <a:cxn ang="0">
                  <a:pos x="51" y="9"/>
                </a:cxn>
                <a:cxn ang="0">
                  <a:pos x="9" y="50"/>
                </a:cxn>
              </a:cxnLst>
              <a:rect l="0" t="0" r="r" b="b"/>
              <a:pathLst>
                <a:path w="101" h="199">
                  <a:moveTo>
                    <a:pt x="0" y="148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23"/>
                    <a:pt x="23" y="0"/>
                    <a:pt x="51" y="0"/>
                  </a:cubicBezTo>
                  <a:cubicBezTo>
                    <a:pt x="78" y="0"/>
                    <a:pt x="101" y="23"/>
                    <a:pt x="101" y="50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76"/>
                    <a:pt x="78" y="199"/>
                    <a:pt x="51" y="199"/>
                  </a:cubicBezTo>
                  <a:cubicBezTo>
                    <a:pt x="23" y="199"/>
                    <a:pt x="0" y="176"/>
                    <a:pt x="0" y="148"/>
                  </a:cubicBezTo>
                  <a:moveTo>
                    <a:pt x="9" y="50"/>
                  </a:moveTo>
                  <a:cubicBezTo>
                    <a:pt x="9" y="148"/>
                    <a:pt x="9" y="148"/>
                    <a:pt x="9" y="148"/>
                  </a:cubicBezTo>
                  <a:cubicBezTo>
                    <a:pt x="9" y="171"/>
                    <a:pt x="28" y="190"/>
                    <a:pt x="51" y="190"/>
                  </a:cubicBezTo>
                  <a:cubicBezTo>
                    <a:pt x="74" y="190"/>
                    <a:pt x="92" y="171"/>
                    <a:pt x="92" y="148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27"/>
                    <a:pt x="74" y="9"/>
                    <a:pt x="51" y="9"/>
                  </a:cubicBezTo>
                  <a:cubicBezTo>
                    <a:pt x="28" y="9"/>
                    <a:pt x="9" y="27"/>
                    <a:pt x="9" y="5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0" name="Freeform 68">
              <a:extLst>
                <a:ext uri="{FF2B5EF4-FFF2-40B4-BE49-F238E27FC236}">
                  <a16:creationId xmlns:a16="http://schemas.microsoft.com/office/drawing/2014/main" id="{6C372D7F-C978-C940-9D22-53277C8CE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7738" y="2559050"/>
              <a:ext cx="214313" cy="222250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73" y="39"/>
                </a:cxn>
                <a:cxn ang="0">
                  <a:pos x="37" y="76"/>
                </a:cxn>
                <a:cxn ang="0">
                  <a:pos x="0" y="39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6">
                  <a:moveTo>
                    <a:pt x="73" y="0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59"/>
                    <a:pt x="57" y="76"/>
                    <a:pt x="37" y="76"/>
                  </a:cubicBezTo>
                  <a:cubicBezTo>
                    <a:pt x="16" y="76"/>
                    <a:pt x="0" y="5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1" name="Freeform 69">
              <a:extLst>
                <a:ext uri="{FF2B5EF4-FFF2-40B4-BE49-F238E27FC236}">
                  <a16:creationId xmlns:a16="http://schemas.microsoft.com/office/drawing/2014/main" id="{53729EB3-A416-2648-8E14-7DA57B694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8650" y="2543175"/>
              <a:ext cx="252413" cy="258763"/>
            </a:xfrm>
            <a:custGeom>
              <a:avLst/>
              <a:gdLst/>
              <a:ahLst/>
              <a:cxnLst>
                <a:cxn ang="0">
                  <a:pos x="86" y="34"/>
                </a:cxn>
                <a:cxn ang="0">
                  <a:pos x="68" y="66"/>
                </a:cxn>
                <a:cxn ang="0">
                  <a:pos x="22" y="78"/>
                </a:cxn>
                <a:cxn ang="0">
                  <a:pos x="9" y="32"/>
                </a:cxn>
                <a:cxn ang="0">
                  <a:pos x="27" y="0"/>
                </a:cxn>
                <a:cxn ang="0">
                  <a:pos x="86" y="34"/>
                </a:cxn>
              </a:cxnLst>
              <a:rect l="0" t="0" r="r" b="b"/>
              <a:pathLst>
                <a:path w="86" h="88">
                  <a:moveTo>
                    <a:pt x="86" y="34"/>
                  </a:moveTo>
                  <a:cubicBezTo>
                    <a:pt x="68" y="66"/>
                    <a:pt x="68" y="66"/>
                    <a:pt x="68" y="66"/>
                  </a:cubicBezTo>
                  <a:cubicBezTo>
                    <a:pt x="59" y="82"/>
                    <a:pt x="38" y="88"/>
                    <a:pt x="22" y="78"/>
                  </a:cubicBezTo>
                  <a:cubicBezTo>
                    <a:pt x="5" y="69"/>
                    <a:pt x="0" y="48"/>
                    <a:pt x="9" y="32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86" y="3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" name="Freeform 70">
              <a:extLst>
                <a:ext uri="{FF2B5EF4-FFF2-40B4-BE49-F238E27FC236}">
                  <a16:creationId xmlns:a16="http://schemas.microsoft.com/office/drawing/2014/main" id="{6EA4AF4A-7B22-AC4F-8F30-F288C3E93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2320925"/>
              <a:ext cx="312738" cy="531813"/>
            </a:xfrm>
            <a:custGeom>
              <a:avLst/>
              <a:gdLst/>
              <a:ahLst/>
              <a:cxnLst>
                <a:cxn ang="0">
                  <a:pos x="13" y="104"/>
                </a:cxn>
                <a:cxn ang="0">
                  <a:pos x="59" y="26"/>
                </a:cxn>
                <a:cxn ang="0">
                  <a:pos x="107" y="3"/>
                </a:cxn>
                <a:cxn ang="0">
                  <a:pos x="107" y="12"/>
                </a:cxn>
                <a:cxn ang="0">
                  <a:pos x="66" y="30"/>
                </a:cxn>
                <a:cxn ang="0">
                  <a:pos x="20" y="109"/>
                </a:cxn>
                <a:cxn ang="0">
                  <a:pos x="35" y="161"/>
                </a:cxn>
                <a:cxn ang="0">
                  <a:pos x="87" y="147"/>
                </a:cxn>
                <a:cxn ang="0">
                  <a:pos x="107" y="114"/>
                </a:cxn>
                <a:cxn ang="0">
                  <a:pos x="107" y="130"/>
                </a:cxn>
                <a:cxn ang="0">
                  <a:pos x="95" y="151"/>
                </a:cxn>
                <a:cxn ang="0">
                  <a:pos x="30" y="169"/>
                </a:cxn>
                <a:cxn ang="0">
                  <a:pos x="13" y="104"/>
                </a:cxn>
              </a:cxnLst>
              <a:rect l="0" t="0" r="r" b="b"/>
              <a:pathLst>
                <a:path w="107" h="181">
                  <a:moveTo>
                    <a:pt x="13" y="104"/>
                  </a:moveTo>
                  <a:cubicBezTo>
                    <a:pt x="59" y="26"/>
                    <a:pt x="59" y="26"/>
                    <a:pt x="59" y="26"/>
                  </a:cubicBezTo>
                  <a:cubicBezTo>
                    <a:pt x="69" y="9"/>
                    <a:pt x="88" y="0"/>
                    <a:pt x="107" y="3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91" y="8"/>
                    <a:pt x="74" y="15"/>
                    <a:pt x="66" y="30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0" y="127"/>
                    <a:pt x="16" y="151"/>
                    <a:pt x="35" y="161"/>
                  </a:cubicBezTo>
                  <a:cubicBezTo>
                    <a:pt x="53" y="172"/>
                    <a:pt x="77" y="166"/>
                    <a:pt x="87" y="147"/>
                  </a:cubicBezTo>
                  <a:cubicBezTo>
                    <a:pt x="107" y="114"/>
                    <a:pt x="107" y="114"/>
                    <a:pt x="107" y="114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95" y="151"/>
                    <a:pt x="95" y="151"/>
                    <a:pt x="95" y="151"/>
                  </a:cubicBezTo>
                  <a:cubicBezTo>
                    <a:pt x="82" y="174"/>
                    <a:pt x="53" y="181"/>
                    <a:pt x="30" y="169"/>
                  </a:cubicBezTo>
                  <a:cubicBezTo>
                    <a:pt x="8" y="156"/>
                    <a:pt x="0" y="127"/>
                    <a:pt x="13" y="104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5" name="Freeform 74">
            <a:extLst>
              <a:ext uri="{FF2B5EF4-FFF2-40B4-BE49-F238E27FC236}">
                <a16:creationId xmlns:a16="http://schemas.microsoft.com/office/drawing/2014/main" id="{4A77CDC5-D04A-5549-B197-7F92741A2E41}"/>
              </a:ext>
            </a:extLst>
          </p:cNvPr>
          <p:cNvSpPr>
            <a:spLocks noEditPoints="1"/>
          </p:cNvSpPr>
          <p:nvPr/>
        </p:nvSpPr>
        <p:spPr bwMode="auto">
          <a:xfrm>
            <a:off x="433757" y="379144"/>
            <a:ext cx="472941" cy="422316"/>
          </a:xfrm>
          <a:custGeom>
            <a:avLst/>
            <a:gdLst/>
            <a:ahLst/>
            <a:cxnLst>
              <a:cxn ang="0">
                <a:pos x="176" y="29"/>
              </a:cxn>
              <a:cxn ang="0">
                <a:pos x="120" y="29"/>
              </a:cxn>
              <a:cxn ang="0">
                <a:pos x="120" y="0"/>
              </a:cxn>
              <a:cxn ang="0">
                <a:pos x="114" y="0"/>
              </a:cxn>
              <a:cxn ang="0">
                <a:pos x="110" y="0"/>
              </a:cxn>
              <a:cxn ang="0">
                <a:pos x="81" y="0"/>
              </a:cxn>
              <a:cxn ang="0">
                <a:pos x="71" y="0"/>
              </a:cxn>
              <a:cxn ang="0">
                <a:pos x="71" y="10"/>
              </a:cxn>
              <a:cxn ang="0">
                <a:pos x="71" y="29"/>
              </a:cxn>
              <a:cxn ang="0">
                <a:pos x="15" y="29"/>
              </a:cxn>
              <a:cxn ang="0">
                <a:pos x="0" y="44"/>
              </a:cxn>
              <a:cxn ang="0">
                <a:pos x="0" y="156"/>
              </a:cxn>
              <a:cxn ang="0">
                <a:pos x="15" y="171"/>
              </a:cxn>
              <a:cxn ang="0">
                <a:pos x="176" y="171"/>
              </a:cxn>
              <a:cxn ang="0">
                <a:pos x="192" y="156"/>
              </a:cxn>
              <a:cxn ang="0">
                <a:pos x="192" y="44"/>
              </a:cxn>
              <a:cxn ang="0">
                <a:pos x="176" y="29"/>
              </a:cxn>
              <a:cxn ang="0">
                <a:pos x="81" y="10"/>
              </a:cxn>
              <a:cxn ang="0">
                <a:pos x="110" y="10"/>
              </a:cxn>
              <a:cxn ang="0">
                <a:pos x="110" y="29"/>
              </a:cxn>
              <a:cxn ang="0">
                <a:pos x="81" y="29"/>
              </a:cxn>
              <a:cxn ang="0">
                <a:pos x="81" y="10"/>
              </a:cxn>
              <a:cxn ang="0">
                <a:pos x="134" y="107"/>
              </a:cxn>
              <a:cxn ang="0">
                <a:pos x="127" y="115"/>
              </a:cxn>
              <a:cxn ang="0">
                <a:pos x="111" y="115"/>
              </a:cxn>
              <a:cxn ang="0">
                <a:pos x="111" y="130"/>
              </a:cxn>
              <a:cxn ang="0">
                <a:pos x="103" y="138"/>
              </a:cxn>
              <a:cxn ang="0">
                <a:pos x="88" y="138"/>
              </a:cxn>
              <a:cxn ang="0">
                <a:pos x="80" y="130"/>
              </a:cxn>
              <a:cxn ang="0">
                <a:pos x="80" y="115"/>
              </a:cxn>
              <a:cxn ang="0">
                <a:pos x="65" y="115"/>
              </a:cxn>
              <a:cxn ang="0">
                <a:pos x="57" y="107"/>
              </a:cxn>
              <a:cxn ang="0">
                <a:pos x="57" y="92"/>
              </a:cxn>
              <a:cxn ang="0">
                <a:pos x="65" y="84"/>
              </a:cxn>
              <a:cxn ang="0">
                <a:pos x="80" y="84"/>
              </a:cxn>
              <a:cxn ang="0">
                <a:pos x="80" y="68"/>
              </a:cxn>
              <a:cxn ang="0">
                <a:pos x="88" y="61"/>
              </a:cxn>
              <a:cxn ang="0">
                <a:pos x="103" y="61"/>
              </a:cxn>
              <a:cxn ang="0">
                <a:pos x="111" y="68"/>
              </a:cxn>
              <a:cxn ang="0">
                <a:pos x="111" y="84"/>
              </a:cxn>
              <a:cxn ang="0">
                <a:pos x="127" y="84"/>
              </a:cxn>
              <a:cxn ang="0">
                <a:pos x="134" y="92"/>
              </a:cxn>
              <a:cxn ang="0">
                <a:pos x="134" y="107"/>
              </a:cxn>
            </a:cxnLst>
            <a:rect l="0" t="0" r="r" b="b"/>
            <a:pathLst>
              <a:path w="192" h="171">
                <a:moveTo>
                  <a:pt x="176" y="29"/>
                </a:moveTo>
                <a:cubicBezTo>
                  <a:pt x="120" y="29"/>
                  <a:pt x="120" y="29"/>
                  <a:pt x="120" y="29"/>
                </a:cubicBezTo>
                <a:cubicBezTo>
                  <a:pt x="120" y="0"/>
                  <a:pt x="120" y="0"/>
                  <a:pt x="120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0" y="0"/>
                  <a:pt x="110" y="0"/>
                  <a:pt x="110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29"/>
                  <a:pt x="71" y="29"/>
                  <a:pt x="71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7" y="29"/>
                  <a:pt x="0" y="36"/>
                  <a:pt x="0" y="44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64"/>
                  <a:pt x="7" y="171"/>
                  <a:pt x="15" y="171"/>
                </a:cubicBezTo>
                <a:cubicBezTo>
                  <a:pt x="176" y="171"/>
                  <a:pt x="176" y="171"/>
                  <a:pt x="176" y="171"/>
                </a:cubicBezTo>
                <a:cubicBezTo>
                  <a:pt x="185" y="171"/>
                  <a:pt x="192" y="164"/>
                  <a:pt x="192" y="156"/>
                </a:cubicBezTo>
                <a:cubicBezTo>
                  <a:pt x="192" y="44"/>
                  <a:pt x="192" y="44"/>
                  <a:pt x="192" y="44"/>
                </a:cubicBezTo>
                <a:cubicBezTo>
                  <a:pt x="192" y="36"/>
                  <a:pt x="185" y="29"/>
                  <a:pt x="176" y="29"/>
                </a:cubicBezTo>
                <a:moveTo>
                  <a:pt x="81" y="10"/>
                </a:moveTo>
                <a:cubicBezTo>
                  <a:pt x="110" y="10"/>
                  <a:pt x="110" y="10"/>
                  <a:pt x="110" y="10"/>
                </a:cubicBezTo>
                <a:cubicBezTo>
                  <a:pt x="110" y="29"/>
                  <a:pt x="110" y="29"/>
                  <a:pt x="110" y="29"/>
                </a:cubicBezTo>
                <a:cubicBezTo>
                  <a:pt x="81" y="29"/>
                  <a:pt x="81" y="29"/>
                  <a:pt x="81" y="29"/>
                </a:cubicBezTo>
                <a:lnTo>
                  <a:pt x="81" y="10"/>
                </a:lnTo>
                <a:close/>
                <a:moveTo>
                  <a:pt x="134" y="107"/>
                </a:moveTo>
                <a:cubicBezTo>
                  <a:pt x="134" y="111"/>
                  <a:pt x="131" y="115"/>
                  <a:pt x="127" y="115"/>
                </a:cubicBezTo>
                <a:cubicBezTo>
                  <a:pt x="111" y="115"/>
                  <a:pt x="111" y="115"/>
                  <a:pt x="111" y="115"/>
                </a:cubicBezTo>
                <a:cubicBezTo>
                  <a:pt x="111" y="130"/>
                  <a:pt x="111" y="130"/>
                  <a:pt x="111" y="130"/>
                </a:cubicBezTo>
                <a:cubicBezTo>
                  <a:pt x="111" y="135"/>
                  <a:pt x="108" y="138"/>
                  <a:pt x="103" y="138"/>
                </a:cubicBezTo>
                <a:cubicBezTo>
                  <a:pt x="88" y="138"/>
                  <a:pt x="88" y="138"/>
                  <a:pt x="88" y="138"/>
                </a:cubicBezTo>
                <a:cubicBezTo>
                  <a:pt x="84" y="138"/>
                  <a:pt x="80" y="135"/>
                  <a:pt x="80" y="130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0" y="115"/>
                  <a:pt x="57" y="111"/>
                  <a:pt x="57" y="107"/>
                </a:cubicBezTo>
                <a:cubicBezTo>
                  <a:pt x="57" y="92"/>
                  <a:pt x="57" y="92"/>
                  <a:pt x="57" y="92"/>
                </a:cubicBezTo>
                <a:cubicBezTo>
                  <a:pt x="57" y="88"/>
                  <a:pt x="60" y="84"/>
                  <a:pt x="65" y="84"/>
                </a:cubicBezTo>
                <a:cubicBezTo>
                  <a:pt x="80" y="84"/>
                  <a:pt x="80" y="84"/>
                  <a:pt x="80" y="84"/>
                </a:cubicBezTo>
                <a:cubicBezTo>
                  <a:pt x="80" y="68"/>
                  <a:pt x="80" y="68"/>
                  <a:pt x="80" y="68"/>
                </a:cubicBezTo>
                <a:cubicBezTo>
                  <a:pt x="80" y="64"/>
                  <a:pt x="84" y="61"/>
                  <a:pt x="88" y="61"/>
                </a:cubicBezTo>
                <a:cubicBezTo>
                  <a:pt x="103" y="61"/>
                  <a:pt x="103" y="61"/>
                  <a:pt x="103" y="61"/>
                </a:cubicBezTo>
                <a:cubicBezTo>
                  <a:pt x="108" y="61"/>
                  <a:pt x="111" y="64"/>
                  <a:pt x="111" y="68"/>
                </a:cubicBezTo>
                <a:cubicBezTo>
                  <a:pt x="111" y="84"/>
                  <a:pt x="111" y="84"/>
                  <a:pt x="111" y="84"/>
                </a:cubicBezTo>
                <a:cubicBezTo>
                  <a:pt x="127" y="84"/>
                  <a:pt x="127" y="84"/>
                  <a:pt x="127" y="84"/>
                </a:cubicBezTo>
                <a:cubicBezTo>
                  <a:pt x="131" y="84"/>
                  <a:pt x="134" y="88"/>
                  <a:pt x="134" y="92"/>
                </a:cubicBezTo>
                <a:lnTo>
                  <a:pt x="134" y="10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8" name="Freeform 121">
            <a:extLst>
              <a:ext uri="{FF2B5EF4-FFF2-40B4-BE49-F238E27FC236}">
                <a16:creationId xmlns:a16="http://schemas.microsoft.com/office/drawing/2014/main" id="{F8300765-7CC9-0B4A-BD6C-6150D5071534}"/>
              </a:ext>
            </a:extLst>
          </p:cNvPr>
          <p:cNvSpPr>
            <a:spLocks noEditPoints="1"/>
          </p:cNvSpPr>
          <p:nvPr/>
        </p:nvSpPr>
        <p:spPr bwMode="auto">
          <a:xfrm>
            <a:off x="1305925" y="241850"/>
            <a:ext cx="486663" cy="559610"/>
          </a:xfrm>
          <a:custGeom>
            <a:avLst/>
            <a:gdLst/>
            <a:ahLst/>
            <a:cxnLst>
              <a:cxn ang="0">
                <a:pos x="227" y="284"/>
              </a:cxn>
              <a:cxn ang="0">
                <a:pos x="214" y="284"/>
              </a:cxn>
              <a:cxn ang="0">
                <a:pos x="264" y="189"/>
              </a:cxn>
              <a:cxn ang="0">
                <a:pos x="179" y="80"/>
              </a:cxn>
              <a:cxn ang="0">
                <a:pos x="200" y="39"/>
              </a:cxn>
              <a:cxn ang="0">
                <a:pos x="196" y="26"/>
              </a:cxn>
              <a:cxn ang="0">
                <a:pos x="145" y="2"/>
              </a:cxn>
              <a:cxn ang="0">
                <a:pos x="138" y="1"/>
              </a:cxn>
              <a:cxn ang="0">
                <a:pos x="132" y="7"/>
              </a:cxn>
              <a:cxn ang="0">
                <a:pos x="72" y="121"/>
              </a:cxn>
              <a:cxn ang="0">
                <a:pos x="80" y="147"/>
              </a:cxn>
              <a:cxn ang="0">
                <a:pos x="72" y="164"/>
              </a:cxn>
              <a:cxn ang="0">
                <a:pos x="106" y="180"/>
              </a:cxn>
              <a:cxn ang="0">
                <a:pos x="114" y="164"/>
              </a:cxn>
              <a:cxn ang="0">
                <a:pos x="114" y="164"/>
              </a:cxn>
              <a:cxn ang="0">
                <a:pos x="140" y="154"/>
              </a:cxn>
              <a:cxn ang="0">
                <a:pos x="161" y="115"/>
              </a:cxn>
              <a:cxn ang="0">
                <a:pos x="227" y="189"/>
              </a:cxn>
              <a:cxn ang="0">
                <a:pos x="151" y="265"/>
              </a:cxn>
              <a:cxn ang="0">
                <a:pos x="95" y="246"/>
              </a:cxn>
              <a:cxn ang="0">
                <a:pos x="95" y="237"/>
              </a:cxn>
              <a:cxn ang="0">
                <a:pos x="104" y="227"/>
              </a:cxn>
              <a:cxn ang="0">
                <a:pos x="151" y="227"/>
              </a:cxn>
              <a:cxn ang="0">
                <a:pos x="151" y="208"/>
              </a:cxn>
              <a:cxn ang="0">
                <a:pos x="79" y="208"/>
              </a:cxn>
              <a:cxn ang="0">
                <a:pos x="40" y="208"/>
              </a:cxn>
              <a:cxn ang="0">
                <a:pos x="0" y="208"/>
              </a:cxn>
              <a:cxn ang="0">
                <a:pos x="0" y="227"/>
              </a:cxn>
              <a:cxn ang="0">
                <a:pos x="45" y="227"/>
              </a:cxn>
              <a:cxn ang="0">
                <a:pos x="48" y="227"/>
              </a:cxn>
              <a:cxn ang="0">
                <a:pos x="57" y="237"/>
              </a:cxn>
              <a:cxn ang="0">
                <a:pos x="57" y="246"/>
              </a:cxn>
              <a:cxn ang="0">
                <a:pos x="57" y="284"/>
              </a:cxn>
              <a:cxn ang="0">
                <a:pos x="19" y="303"/>
              </a:cxn>
              <a:cxn ang="0">
                <a:pos x="264" y="303"/>
              </a:cxn>
              <a:cxn ang="0">
                <a:pos x="227" y="284"/>
              </a:cxn>
              <a:cxn ang="0">
                <a:pos x="161" y="26"/>
              </a:cxn>
              <a:cxn ang="0">
                <a:pos x="155" y="32"/>
              </a:cxn>
              <a:cxn ang="0">
                <a:pos x="111" y="114"/>
              </a:cxn>
              <a:cxn ang="0">
                <a:pos x="95" y="106"/>
              </a:cxn>
              <a:cxn ang="0">
                <a:pos x="96" y="102"/>
              </a:cxn>
              <a:cxn ang="0">
                <a:pos x="137" y="25"/>
              </a:cxn>
              <a:cxn ang="0">
                <a:pos x="143" y="20"/>
              </a:cxn>
              <a:cxn ang="0">
                <a:pos x="150" y="21"/>
              </a:cxn>
              <a:cxn ang="0">
                <a:pos x="161" y="26"/>
              </a:cxn>
              <a:cxn ang="0">
                <a:pos x="161" y="26"/>
              </a:cxn>
            </a:cxnLst>
            <a:rect l="0" t="0" r="r" b="b"/>
            <a:pathLst>
              <a:path w="264" h="303">
                <a:moveTo>
                  <a:pt x="227" y="284"/>
                </a:moveTo>
                <a:cubicBezTo>
                  <a:pt x="214" y="284"/>
                  <a:pt x="214" y="284"/>
                  <a:pt x="214" y="284"/>
                </a:cubicBezTo>
                <a:cubicBezTo>
                  <a:pt x="244" y="263"/>
                  <a:pt x="264" y="229"/>
                  <a:pt x="264" y="189"/>
                </a:cubicBezTo>
                <a:cubicBezTo>
                  <a:pt x="264" y="136"/>
                  <a:pt x="228" y="92"/>
                  <a:pt x="179" y="80"/>
                </a:cubicBezTo>
                <a:cubicBezTo>
                  <a:pt x="200" y="39"/>
                  <a:pt x="200" y="39"/>
                  <a:pt x="200" y="39"/>
                </a:cubicBezTo>
                <a:cubicBezTo>
                  <a:pt x="203" y="34"/>
                  <a:pt x="201" y="29"/>
                  <a:pt x="196" y="26"/>
                </a:cubicBezTo>
                <a:cubicBezTo>
                  <a:pt x="145" y="2"/>
                  <a:pt x="145" y="2"/>
                  <a:pt x="145" y="2"/>
                </a:cubicBezTo>
                <a:cubicBezTo>
                  <a:pt x="143" y="1"/>
                  <a:pt x="140" y="0"/>
                  <a:pt x="138" y="1"/>
                </a:cubicBezTo>
                <a:cubicBezTo>
                  <a:pt x="136" y="2"/>
                  <a:pt x="134" y="4"/>
                  <a:pt x="132" y="7"/>
                </a:cubicBezTo>
                <a:cubicBezTo>
                  <a:pt x="72" y="121"/>
                  <a:pt x="72" y="121"/>
                  <a:pt x="72" y="121"/>
                </a:cubicBezTo>
                <a:cubicBezTo>
                  <a:pt x="67" y="131"/>
                  <a:pt x="71" y="143"/>
                  <a:pt x="80" y="147"/>
                </a:cubicBezTo>
                <a:cubicBezTo>
                  <a:pt x="72" y="164"/>
                  <a:pt x="72" y="164"/>
                  <a:pt x="72" y="164"/>
                </a:cubicBezTo>
                <a:cubicBezTo>
                  <a:pt x="106" y="180"/>
                  <a:pt x="106" y="180"/>
                  <a:pt x="106" y="180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14" y="164"/>
                  <a:pt x="114" y="164"/>
                  <a:pt x="114" y="164"/>
                </a:cubicBezTo>
                <a:cubicBezTo>
                  <a:pt x="124" y="168"/>
                  <a:pt x="135" y="164"/>
                  <a:pt x="140" y="154"/>
                </a:cubicBezTo>
                <a:cubicBezTo>
                  <a:pt x="161" y="115"/>
                  <a:pt x="161" y="115"/>
                  <a:pt x="161" y="115"/>
                </a:cubicBezTo>
                <a:cubicBezTo>
                  <a:pt x="198" y="119"/>
                  <a:pt x="227" y="151"/>
                  <a:pt x="227" y="189"/>
                </a:cubicBezTo>
                <a:cubicBezTo>
                  <a:pt x="227" y="231"/>
                  <a:pt x="193" y="265"/>
                  <a:pt x="151" y="265"/>
                </a:cubicBezTo>
                <a:cubicBezTo>
                  <a:pt x="132" y="265"/>
                  <a:pt x="108" y="258"/>
                  <a:pt x="95" y="246"/>
                </a:cubicBezTo>
                <a:cubicBezTo>
                  <a:pt x="95" y="237"/>
                  <a:pt x="95" y="237"/>
                  <a:pt x="95" y="237"/>
                </a:cubicBezTo>
                <a:cubicBezTo>
                  <a:pt x="95" y="231"/>
                  <a:pt x="99" y="227"/>
                  <a:pt x="104" y="227"/>
                </a:cubicBezTo>
                <a:cubicBezTo>
                  <a:pt x="151" y="227"/>
                  <a:pt x="151" y="227"/>
                  <a:pt x="151" y="227"/>
                </a:cubicBezTo>
                <a:cubicBezTo>
                  <a:pt x="151" y="208"/>
                  <a:pt x="151" y="208"/>
                  <a:pt x="151" y="208"/>
                </a:cubicBezTo>
                <a:cubicBezTo>
                  <a:pt x="79" y="208"/>
                  <a:pt x="79" y="208"/>
                  <a:pt x="79" y="208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227"/>
                  <a:pt x="0" y="227"/>
                  <a:pt x="0" y="227"/>
                </a:cubicBezTo>
                <a:cubicBezTo>
                  <a:pt x="45" y="227"/>
                  <a:pt x="45" y="227"/>
                  <a:pt x="45" y="227"/>
                </a:cubicBezTo>
                <a:cubicBezTo>
                  <a:pt x="48" y="227"/>
                  <a:pt x="48" y="227"/>
                  <a:pt x="48" y="227"/>
                </a:cubicBezTo>
                <a:cubicBezTo>
                  <a:pt x="53" y="227"/>
                  <a:pt x="57" y="231"/>
                  <a:pt x="57" y="237"/>
                </a:cubicBezTo>
                <a:cubicBezTo>
                  <a:pt x="57" y="246"/>
                  <a:pt x="57" y="246"/>
                  <a:pt x="57" y="246"/>
                </a:cubicBezTo>
                <a:cubicBezTo>
                  <a:pt x="57" y="284"/>
                  <a:pt x="57" y="284"/>
                  <a:pt x="57" y="284"/>
                </a:cubicBezTo>
                <a:cubicBezTo>
                  <a:pt x="36" y="284"/>
                  <a:pt x="19" y="282"/>
                  <a:pt x="19" y="303"/>
                </a:cubicBezTo>
                <a:cubicBezTo>
                  <a:pt x="264" y="303"/>
                  <a:pt x="264" y="303"/>
                  <a:pt x="264" y="303"/>
                </a:cubicBezTo>
                <a:cubicBezTo>
                  <a:pt x="264" y="282"/>
                  <a:pt x="248" y="284"/>
                  <a:pt x="227" y="284"/>
                </a:cubicBezTo>
                <a:close/>
                <a:moveTo>
                  <a:pt x="161" y="26"/>
                </a:moveTo>
                <a:cubicBezTo>
                  <a:pt x="158" y="27"/>
                  <a:pt x="156" y="29"/>
                  <a:pt x="155" y="32"/>
                </a:cubicBezTo>
                <a:cubicBezTo>
                  <a:pt x="111" y="114"/>
                  <a:pt x="111" y="114"/>
                  <a:pt x="111" y="114"/>
                </a:cubicBezTo>
                <a:cubicBezTo>
                  <a:pt x="95" y="106"/>
                  <a:pt x="95" y="106"/>
                  <a:pt x="95" y="106"/>
                </a:cubicBezTo>
                <a:cubicBezTo>
                  <a:pt x="95" y="105"/>
                  <a:pt x="95" y="103"/>
                  <a:pt x="96" y="102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38" y="23"/>
                  <a:pt x="140" y="21"/>
                  <a:pt x="143" y="20"/>
                </a:cubicBezTo>
                <a:cubicBezTo>
                  <a:pt x="145" y="19"/>
                  <a:pt x="148" y="19"/>
                  <a:pt x="150" y="21"/>
                </a:cubicBezTo>
                <a:cubicBezTo>
                  <a:pt x="161" y="26"/>
                  <a:pt x="161" y="26"/>
                  <a:pt x="161" y="26"/>
                </a:cubicBezTo>
                <a:cubicBezTo>
                  <a:pt x="161" y="26"/>
                  <a:pt x="161" y="26"/>
                  <a:pt x="161" y="2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1" name="Group 70">
            <a:extLst>
              <a:ext uri="{FF2B5EF4-FFF2-40B4-BE49-F238E27FC236}">
                <a16:creationId xmlns:a16="http://schemas.microsoft.com/office/drawing/2014/main" id="{22C7A149-F697-BA48-A499-0087D236B184}"/>
              </a:ext>
            </a:extLst>
          </p:cNvPr>
          <p:cNvGrpSpPr/>
          <p:nvPr/>
        </p:nvGrpSpPr>
        <p:grpSpPr>
          <a:xfrm>
            <a:off x="2191815" y="434773"/>
            <a:ext cx="582650" cy="366687"/>
            <a:chOff x="3871913" y="3771900"/>
            <a:chExt cx="411163" cy="258763"/>
          </a:xfrm>
          <a:solidFill>
            <a:schemeClr val="accent6">
              <a:lumMod val="50000"/>
            </a:schemeClr>
          </a:solidFill>
        </p:grpSpPr>
        <p:sp>
          <p:nvSpPr>
            <p:cNvPr id="22" name="Freeform 92">
              <a:extLst>
                <a:ext uri="{FF2B5EF4-FFF2-40B4-BE49-F238E27FC236}">
                  <a16:creationId xmlns:a16="http://schemas.microsoft.com/office/drawing/2014/main" id="{2718385F-A071-3E44-9C2E-EEA4E6CA97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1913" y="3771900"/>
              <a:ext cx="411163" cy="231775"/>
            </a:xfrm>
            <a:custGeom>
              <a:avLst/>
              <a:gdLst/>
              <a:ahLst/>
              <a:cxnLst>
                <a:cxn ang="0">
                  <a:pos x="128" y="7"/>
                </a:cxn>
                <a:cxn ang="0">
                  <a:pos x="53" y="7"/>
                </a:cxn>
                <a:cxn ang="0">
                  <a:pos x="53" y="7"/>
                </a:cxn>
                <a:cxn ang="0">
                  <a:pos x="46" y="0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4" y="7"/>
                </a:cxn>
                <a:cxn ang="0">
                  <a:pos x="7" y="29"/>
                </a:cxn>
                <a:cxn ang="0">
                  <a:pos x="0" y="59"/>
                </a:cxn>
                <a:cxn ang="0">
                  <a:pos x="15" y="79"/>
                </a:cxn>
                <a:cxn ang="0">
                  <a:pos x="15" y="77"/>
                </a:cxn>
                <a:cxn ang="0">
                  <a:pos x="30" y="61"/>
                </a:cxn>
                <a:cxn ang="0">
                  <a:pos x="46" y="77"/>
                </a:cxn>
                <a:cxn ang="0">
                  <a:pos x="45" y="80"/>
                </a:cxn>
                <a:cxn ang="0">
                  <a:pos x="93" y="80"/>
                </a:cxn>
                <a:cxn ang="0">
                  <a:pos x="92" y="77"/>
                </a:cxn>
                <a:cxn ang="0">
                  <a:pos x="108" y="61"/>
                </a:cxn>
                <a:cxn ang="0">
                  <a:pos x="123" y="77"/>
                </a:cxn>
                <a:cxn ang="0">
                  <a:pos x="123" y="80"/>
                </a:cxn>
                <a:cxn ang="0">
                  <a:pos x="142" y="59"/>
                </a:cxn>
                <a:cxn ang="0">
                  <a:pos x="142" y="29"/>
                </a:cxn>
                <a:cxn ang="0">
                  <a:pos x="128" y="7"/>
                </a:cxn>
                <a:cxn ang="0">
                  <a:pos x="45" y="40"/>
                </a:cxn>
                <a:cxn ang="0">
                  <a:pos x="16" y="40"/>
                </a:cxn>
                <a:cxn ang="0">
                  <a:pos x="19" y="25"/>
                </a:cxn>
                <a:cxn ang="0">
                  <a:pos x="20" y="22"/>
                </a:cxn>
                <a:cxn ang="0">
                  <a:pos x="30" y="16"/>
                </a:cxn>
                <a:cxn ang="0">
                  <a:pos x="45" y="16"/>
                </a:cxn>
                <a:cxn ang="0">
                  <a:pos x="45" y="40"/>
                </a:cxn>
                <a:cxn ang="0">
                  <a:pos x="104" y="46"/>
                </a:cxn>
                <a:cxn ang="0">
                  <a:pos x="91" y="46"/>
                </a:cxn>
                <a:cxn ang="0">
                  <a:pos x="91" y="60"/>
                </a:cxn>
                <a:cxn ang="0">
                  <a:pos x="78" y="60"/>
                </a:cxn>
                <a:cxn ang="0">
                  <a:pos x="78" y="46"/>
                </a:cxn>
                <a:cxn ang="0">
                  <a:pos x="65" y="46"/>
                </a:cxn>
                <a:cxn ang="0">
                  <a:pos x="65" y="33"/>
                </a:cxn>
                <a:cxn ang="0">
                  <a:pos x="78" y="33"/>
                </a:cxn>
                <a:cxn ang="0">
                  <a:pos x="78" y="20"/>
                </a:cxn>
                <a:cxn ang="0">
                  <a:pos x="91" y="20"/>
                </a:cxn>
                <a:cxn ang="0">
                  <a:pos x="91" y="33"/>
                </a:cxn>
                <a:cxn ang="0">
                  <a:pos x="104" y="33"/>
                </a:cxn>
                <a:cxn ang="0">
                  <a:pos x="104" y="46"/>
                </a:cxn>
                <a:cxn ang="0">
                  <a:pos x="104" y="46"/>
                </a:cxn>
                <a:cxn ang="0">
                  <a:pos x="104" y="46"/>
                </a:cxn>
              </a:cxnLst>
              <a:rect l="0" t="0" r="r" b="b"/>
              <a:pathLst>
                <a:path w="142" h="80">
                  <a:moveTo>
                    <a:pt x="128" y="7"/>
                  </a:moveTo>
                  <a:cubicBezTo>
                    <a:pt x="53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50" y="0"/>
                    <a:pt x="46" y="0"/>
                  </a:cubicBezTo>
                  <a:cubicBezTo>
                    <a:pt x="42" y="0"/>
                    <a:pt x="39" y="3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2" y="7"/>
                    <a:pt x="12" y="13"/>
                    <a:pt x="7" y="2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8"/>
                    <a:pt x="6" y="76"/>
                    <a:pt x="15" y="79"/>
                  </a:cubicBezTo>
                  <a:cubicBezTo>
                    <a:pt x="15" y="78"/>
                    <a:pt x="15" y="77"/>
                    <a:pt x="15" y="77"/>
                  </a:cubicBezTo>
                  <a:cubicBezTo>
                    <a:pt x="15" y="68"/>
                    <a:pt x="22" y="61"/>
                    <a:pt x="30" y="61"/>
                  </a:cubicBezTo>
                  <a:cubicBezTo>
                    <a:pt x="39" y="61"/>
                    <a:pt x="46" y="68"/>
                    <a:pt x="46" y="77"/>
                  </a:cubicBezTo>
                  <a:cubicBezTo>
                    <a:pt x="46" y="78"/>
                    <a:pt x="46" y="79"/>
                    <a:pt x="45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2" y="79"/>
                    <a:pt x="92" y="78"/>
                    <a:pt x="92" y="77"/>
                  </a:cubicBezTo>
                  <a:cubicBezTo>
                    <a:pt x="92" y="68"/>
                    <a:pt x="99" y="61"/>
                    <a:pt x="108" y="61"/>
                  </a:cubicBezTo>
                  <a:cubicBezTo>
                    <a:pt x="116" y="61"/>
                    <a:pt x="123" y="68"/>
                    <a:pt x="123" y="77"/>
                  </a:cubicBezTo>
                  <a:cubicBezTo>
                    <a:pt x="123" y="78"/>
                    <a:pt x="123" y="79"/>
                    <a:pt x="123" y="80"/>
                  </a:cubicBezTo>
                  <a:cubicBezTo>
                    <a:pt x="134" y="79"/>
                    <a:pt x="142" y="70"/>
                    <a:pt x="142" y="59"/>
                  </a:cubicBezTo>
                  <a:cubicBezTo>
                    <a:pt x="142" y="29"/>
                    <a:pt x="142" y="29"/>
                    <a:pt x="142" y="29"/>
                  </a:cubicBezTo>
                  <a:cubicBezTo>
                    <a:pt x="142" y="17"/>
                    <a:pt x="140" y="7"/>
                    <a:pt x="128" y="7"/>
                  </a:cubicBezTo>
                  <a:close/>
                  <a:moveTo>
                    <a:pt x="45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4"/>
                    <a:pt x="20" y="22"/>
                  </a:cubicBezTo>
                  <a:cubicBezTo>
                    <a:pt x="22" y="15"/>
                    <a:pt x="30" y="16"/>
                    <a:pt x="30" y="16"/>
                  </a:cubicBezTo>
                  <a:cubicBezTo>
                    <a:pt x="45" y="16"/>
                    <a:pt x="45" y="16"/>
                    <a:pt x="45" y="16"/>
                  </a:cubicBezTo>
                  <a:lnTo>
                    <a:pt x="45" y="40"/>
                  </a:lnTo>
                  <a:close/>
                  <a:moveTo>
                    <a:pt x="104" y="46"/>
                  </a:moveTo>
                  <a:cubicBezTo>
                    <a:pt x="91" y="46"/>
                    <a:pt x="91" y="46"/>
                    <a:pt x="91" y="46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104" y="33"/>
                    <a:pt x="104" y="33"/>
                    <a:pt x="104" y="33"/>
                  </a:cubicBezTo>
                  <a:lnTo>
                    <a:pt x="104" y="46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3" name="Freeform 93">
              <a:extLst>
                <a:ext uri="{FF2B5EF4-FFF2-40B4-BE49-F238E27FC236}">
                  <a16:creationId xmlns:a16="http://schemas.microsoft.com/office/drawing/2014/main" id="{410CB89A-10C4-084F-87D0-71889E1E3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4300" y="3960813"/>
              <a:ext cx="69850" cy="69850"/>
            </a:xfrm>
            <a:custGeom>
              <a:avLst/>
              <a:gdLst/>
              <a:ahLst/>
              <a:cxnLst>
                <a:cxn ang="0">
                  <a:pos x="24" y="12"/>
                </a:cxn>
                <a:cxn ang="0">
                  <a:pos x="12" y="24"/>
                </a:cxn>
                <a:cxn ang="0">
                  <a:pos x="0" y="12"/>
                </a:cxn>
                <a:cxn ang="0">
                  <a:pos x="12" y="0"/>
                </a:cxn>
                <a:cxn ang="0">
                  <a:pos x="24" y="12"/>
                </a:cxn>
                <a:cxn ang="0">
                  <a:pos x="24" y="12"/>
                </a:cxn>
                <a:cxn ang="0">
                  <a:pos x="24" y="12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cubicBezTo>
                    <a:pt x="24" y="19"/>
                    <a:pt x="19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4" name="Freeform 94">
              <a:extLst>
                <a:ext uri="{FF2B5EF4-FFF2-40B4-BE49-F238E27FC236}">
                  <a16:creationId xmlns:a16="http://schemas.microsoft.com/office/drawing/2014/main" id="{E3C5F05B-996D-C646-AEBC-698A9D33BF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9725" y="3960813"/>
              <a:ext cx="73025" cy="69850"/>
            </a:xfrm>
            <a:custGeom>
              <a:avLst/>
              <a:gdLst/>
              <a:ahLst/>
              <a:cxnLst>
                <a:cxn ang="0">
                  <a:pos x="25" y="12"/>
                </a:cxn>
                <a:cxn ang="0">
                  <a:pos x="12" y="24"/>
                </a:cxn>
                <a:cxn ang="0">
                  <a:pos x="0" y="12"/>
                </a:cxn>
                <a:cxn ang="0">
                  <a:pos x="12" y="0"/>
                </a:cxn>
                <a:cxn ang="0">
                  <a:pos x="25" y="12"/>
                </a:cxn>
                <a:cxn ang="0">
                  <a:pos x="25" y="12"/>
                </a:cxn>
                <a:cxn ang="0">
                  <a:pos x="25" y="12"/>
                </a:cxn>
              </a:cxnLst>
              <a:rect l="0" t="0" r="r" b="b"/>
              <a:pathLst>
                <a:path w="25" h="24">
                  <a:moveTo>
                    <a:pt x="25" y="12"/>
                  </a:moveTo>
                  <a:cubicBezTo>
                    <a:pt x="25" y="19"/>
                    <a:pt x="19" y="24"/>
                    <a:pt x="12" y="24"/>
                  </a:cubicBezTo>
                  <a:cubicBezTo>
                    <a:pt x="6" y="24"/>
                    <a:pt x="0" y="19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5" y="5"/>
                    <a:pt x="25" y="12"/>
                  </a:cubicBezTo>
                  <a:close/>
                  <a:moveTo>
                    <a:pt x="25" y="12"/>
                  </a:moveTo>
                  <a:cubicBezTo>
                    <a:pt x="25" y="12"/>
                    <a:pt x="25" y="12"/>
                    <a:pt x="25" y="1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7" name="Group 78">
            <a:extLst>
              <a:ext uri="{FF2B5EF4-FFF2-40B4-BE49-F238E27FC236}">
                <a16:creationId xmlns:a16="http://schemas.microsoft.com/office/drawing/2014/main" id="{6A96579A-E7E1-CD44-9C91-C21C7CCAAA26}"/>
              </a:ext>
            </a:extLst>
          </p:cNvPr>
          <p:cNvGrpSpPr/>
          <p:nvPr/>
        </p:nvGrpSpPr>
        <p:grpSpPr>
          <a:xfrm>
            <a:off x="4109868" y="329182"/>
            <a:ext cx="337223" cy="472278"/>
            <a:chOff x="4938713" y="2352675"/>
            <a:chExt cx="646113" cy="904875"/>
          </a:xfrm>
          <a:solidFill>
            <a:schemeClr val="accent5">
              <a:lumMod val="50000"/>
            </a:schemeClr>
          </a:solidFill>
        </p:grpSpPr>
        <p:sp>
          <p:nvSpPr>
            <p:cNvPr id="28" name="Freeform 111">
              <a:extLst>
                <a:ext uri="{FF2B5EF4-FFF2-40B4-BE49-F238E27FC236}">
                  <a16:creationId xmlns:a16="http://schemas.microsoft.com/office/drawing/2014/main" id="{9F8430E5-D00D-2C4B-8508-CD442D00A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8713" y="2352675"/>
              <a:ext cx="646113" cy="904875"/>
            </a:xfrm>
            <a:custGeom>
              <a:avLst/>
              <a:gdLst/>
              <a:ahLst/>
              <a:cxnLst>
                <a:cxn ang="0">
                  <a:pos x="209" y="53"/>
                </a:cxn>
                <a:cxn ang="0">
                  <a:pos x="188" y="53"/>
                </a:cxn>
                <a:cxn ang="0">
                  <a:pos x="188" y="24"/>
                </a:cxn>
                <a:cxn ang="0">
                  <a:pos x="174" y="10"/>
                </a:cxn>
                <a:cxn ang="0">
                  <a:pos x="130" y="10"/>
                </a:cxn>
                <a:cxn ang="0">
                  <a:pos x="130" y="6"/>
                </a:cxn>
                <a:cxn ang="0">
                  <a:pos x="123" y="0"/>
                </a:cxn>
                <a:cxn ang="0">
                  <a:pos x="65" y="0"/>
                </a:cxn>
                <a:cxn ang="0">
                  <a:pos x="59" y="6"/>
                </a:cxn>
                <a:cxn ang="0">
                  <a:pos x="59" y="10"/>
                </a:cxn>
                <a:cxn ang="0">
                  <a:pos x="14" y="10"/>
                </a:cxn>
                <a:cxn ang="0">
                  <a:pos x="0" y="24"/>
                </a:cxn>
                <a:cxn ang="0">
                  <a:pos x="0" y="254"/>
                </a:cxn>
                <a:cxn ang="0">
                  <a:pos x="14" y="268"/>
                </a:cxn>
                <a:cxn ang="0">
                  <a:pos x="35" y="268"/>
                </a:cxn>
                <a:cxn ang="0">
                  <a:pos x="35" y="298"/>
                </a:cxn>
                <a:cxn ang="0">
                  <a:pos x="49" y="312"/>
                </a:cxn>
                <a:cxn ang="0">
                  <a:pos x="209" y="312"/>
                </a:cxn>
                <a:cxn ang="0">
                  <a:pos x="223" y="298"/>
                </a:cxn>
                <a:cxn ang="0">
                  <a:pos x="223" y="67"/>
                </a:cxn>
                <a:cxn ang="0">
                  <a:pos x="209" y="53"/>
                </a:cxn>
                <a:cxn ang="0">
                  <a:pos x="35" y="67"/>
                </a:cxn>
                <a:cxn ang="0">
                  <a:pos x="35" y="253"/>
                </a:cxn>
                <a:cxn ang="0">
                  <a:pos x="15" y="253"/>
                </a:cxn>
                <a:cxn ang="0">
                  <a:pos x="15" y="25"/>
                </a:cxn>
                <a:cxn ang="0">
                  <a:pos x="59" y="25"/>
                </a:cxn>
                <a:cxn ang="0">
                  <a:pos x="59" y="27"/>
                </a:cxn>
                <a:cxn ang="0">
                  <a:pos x="65" y="33"/>
                </a:cxn>
                <a:cxn ang="0">
                  <a:pos x="123" y="33"/>
                </a:cxn>
                <a:cxn ang="0">
                  <a:pos x="130" y="27"/>
                </a:cxn>
                <a:cxn ang="0">
                  <a:pos x="130" y="25"/>
                </a:cxn>
                <a:cxn ang="0">
                  <a:pos x="173" y="25"/>
                </a:cxn>
                <a:cxn ang="0">
                  <a:pos x="173" y="53"/>
                </a:cxn>
                <a:cxn ang="0">
                  <a:pos x="164" y="53"/>
                </a:cxn>
                <a:cxn ang="0">
                  <a:pos x="164" y="50"/>
                </a:cxn>
                <a:cxn ang="0">
                  <a:pos x="158" y="44"/>
                </a:cxn>
                <a:cxn ang="0">
                  <a:pos x="100" y="44"/>
                </a:cxn>
                <a:cxn ang="0">
                  <a:pos x="93" y="50"/>
                </a:cxn>
                <a:cxn ang="0">
                  <a:pos x="93" y="53"/>
                </a:cxn>
                <a:cxn ang="0">
                  <a:pos x="49" y="53"/>
                </a:cxn>
                <a:cxn ang="0">
                  <a:pos x="35" y="67"/>
                </a:cxn>
                <a:cxn ang="0">
                  <a:pos x="208" y="296"/>
                </a:cxn>
                <a:cxn ang="0">
                  <a:pos x="50" y="296"/>
                </a:cxn>
                <a:cxn ang="0">
                  <a:pos x="50" y="69"/>
                </a:cxn>
                <a:cxn ang="0">
                  <a:pos x="93" y="69"/>
                </a:cxn>
                <a:cxn ang="0">
                  <a:pos x="93" y="70"/>
                </a:cxn>
                <a:cxn ang="0">
                  <a:pos x="100" y="77"/>
                </a:cxn>
                <a:cxn ang="0">
                  <a:pos x="158" y="77"/>
                </a:cxn>
                <a:cxn ang="0">
                  <a:pos x="164" y="70"/>
                </a:cxn>
                <a:cxn ang="0">
                  <a:pos x="164" y="69"/>
                </a:cxn>
                <a:cxn ang="0">
                  <a:pos x="208" y="69"/>
                </a:cxn>
                <a:cxn ang="0">
                  <a:pos x="208" y="296"/>
                </a:cxn>
                <a:cxn ang="0">
                  <a:pos x="208" y="296"/>
                </a:cxn>
                <a:cxn ang="0">
                  <a:pos x="208" y="296"/>
                </a:cxn>
              </a:cxnLst>
              <a:rect l="0" t="0" r="r" b="b"/>
              <a:pathLst>
                <a:path w="223" h="312">
                  <a:moveTo>
                    <a:pt x="209" y="53"/>
                  </a:moveTo>
                  <a:cubicBezTo>
                    <a:pt x="188" y="53"/>
                    <a:pt x="188" y="53"/>
                    <a:pt x="188" y="53"/>
                  </a:cubicBezTo>
                  <a:cubicBezTo>
                    <a:pt x="188" y="24"/>
                    <a:pt x="188" y="24"/>
                    <a:pt x="188" y="24"/>
                  </a:cubicBezTo>
                  <a:cubicBezTo>
                    <a:pt x="188" y="16"/>
                    <a:pt x="182" y="10"/>
                    <a:pt x="174" y="10"/>
                  </a:cubicBezTo>
                  <a:cubicBezTo>
                    <a:pt x="130" y="10"/>
                    <a:pt x="130" y="10"/>
                    <a:pt x="130" y="10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0" y="3"/>
                    <a:pt x="127" y="0"/>
                    <a:pt x="123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1" y="0"/>
                    <a:pt x="59" y="3"/>
                    <a:pt x="59" y="6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6" y="10"/>
                    <a:pt x="0" y="16"/>
                    <a:pt x="0" y="24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262"/>
                    <a:pt x="6" y="268"/>
                    <a:pt x="14" y="268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35" y="298"/>
                    <a:pt x="35" y="298"/>
                    <a:pt x="35" y="298"/>
                  </a:cubicBezTo>
                  <a:cubicBezTo>
                    <a:pt x="35" y="306"/>
                    <a:pt x="41" y="312"/>
                    <a:pt x="4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17" y="312"/>
                    <a:pt x="223" y="306"/>
                    <a:pt x="223" y="298"/>
                  </a:cubicBezTo>
                  <a:cubicBezTo>
                    <a:pt x="223" y="67"/>
                    <a:pt x="223" y="67"/>
                    <a:pt x="223" y="67"/>
                  </a:cubicBezTo>
                  <a:cubicBezTo>
                    <a:pt x="223" y="59"/>
                    <a:pt x="217" y="53"/>
                    <a:pt x="209" y="53"/>
                  </a:cubicBezTo>
                  <a:close/>
                  <a:moveTo>
                    <a:pt x="35" y="67"/>
                  </a:moveTo>
                  <a:cubicBezTo>
                    <a:pt x="35" y="253"/>
                    <a:pt x="35" y="253"/>
                    <a:pt x="35" y="253"/>
                  </a:cubicBezTo>
                  <a:cubicBezTo>
                    <a:pt x="15" y="253"/>
                    <a:pt x="15" y="253"/>
                    <a:pt x="15" y="253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30"/>
                    <a:pt x="61" y="33"/>
                    <a:pt x="65" y="33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7" y="33"/>
                    <a:pt x="130" y="30"/>
                    <a:pt x="130" y="27"/>
                  </a:cubicBezTo>
                  <a:cubicBezTo>
                    <a:pt x="130" y="25"/>
                    <a:pt x="130" y="25"/>
                    <a:pt x="130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4" y="50"/>
                    <a:pt x="164" y="50"/>
                    <a:pt x="164" y="50"/>
                  </a:cubicBezTo>
                  <a:cubicBezTo>
                    <a:pt x="164" y="46"/>
                    <a:pt x="162" y="44"/>
                    <a:pt x="158" y="44"/>
                  </a:cubicBezTo>
                  <a:cubicBezTo>
                    <a:pt x="100" y="44"/>
                    <a:pt x="100" y="44"/>
                    <a:pt x="100" y="44"/>
                  </a:cubicBezTo>
                  <a:cubicBezTo>
                    <a:pt x="96" y="44"/>
                    <a:pt x="93" y="46"/>
                    <a:pt x="93" y="50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41" y="53"/>
                    <a:pt x="35" y="59"/>
                    <a:pt x="35" y="67"/>
                  </a:cubicBezTo>
                  <a:close/>
                  <a:moveTo>
                    <a:pt x="208" y="296"/>
                  </a:moveTo>
                  <a:cubicBezTo>
                    <a:pt x="50" y="296"/>
                    <a:pt x="50" y="296"/>
                    <a:pt x="50" y="296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4"/>
                    <a:pt x="96" y="77"/>
                    <a:pt x="100" y="77"/>
                  </a:cubicBezTo>
                  <a:cubicBezTo>
                    <a:pt x="158" y="77"/>
                    <a:pt x="158" y="77"/>
                    <a:pt x="158" y="77"/>
                  </a:cubicBezTo>
                  <a:cubicBezTo>
                    <a:pt x="162" y="77"/>
                    <a:pt x="164" y="74"/>
                    <a:pt x="164" y="70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208" y="69"/>
                    <a:pt x="208" y="69"/>
                    <a:pt x="208" y="69"/>
                  </a:cubicBezTo>
                  <a:cubicBezTo>
                    <a:pt x="208" y="296"/>
                    <a:pt x="208" y="296"/>
                    <a:pt x="208" y="296"/>
                  </a:cubicBezTo>
                  <a:close/>
                  <a:moveTo>
                    <a:pt x="208" y="296"/>
                  </a:moveTo>
                  <a:cubicBezTo>
                    <a:pt x="208" y="296"/>
                    <a:pt x="208" y="296"/>
                    <a:pt x="208" y="296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" name="Rectangle 112">
              <a:extLst>
                <a:ext uri="{FF2B5EF4-FFF2-40B4-BE49-F238E27FC236}">
                  <a16:creationId xmlns:a16="http://schemas.microsoft.com/office/drawing/2014/main" id="{A8DAE8EB-D541-E34C-8BDF-50CB4910D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200" y="2906713"/>
              <a:ext cx="312738" cy="635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" name="Rectangle 113">
              <a:extLst>
                <a:ext uri="{FF2B5EF4-FFF2-40B4-BE49-F238E27FC236}">
                  <a16:creationId xmlns:a16="http://schemas.microsoft.com/office/drawing/2014/main" id="{FE8F18D2-E84E-8B46-8747-979D2C9C3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200" y="3036888"/>
              <a:ext cx="312738" cy="635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" name="Freeform 114">
              <a:extLst>
                <a:ext uri="{FF2B5EF4-FFF2-40B4-BE49-F238E27FC236}">
                  <a16:creationId xmlns:a16="http://schemas.microsoft.com/office/drawing/2014/main" id="{C1A6234F-BCC5-3F46-9244-81253DAE0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643188"/>
              <a:ext cx="196850" cy="196850"/>
            </a:xfrm>
            <a:custGeom>
              <a:avLst/>
              <a:gdLst/>
              <a:ahLst/>
              <a:cxnLst>
                <a:cxn ang="0">
                  <a:pos x="44" y="124"/>
                </a:cxn>
                <a:cxn ang="0">
                  <a:pos x="81" y="124"/>
                </a:cxn>
                <a:cxn ang="0">
                  <a:pos x="81" y="78"/>
                </a:cxn>
                <a:cxn ang="0">
                  <a:pos x="124" y="78"/>
                </a:cxn>
                <a:cxn ang="0">
                  <a:pos x="124" y="44"/>
                </a:cxn>
                <a:cxn ang="0">
                  <a:pos x="81" y="44"/>
                </a:cxn>
                <a:cxn ang="0">
                  <a:pos x="81" y="0"/>
                </a:cxn>
                <a:cxn ang="0">
                  <a:pos x="44" y="0"/>
                </a:cxn>
                <a:cxn ang="0">
                  <a:pos x="44" y="44"/>
                </a:cxn>
                <a:cxn ang="0">
                  <a:pos x="0" y="44"/>
                </a:cxn>
                <a:cxn ang="0">
                  <a:pos x="0" y="78"/>
                </a:cxn>
                <a:cxn ang="0">
                  <a:pos x="44" y="78"/>
                </a:cxn>
                <a:cxn ang="0">
                  <a:pos x="44" y="124"/>
                </a:cxn>
                <a:cxn ang="0">
                  <a:pos x="44" y="124"/>
                </a:cxn>
                <a:cxn ang="0">
                  <a:pos x="44" y="124"/>
                </a:cxn>
              </a:cxnLst>
              <a:rect l="0" t="0" r="r" b="b"/>
              <a:pathLst>
                <a:path w="124" h="124">
                  <a:moveTo>
                    <a:pt x="44" y="124"/>
                  </a:moveTo>
                  <a:lnTo>
                    <a:pt x="81" y="124"/>
                  </a:lnTo>
                  <a:lnTo>
                    <a:pt x="81" y="78"/>
                  </a:lnTo>
                  <a:lnTo>
                    <a:pt x="124" y="78"/>
                  </a:lnTo>
                  <a:lnTo>
                    <a:pt x="124" y="44"/>
                  </a:lnTo>
                  <a:lnTo>
                    <a:pt x="81" y="44"/>
                  </a:lnTo>
                  <a:lnTo>
                    <a:pt x="81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44" y="78"/>
                  </a:lnTo>
                  <a:lnTo>
                    <a:pt x="44" y="124"/>
                  </a:lnTo>
                  <a:close/>
                  <a:moveTo>
                    <a:pt x="44" y="124"/>
                  </a:moveTo>
                  <a:lnTo>
                    <a:pt x="44" y="1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" name="Freeform 115">
              <a:extLst>
                <a:ext uri="{FF2B5EF4-FFF2-40B4-BE49-F238E27FC236}">
                  <a16:creationId xmlns:a16="http://schemas.microsoft.com/office/drawing/2014/main" id="{102CDE28-F73D-7647-81A4-65EA70E92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643188"/>
              <a:ext cx="196850" cy="196850"/>
            </a:xfrm>
            <a:custGeom>
              <a:avLst/>
              <a:gdLst/>
              <a:ahLst/>
              <a:cxnLst>
                <a:cxn ang="0">
                  <a:pos x="44" y="124"/>
                </a:cxn>
                <a:cxn ang="0">
                  <a:pos x="81" y="124"/>
                </a:cxn>
                <a:cxn ang="0">
                  <a:pos x="81" y="78"/>
                </a:cxn>
                <a:cxn ang="0">
                  <a:pos x="124" y="78"/>
                </a:cxn>
                <a:cxn ang="0">
                  <a:pos x="124" y="44"/>
                </a:cxn>
                <a:cxn ang="0">
                  <a:pos x="81" y="44"/>
                </a:cxn>
                <a:cxn ang="0">
                  <a:pos x="81" y="0"/>
                </a:cxn>
                <a:cxn ang="0">
                  <a:pos x="44" y="0"/>
                </a:cxn>
                <a:cxn ang="0">
                  <a:pos x="44" y="44"/>
                </a:cxn>
                <a:cxn ang="0">
                  <a:pos x="0" y="44"/>
                </a:cxn>
                <a:cxn ang="0">
                  <a:pos x="0" y="78"/>
                </a:cxn>
                <a:cxn ang="0">
                  <a:pos x="44" y="78"/>
                </a:cxn>
                <a:cxn ang="0">
                  <a:pos x="44" y="124"/>
                </a:cxn>
                <a:cxn ang="0">
                  <a:pos x="44" y="124"/>
                </a:cxn>
                <a:cxn ang="0">
                  <a:pos x="44" y="124"/>
                </a:cxn>
              </a:cxnLst>
              <a:rect l="0" t="0" r="r" b="b"/>
              <a:pathLst>
                <a:path w="124" h="124">
                  <a:moveTo>
                    <a:pt x="44" y="124"/>
                  </a:moveTo>
                  <a:lnTo>
                    <a:pt x="81" y="124"/>
                  </a:lnTo>
                  <a:lnTo>
                    <a:pt x="81" y="78"/>
                  </a:lnTo>
                  <a:lnTo>
                    <a:pt x="124" y="78"/>
                  </a:lnTo>
                  <a:lnTo>
                    <a:pt x="124" y="44"/>
                  </a:lnTo>
                  <a:lnTo>
                    <a:pt x="81" y="44"/>
                  </a:lnTo>
                  <a:lnTo>
                    <a:pt x="81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44" y="78"/>
                  </a:lnTo>
                  <a:lnTo>
                    <a:pt x="44" y="124"/>
                  </a:lnTo>
                  <a:moveTo>
                    <a:pt x="44" y="124"/>
                  </a:moveTo>
                  <a:lnTo>
                    <a:pt x="44" y="124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5" name="Group 90">
            <a:extLst>
              <a:ext uri="{FF2B5EF4-FFF2-40B4-BE49-F238E27FC236}">
                <a16:creationId xmlns:a16="http://schemas.microsoft.com/office/drawing/2014/main" id="{ADAE2539-0C8D-8E48-8507-00AA4A966032}"/>
              </a:ext>
            </a:extLst>
          </p:cNvPr>
          <p:cNvGrpSpPr/>
          <p:nvPr/>
        </p:nvGrpSpPr>
        <p:grpSpPr>
          <a:xfrm>
            <a:off x="4846318" y="342603"/>
            <a:ext cx="474791" cy="458857"/>
            <a:chOff x="8048625" y="3005138"/>
            <a:chExt cx="473076" cy="457200"/>
          </a:xfrm>
          <a:solidFill>
            <a:schemeClr val="accent4">
              <a:lumMod val="50000"/>
            </a:schemeClr>
          </a:solidFill>
        </p:grpSpPr>
        <p:sp>
          <p:nvSpPr>
            <p:cNvPr id="36" name="Freeform 81">
              <a:extLst>
                <a:ext uri="{FF2B5EF4-FFF2-40B4-BE49-F238E27FC236}">
                  <a16:creationId xmlns:a16="http://schemas.microsoft.com/office/drawing/2014/main" id="{627356BF-2C1A-8644-8E5C-AF2A9B5AE7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48638" y="3338513"/>
              <a:ext cx="373063" cy="123825"/>
            </a:xfrm>
            <a:custGeom>
              <a:avLst/>
              <a:gdLst/>
              <a:ahLst/>
              <a:cxnLst>
                <a:cxn ang="0">
                  <a:pos x="128" y="2"/>
                </a:cxn>
                <a:cxn ang="0">
                  <a:pos x="65" y="24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16"/>
                </a:cxn>
                <a:cxn ang="0">
                  <a:pos x="65" y="43"/>
                </a:cxn>
                <a:cxn ang="0">
                  <a:pos x="129" y="16"/>
                </a:cxn>
                <a:cxn ang="0">
                  <a:pos x="129" y="2"/>
                </a:cxn>
                <a:cxn ang="0">
                  <a:pos x="128" y="2"/>
                </a:cxn>
                <a:cxn ang="0">
                  <a:pos x="128" y="2"/>
                </a:cxn>
                <a:cxn ang="0">
                  <a:pos x="128" y="2"/>
                </a:cxn>
              </a:cxnLst>
              <a:rect l="0" t="0" r="r" b="b"/>
              <a:pathLst>
                <a:path w="129" h="43">
                  <a:moveTo>
                    <a:pt x="128" y="2"/>
                  </a:moveTo>
                  <a:cubicBezTo>
                    <a:pt x="124" y="15"/>
                    <a:pt x="96" y="24"/>
                    <a:pt x="65" y="24"/>
                  </a:cubicBezTo>
                  <a:cubicBezTo>
                    <a:pt x="34" y="24"/>
                    <a:pt x="6" y="15"/>
                    <a:pt x="1" y="2"/>
                  </a:cubicBezTo>
                  <a:cubicBezTo>
                    <a:pt x="0" y="0"/>
                    <a:pt x="0" y="0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31"/>
                    <a:pt x="31" y="43"/>
                    <a:pt x="65" y="43"/>
                  </a:cubicBezTo>
                  <a:cubicBezTo>
                    <a:pt x="99" y="43"/>
                    <a:pt x="129" y="31"/>
                    <a:pt x="129" y="16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0"/>
                    <a:pt x="129" y="0"/>
                    <a:pt x="128" y="2"/>
                  </a:cubicBezTo>
                  <a:close/>
                  <a:moveTo>
                    <a:pt x="128" y="2"/>
                  </a:moveTo>
                  <a:cubicBezTo>
                    <a:pt x="128" y="2"/>
                    <a:pt x="128" y="2"/>
                    <a:pt x="128" y="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" name="Freeform 82">
              <a:extLst>
                <a:ext uri="{FF2B5EF4-FFF2-40B4-BE49-F238E27FC236}">
                  <a16:creationId xmlns:a16="http://schemas.microsoft.com/office/drawing/2014/main" id="{E381C2E5-F24F-BA4F-A2BF-C7AE50EE11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3268663"/>
              <a:ext cx="290513" cy="127000"/>
            </a:xfrm>
            <a:custGeom>
              <a:avLst/>
              <a:gdLst/>
              <a:ahLst/>
              <a:cxnLst>
                <a:cxn ang="0">
                  <a:pos x="2" y="40"/>
                </a:cxn>
                <a:cxn ang="0">
                  <a:pos x="37" y="44"/>
                </a:cxn>
                <a:cxn ang="0">
                  <a:pos x="100" y="18"/>
                </a:cxn>
                <a:cxn ang="0">
                  <a:pos x="86" y="1"/>
                </a:cxn>
                <a:cxn ang="0">
                  <a:pos x="79" y="1"/>
                </a:cxn>
                <a:cxn ang="0">
                  <a:pos x="2" y="37"/>
                </a:cxn>
                <a:cxn ang="0">
                  <a:pos x="2" y="40"/>
                </a:cxn>
                <a:cxn ang="0">
                  <a:pos x="2" y="40"/>
                </a:cxn>
                <a:cxn ang="0">
                  <a:pos x="2" y="40"/>
                </a:cxn>
              </a:cxnLst>
              <a:rect l="0" t="0" r="r" b="b"/>
              <a:pathLst>
                <a:path w="100" h="44">
                  <a:moveTo>
                    <a:pt x="2" y="40"/>
                  </a:moveTo>
                  <a:cubicBezTo>
                    <a:pt x="12" y="43"/>
                    <a:pt x="24" y="44"/>
                    <a:pt x="37" y="44"/>
                  </a:cubicBezTo>
                  <a:cubicBezTo>
                    <a:pt x="72" y="44"/>
                    <a:pt x="100" y="32"/>
                    <a:pt x="100" y="18"/>
                  </a:cubicBezTo>
                  <a:cubicBezTo>
                    <a:pt x="100" y="11"/>
                    <a:pt x="95" y="6"/>
                    <a:pt x="86" y="1"/>
                  </a:cubicBezTo>
                  <a:cubicBezTo>
                    <a:pt x="84" y="0"/>
                    <a:pt x="81" y="0"/>
                    <a:pt x="79" y="1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38"/>
                    <a:pt x="0" y="39"/>
                    <a:pt x="2" y="40"/>
                  </a:cubicBezTo>
                  <a:close/>
                  <a:moveTo>
                    <a:pt x="2" y="40"/>
                  </a:moveTo>
                  <a:cubicBezTo>
                    <a:pt x="2" y="40"/>
                    <a:pt x="2" y="40"/>
                    <a:pt x="2" y="4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" name="Freeform 83">
              <a:extLst>
                <a:ext uri="{FF2B5EF4-FFF2-40B4-BE49-F238E27FC236}">
                  <a16:creationId xmlns:a16="http://schemas.microsoft.com/office/drawing/2014/main" id="{E0F73086-6FE8-F14A-9852-0955CBD108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51813" y="3241675"/>
              <a:ext cx="284163" cy="125413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12" y="42"/>
                </a:cxn>
                <a:cxn ang="0">
                  <a:pos x="19" y="42"/>
                </a:cxn>
                <a:cxn ang="0">
                  <a:pos x="96" y="7"/>
                </a:cxn>
                <a:cxn ang="0">
                  <a:pos x="96" y="4"/>
                </a:cxn>
                <a:cxn ang="0">
                  <a:pos x="64" y="0"/>
                </a:cxn>
                <a:cxn ang="0">
                  <a:pos x="0" y="27"/>
                </a:cxn>
                <a:cxn ang="0">
                  <a:pos x="0" y="27"/>
                </a:cxn>
                <a:cxn ang="0">
                  <a:pos x="0" y="27"/>
                </a:cxn>
              </a:cxnLst>
              <a:rect l="0" t="0" r="r" b="b"/>
              <a:pathLst>
                <a:path w="98" h="43">
                  <a:moveTo>
                    <a:pt x="0" y="27"/>
                  </a:moveTo>
                  <a:cubicBezTo>
                    <a:pt x="0" y="32"/>
                    <a:pt x="5" y="38"/>
                    <a:pt x="12" y="42"/>
                  </a:cubicBezTo>
                  <a:cubicBezTo>
                    <a:pt x="14" y="43"/>
                    <a:pt x="17" y="43"/>
                    <a:pt x="19" y="42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8" y="6"/>
                    <a:pt x="98" y="4"/>
                    <a:pt x="96" y="4"/>
                  </a:cubicBezTo>
                  <a:cubicBezTo>
                    <a:pt x="86" y="2"/>
                    <a:pt x="75" y="0"/>
                    <a:pt x="64" y="0"/>
                  </a:cubicBezTo>
                  <a:cubicBezTo>
                    <a:pt x="29" y="0"/>
                    <a:pt x="0" y="12"/>
                    <a:pt x="0" y="27"/>
                  </a:cubicBezTo>
                  <a:close/>
                  <a:moveTo>
                    <a:pt x="0" y="27"/>
                  </a:moveTo>
                  <a:cubicBezTo>
                    <a:pt x="0" y="27"/>
                    <a:pt x="0" y="27"/>
                    <a:pt x="0" y="2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" name="Freeform 84">
              <a:extLst>
                <a:ext uri="{FF2B5EF4-FFF2-40B4-BE49-F238E27FC236}">
                  <a16:creationId xmlns:a16="http://schemas.microsoft.com/office/drawing/2014/main" id="{DB7D0CDD-56EC-A14B-9DEC-D3064F933D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8013" y="3005138"/>
              <a:ext cx="155575" cy="236538"/>
            </a:xfrm>
            <a:custGeom>
              <a:avLst/>
              <a:gdLst/>
              <a:ahLst/>
              <a:cxnLst>
                <a:cxn ang="0">
                  <a:pos x="3" y="81"/>
                </a:cxn>
                <a:cxn ang="0">
                  <a:pos x="41" y="77"/>
                </a:cxn>
                <a:cxn ang="0">
                  <a:pos x="48" y="77"/>
                </a:cxn>
                <a:cxn ang="0">
                  <a:pos x="52" y="74"/>
                </a:cxn>
                <a:cxn ang="0">
                  <a:pos x="54" y="58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9"/>
                </a:cxn>
                <a:cxn ang="0">
                  <a:pos x="3" y="81"/>
                </a:cxn>
                <a:cxn ang="0">
                  <a:pos x="3" y="81"/>
                </a:cxn>
                <a:cxn ang="0">
                  <a:pos x="3" y="81"/>
                </a:cxn>
              </a:cxnLst>
              <a:rect l="0" t="0" r="r" b="b"/>
              <a:pathLst>
                <a:path w="54" h="82">
                  <a:moveTo>
                    <a:pt x="3" y="81"/>
                  </a:moveTo>
                  <a:cubicBezTo>
                    <a:pt x="14" y="79"/>
                    <a:pt x="27" y="77"/>
                    <a:pt x="41" y="77"/>
                  </a:cubicBezTo>
                  <a:cubicBezTo>
                    <a:pt x="43" y="77"/>
                    <a:pt x="46" y="77"/>
                    <a:pt x="48" y="77"/>
                  </a:cubicBezTo>
                  <a:cubicBezTo>
                    <a:pt x="50" y="77"/>
                    <a:pt x="51" y="76"/>
                    <a:pt x="52" y="74"/>
                  </a:cubicBezTo>
                  <a:cubicBezTo>
                    <a:pt x="54" y="69"/>
                    <a:pt x="54" y="64"/>
                    <a:pt x="54" y="58"/>
                  </a:cubicBezTo>
                  <a:cubicBezTo>
                    <a:pt x="54" y="28"/>
                    <a:pt x="32" y="4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1"/>
                    <a:pt x="1" y="82"/>
                    <a:pt x="3" y="81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" name="Freeform 85">
              <a:extLst>
                <a:ext uri="{FF2B5EF4-FFF2-40B4-BE49-F238E27FC236}">
                  <a16:creationId xmlns:a16="http://schemas.microsoft.com/office/drawing/2014/main" id="{EB327204-CB19-814A-B3CE-9258BF240F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5" y="3005138"/>
              <a:ext cx="155575" cy="312738"/>
            </a:xfrm>
            <a:custGeom>
              <a:avLst/>
              <a:gdLst/>
              <a:ahLst/>
              <a:cxnLst>
                <a:cxn ang="0">
                  <a:pos x="51" y="86"/>
                </a:cxn>
                <a:cxn ang="0">
                  <a:pos x="54" y="81"/>
                </a:cxn>
                <a:cxn ang="0">
                  <a:pos x="54" y="4"/>
                </a:cxn>
                <a:cxn ang="0">
                  <a:pos x="51" y="0"/>
                </a:cxn>
                <a:cxn ang="0">
                  <a:pos x="0" y="58"/>
                </a:cxn>
                <a:cxn ang="0">
                  <a:pos x="27" y="107"/>
                </a:cxn>
                <a:cxn ang="0">
                  <a:pos x="29" y="108"/>
                </a:cxn>
                <a:cxn ang="0">
                  <a:pos x="29" y="108"/>
                </a:cxn>
                <a:cxn ang="0">
                  <a:pos x="51" y="86"/>
                </a:cxn>
                <a:cxn ang="0">
                  <a:pos x="51" y="86"/>
                </a:cxn>
                <a:cxn ang="0">
                  <a:pos x="51" y="86"/>
                </a:cxn>
              </a:cxnLst>
              <a:rect l="0" t="0" r="r" b="b"/>
              <a:pathLst>
                <a:path w="54" h="108">
                  <a:moveTo>
                    <a:pt x="51" y="86"/>
                  </a:moveTo>
                  <a:cubicBezTo>
                    <a:pt x="53" y="85"/>
                    <a:pt x="54" y="83"/>
                    <a:pt x="54" y="81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2"/>
                    <a:pt x="53" y="0"/>
                    <a:pt x="51" y="0"/>
                  </a:cubicBezTo>
                  <a:cubicBezTo>
                    <a:pt x="22" y="4"/>
                    <a:pt x="0" y="28"/>
                    <a:pt x="0" y="58"/>
                  </a:cubicBezTo>
                  <a:cubicBezTo>
                    <a:pt x="0" y="78"/>
                    <a:pt x="11" y="96"/>
                    <a:pt x="27" y="107"/>
                  </a:cubicBezTo>
                  <a:cubicBezTo>
                    <a:pt x="28" y="108"/>
                    <a:pt x="29" y="108"/>
                    <a:pt x="29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99"/>
                    <a:pt x="38" y="91"/>
                    <a:pt x="51" y="86"/>
                  </a:cubicBezTo>
                  <a:close/>
                  <a:moveTo>
                    <a:pt x="51" y="86"/>
                  </a:moveTo>
                  <a:cubicBezTo>
                    <a:pt x="51" y="86"/>
                    <a:pt x="51" y="86"/>
                    <a:pt x="51" y="86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65" name="Group 28">
            <a:extLst>
              <a:ext uri="{FF2B5EF4-FFF2-40B4-BE49-F238E27FC236}">
                <a16:creationId xmlns:a16="http://schemas.microsoft.com/office/drawing/2014/main" id="{F2BC814E-E076-B14C-8B45-668FFCCA7BFC}"/>
              </a:ext>
            </a:extLst>
          </p:cNvPr>
          <p:cNvGrpSpPr/>
          <p:nvPr/>
        </p:nvGrpSpPr>
        <p:grpSpPr>
          <a:xfrm>
            <a:off x="237637" y="1160702"/>
            <a:ext cx="508731" cy="621977"/>
            <a:chOff x="4106863" y="2003425"/>
            <a:chExt cx="927100" cy="1133476"/>
          </a:xfrm>
          <a:solidFill>
            <a:schemeClr val="bg1"/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CB74F8EC-08AE-334B-8F61-B26A16D98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2484438"/>
              <a:ext cx="927100" cy="652463"/>
            </a:xfrm>
            <a:custGeom>
              <a:avLst/>
              <a:gdLst/>
              <a:ahLst/>
              <a:cxnLst>
                <a:cxn ang="0">
                  <a:pos x="20" y="172"/>
                </a:cxn>
                <a:cxn ang="0">
                  <a:pos x="224" y="172"/>
                </a:cxn>
                <a:cxn ang="0">
                  <a:pos x="244" y="153"/>
                </a:cxn>
                <a:cxn ang="0">
                  <a:pos x="244" y="20"/>
                </a:cxn>
                <a:cxn ang="0">
                  <a:pos x="224" y="0"/>
                </a:cxn>
                <a:cxn ang="0">
                  <a:pos x="195" y="0"/>
                </a:cxn>
                <a:cxn ang="0">
                  <a:pos x="195" y="40"/>
                </a:cxn>
                <a:cxn ang="0">
                  <a:pos x="215" y="66"/>
                </a:cxn>
                <a:cxn ang="0">
                  <a:pos x="215" y="88"/>
                </a:cxn>
                <a:cxn ang="0">
                  <a:pos x="199" y="88"/>
                </a:cxn>
                <a:cxn ang="0">
                  <a:pos x="199" y="66"/>
                </a:cxn>
                <a:cxn ang="0">
                  <a:pos x="187" y="54"/>
                </a:cxn>
                <a:cxn ang="0">
                  <a:pos x="175" y="66"/>
                </a:cxn>
                <a:cxn ang="0">
                  <a:pos x="175" y="88"/>
                </a:cxn>
                <a:cxn ang="0">
                  <a:pos x="159" y="88"/>
                </a:cxn>
                <a:cxn ang="0">
                  <a:pos x="159" y="66"/>
                </a:cxn>
                <a:cxn ang="0">
                  <a:pos x="179" y="40"/>
                </a:cxn>
                <a:cxn ang="0">
                  <a:pos x="179" y="1"/>
                </a:cxn>
                <a:cxn ang="0">
                  <a:pos x="122" y="25"/>
                </a:cxn>
                <a:cxn ang="0">
                  <a:pos x="67" y="3"/>
                </a:cxn>
                <a:cxn ang="0">
                  <a:pos x="67" y="46"/>
                </a:cxn>
                <a:cxn ang="0">
                  <a:pos x="85" y="70"/>
                </a:cxn>
                <a:cxn ang="0">
                  <a:pos x="59" y="96"/>
                </a:cxn>
                <a:cxn ang="0">
                  <a:pos x="33" y="70"/>
                </a:cxn>
                <a:cxn ang="0">
                  <a:pos x="51" y="46"/>
                </a:cxn>
                <a:cxn ang="0">
                  <a:pos x="51" y="0"/>
                </a:cxn>
                <a:cxn ang="0">
                  <a:pos x="20" y="0"/>
                </a:cxn>
                <a:cxn ang="0">
                  <a:pos x="0" y="20"/>
                </a:cxn>
                <a:cxn ang="0">
                  <a:pos x="0" y="153"/>
                </a:cxn>
                <a:cxn ang="0">
                  <a:pos x="20" y="172"/>
                </a:cxn>
                <a:cxn ang="0">
                  <a:pos x="20" y="172"/>
                </a:cxn>
                <a:cxn ang="0">
                  <a:pos x="20" y="172"/>
                </a:cxn>
              </a:cxnLst>
              <a:rect l="0" t="0" r="r" b="b"/>
              <a:pathLst>
                <a:path w="244" h="172">
                  <a:moveTo>
                    <a:pt x="20" y="172"/>
                  </a:moveTo>
                  <a:cubicBezTo>
                    <a:pt x="224" y="172"/>
                    <a:pt x="224" y="172"/>
                    <a:pt x="224" y="172"/>
                  </a:cubicBezTo>
                  <a:cubicBezTo>
                    <a:pt x="235" y="172"/>
                    <a:pt x="244" y="163"/>
                    <a:pt x="244" y="153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9"/>
                    <a:pt x="235" y="0"/>
                    <a:pt x="22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206" y="43"/>
                    <a:pt x="215" y="54"/>
                    <a:pt x="215" y="66"/>
                  </a:cubicBezTo>
                  <a:cubicBezTo>
                    <a:pt x="215" y="88"/>
                    <a:pt x="215" y="88"/>
                    <a:pt x="215" y="88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0"/>
                    <a:pt x="193" y="54"/>
                    <a:pt x="187" y="54"/>
                  </a:cubicBezTo>
                  <a:cubicBezTo>
                    <a:pt x="180" y="54"/>
                    <a:pt x="175" y="60"/>
                    <a:pt x="175" y="66"/>
                  </a:cubicBezTo>
                  <a:cubicBezTo>
                    <a:pt x="175" y="88"/>
                    <a:pt x="175" y="88"/>
                    <a:pt x="175" y="88"/>
                  </a:cubicBezTo>
                  <a:cubicBezTo>
                    <a:pt x="159" y="88"/>
                    <a:pt x="159" y="88"/>
                    <a:pt x="159" y="88"/>
                  </a:cubicBezTo>
                  <a:cubicBezTo>
                    <a:pt x="159" y="66"/>
                    <a:pt x="159" y="66"/>
                    <a:pt x="159" y="66"/>
                  </a:cubicBezTo>
                  <a:cubicBezTo>
                    <a:pt x="159" y="54"/>
                    <a:pt x="167" y="43"/>
                    <a:pt x="179" y="4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64" y="16"/>
                    <a:pt x="144" y="25"/>
                    <a:pt x="122" y="25"/>
                  </a:cubicBezTo>
                  <a:cubicBezTo>
                    <a:pt x="100" y="25"/>
                    <a:pt x="81" y="17"/>
                    <a:pt x="67" y="3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77" y="49"/>
                    <a:pt x="85" y="59"/>
                    <a:pt x="85" y="70"/>
                  </a:cubicBezTo>
                  <a:cubicBezTo>
                    <a:pt x="85" y="85"/>
                    <a:pt x="73" y="96"/>
                    <a:pt x="59" y="96"/>
                  </a:cubicBezTo>
                  <a:cubicBezTo>
                    <a:pt x="44" y="96"/>
                    <a:pt x="33" y="85"/>
                    <a:pt x="33" y="70"/>
                  </a:cubicBezTo>
                  <a:cubicBezTo>
                    <a:pt x="33" y="59"/>
                    <a:pt x="40" y="49"/>
                    <a:pt x="51" y="4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3"/>
                    <a:pt x="9" y="172"/>
                    <a:pt x="20" y="172"/>
                  </a:cubicBezTo>
                  <a:close/>
                  <a:moveTo>
                    <a:pt x="20" y="172"/>
                  </a:moveTo>
                  <a:cubicBezTo>
                    <a:pt x="20" y="172"/>
                    <a:pt x="20" y="172"/>
                    <a:pt x="20" y="1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77129254-6972-554A-85CA-4A9852A533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0538" y="2003425"/>
              <a:ext cx="539750" cy="538163"/>
            </a:xfrm>
            <a:custGeom>
              <a:avLst/>
              <a:gdLst/>
              <a:ahLst/>
              <a:cxnLst>
                <a:cxn ang="0">
                  <a:pos x="22" y="123"/>
                </a:cxn>
                <a:cxn ang="0">
                  <a:pos x="27" y="127"/>
                </a:cxn>
                <a:cxn ang="0">
                  <a:pos x="71" y="142"/>
                </a:cxn>
                <a:cxn ang="0">
                  <a:pos x="114" y="127"/>
                </a:cxn>
                <a:cxn ang="0">
                  <a:pos x="120" y="123"/>
                </a:cxn>
                <a:cxn ang="0">
                  <a:pos x="124" y="118"/>
                </a:cxn>
                <a:cxn ang="0">
                  <a:pos x="142" y="71"/>
                </a:cxn>
                <a:cxn ang="0">
                  <a:pos x="71" y="0"/>
                </a:cxn>
                <a:cxn ang="0">
                  <a:pos x="0" y="71"/>
                </a:cxn>
                <a:cxn ang="0">
                  <a:pos x="17" y="118"/>
                </a:cxn>
                <a:cxn ang="0">
                  <a:pos x="22" y="123"/>
                </a:cxn>
                <a:cxn ang="0">
                  <a:pos x="22" y="123"/>
                </a:cxn>
                <a:cxn ang="0">
                  <a:pos x="22" y="123"/>
                </a:cxn>
              </a:cxnLst>
              <a:rect l="0" t="0" r="r" b="b"/>
              <a:pathLst>
                <a:path w="142" h="142">
                  <a:moveTo>
                    <a:pt x="22" y="123"/>
                  </a:moveTo>
                  <a:cubicBezTo>
                    <a:pt x="24" y="124"/>
                    <a:pt x="25" y="126"/>
                    <a:pt x="27" y="127"/>
                  </a:cubicBezTo>
                  <a:cubicBezTo>
                    <a:pt x="39" y="137"/>
                    <a:pt x="54" y="142"/>
                    <a:pt x="71" y="142"/>
                  </a:cubicBezTo>
                  <a:cubicBezTo>
                    <a:pt x="87" y="142"/>
                    <a:pt x="102" y="137"/>
                    <a:pt x="114" y="127"/>
                  </a:cubicBezTo>
                  <a:cubicBezTo>
                    <a:pt x="116" y="126"/>
                    <a:pt x="118" y="124"/>
                    <a:pt x="120" y="123"/>
                  </a:cubicBezTo>
                  <a:cubicBezTo>
                    <a:pt x="121" y="121"/>
                    <a:pt x="123" y="120"/>
                    <a:pt x="124" y="118"/>
                  </a:cubicBezTo>
                  <a:cubicBezTo>
                    <a:pt x="135" y="105"/>
                    <a:pt x="142" y="89"/>
                    <a:pt x="142" y="71"/>
                  </a:cubicBezTo>
                  <a:cubicBezTo>
                    <a:pt x="142" y="32"/>
                    <a:pt x="110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89"/>
                    <a:pt x="6" y="105"/>
                    <a:pt x="17" y="118"/>
                  </a:cubicBezTo>
                  <a:cubicBezTo>
                    <a:pt x="19" y="120"/>
                    <a:pt x="20" y="121"/>
                    <a:pt x="22" y="123"/>
                  </a:cubicBezTo>
                  <a:close/>
                  <a:moveTo>
                    <a:pt x="22" y="123"/>
                  </a:moveTo>
                  <a:cubicBezTo>
                    <a:pt x="22" y="123"/>
                    <a:pt x="22" y="123"/>
                    <a:pt x="22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2EC0B743-9AD7-4345-A088-29F65397D0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2601" y="2711450"/>
              <a:ext cx="76200" cy="7620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16" y="3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cubicBezTo>
                    <a:pt x="0" y="16"/>
                    <a:pt x="4" y="20"/>
                    <a:pt x="10" y="20"/>
                  </a:cubicBezTo>
                  <a:cubicBezTo>
                    <a:pt x="15" y="20"/>
                    <a:pt x="20" y="16"/>
                    <a:pt x="20" y="10"/>
                  </a:cubicBezTo>
                  <a:cubicBezTo>
                    <a:pt x="20" y="7"/>
                    <a:pt x="18" y="5"/>
                    <a:pt x="16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7" y="0"/>
                    <a:pt x="5" y="1"/>
                    <a:pt x="3" y="3"/>
                  </a:cubicBezTo>
                  <a:cubicBezTo>
                    <a:pt x="1" y="5"/>
                    <a:pt x="0" y="7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70" name="Freeform 11">
            <a:extLst>
              <a:ext uri="{FF2B5EF4-FFF2-40B4-BE49-F238E27FC236}">
                <a16:creationId xmlns:a16="http://schemas.microsoft.com/office/drawing/2014/main" id="{31810254-FB71-1849-AA1E-96EEEBC0D4C1}"/>
              </a:ext>
            </a:extLst>
          </p:cNvPr>
          <p:cNvSpPr>
            <a:spLocks noEditPoints="1"/>
          </p:cNvSpPr>
          <p:nvPr/>
        </p:nvSpPr>
        <p:spPr bwMode="auto">
          <a:xfrm>
            <a:off x="1244176" y="1232478"/>
            <a:ext cx="536836" cy="550201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0" y="16"/>
              </a:cxn>
              <a:cxn ang="0">
                <a:pos x="0" y="86"/>
              </a:cxn>
              <a:cxn ang="0">
                <a:pos x="16" y="102"/>
              </a:cxn>
              <a:cxn ang="0">
                <a:pos x="83" y="102"/>
              </a:cxn>
              <a:cxn ang="0">
                <a:pos x="99" y="86"/>
              </a:cxn>
              <a:cxn ang="0">
                <a:pos x="99" y="16"/>
              </a:cxn>
              <a:cxn ang="0">
                <a:pos x="83" y="0"/>
              </a:cxn>
              <a:cxn ang="0">
                <a:pos x="16" y="0"/>
              </a:cxn>
              <a:cxn ang="0">
                <a:pos x="72" y="75"/>
              </a:cxn>
              <a:cxn ang="0">
                <a:pos x="68" y="79"/>
              </a:cxn>
              <a:cxn ang="0">
                <a:pos x="64" y="79"/>
              </a:cxn>
              <a:cxn ang="0">
                <a:pos x="60" y="75"/>
              </a:cxn>
              <a:cxn ang="0">
                <a:pos x="60" y="56"/>
              </a:cxn>
              <a:cxn ang="0">
                <a:pos x="39" y="56"/>
              </a:cxn>
              <a:cxn ang="0">
                <a:pos x="39" y="75"/>
              </a:cxn>
              <a:cxn ang="0">
                <a:pos x="35" y="79"/>
              </a:cxn>
              <a:cxn ang="0">
                <a:pos x="31" y="79"/>
              </a:cxn>
              <a:cxn ang="0">
                <a:pos x="27" y="75"/>
              </a:cxn>
              <a:cxn ang="0">
                <a:pos x="27" y="27"/>
              </a:cxn>
              <a:cxn ang="0">
                <a:pos x="31" y="23"/>
              </a:cxn>
              <a:cxn ang="0">
                <a:pos x="35" y="23"/>
              </a:cxn>
              <a:cxn ang="0">
                <a:pos x="39" y="27"/>
              </a:cxn>
              <a:cxn ang="0">
                <a:pos x="39" y="45"/>
              </a:cxn>
              <a:cxn ang="0">
                <a:pos x="60" y="45"/>
              </a:cxn>
              <a:cxn ang="0">
                <a:pos x="60" y="27"/>
              </a:cxn>
              <a:cxn ang="0">
                <a:pos x="64" y="23"/>
              </a:cxn>
              <a:cxn ang="0">
                <a:pos x="68" y="23"/>
              </a:cxn>
              <a:cxn ang="0">
                <a:pos x="72" y="27"/>
              </a:cxn>
              <a:cxn ang="0">
                <a:pos x="72" y="75"/>
              </a:cxn>
              <a:cxn ang="0">
                <a:pos x="72" y="75"/>
              </a:cxn>
              <a:cxn ang="0">
                <a:pos x="72" y="75"/>
              </a:cxn>
            </a:cxnLst>
            <a:rect l="0" t="0" r="r" b="b"/>
            <a:pathLst>
              <a:path w="99" h="10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95"/>
                  <a:pt x="7" y="102"/>
                  <a:pt x="16" y="102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92" y="102"/>
                  <a:pt x="99" y="95"/>
                  <a:pt x="99" y="8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7"/>
                  <a:pt x="92" y="0"/>
                  <a:pt x="83" y="0"/>
                </a:cubicBezTo>
                <a:lnTo>
                  <a:pt x="16" y="0"/>
                </a:lnTo>
                <a:close/>
                <a:moveTo>
                  <a:pt x="72" y="75"/>
                </a:moveTo>
                <a:cubicBezTo>
                  <a:pt x="72" y="77"/>
                  <a:pt x="71" y="79"/>
                  <a:pt x="68" y="79"/>
                </a:cubicBezTo>
                <a:cubicBezTo>
                  <a:pt x="64" y="79"/>
                  <a:pt x="64" y="79"/>
                  <a:pt x="64" y="79"/>
                </a:cubicBezTo>
                <a:cubicBezTo>
                  <a:pt x="62" y="79"/>
                  <a:pt x="60" y="77"/>
                  <a:pt x="60" y="75"/>
                </a:cubicBezTo>
                <a:cubicBezTo>
                  <a:pt x="60" y="56"/>
                  <a:pt x="60" y="56"/>
                  <a:pt x="60" y="56"/>
                </a:cubicBezTo>
                <a:cubicBezTo>
                  <a:pt x="39" y="56"/>
                  <a:pt x="39" y="56"/>
                  <a:pt x="39" y="56"/>
                </a:cubicBezTo>
                <a:cubicBezTo>
                  <a:pt x="39" y="75"/>
                  <a:pt x="39" y="75"/>
                  <a:pt x="39" y="75"/>
                </a:cubicBezTo>
                <a:cubicBezTo>
                  <a:pt x="39" y="77"/>
                  <a:pt x="37" y="79"/>
                  <a:pt x="35" y="79"/>
                </a:cubicBezTo>
                <a:cubicBezTo>
                  <a:pt x="31" y="79"/>
                  <a:pt x="31" y="79"/>
                  <a:pt x="31" y="79"/>
                </a:cubicBezTo>
                <a:cubicBezTo>
                  <a:pt x="29" y="79"/>
                  <a:pt x="27" y="77"/>
                  <a:pt x="27" y="75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5"/>
                  <a:pt x="29" y="23"/>
                  <a:pt x="31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7" y="23"/>
                  <a:pt x="39" y="25"/>
                  <a:pt x="39" y="27"/>
                </a:cubicBezTo>
                <a:cubicBezTo>
                  <a:pt x="39" y="45"/>
                  <a:pt x="39" y="45"/>
                  <a:pt x="39" y="45"/>
                </a:cubicBezTo>
                <a:cubicBezTo>
                  <a:pt x="60" y="45"/>
                  <a:pt x="60" y="45"/>
                  <a:pt x="60" y="45"/>
                </a:cubicBezTo>
                <a:cubicBezTo>
                  <a:pt x="60" y="27"/>
                  <a:pt x="60" y="27"/>
                  <a:pt x="60" y="27"/>
                </a:cubicBezTo>
                <a:cubicBezTo>
                  <a:pt x="60" y="25"/>
                  <a:pt x="62" y="23"/>
                  <a:pt x="64" y="23"/>
                </a:cubicBezTo>
                <a:cubicBezTo>
                  <a:pt x="68" y="23"/>
                  <a:pt x="68" y="23"/>
                  <a:pt x="68" y="23"/>
                </a:cubicBezTo>
                <a:cubicBezTo>
                  <a:pt x="71" y="23"/>
                  <a:pt x="72" y="25"/>
                  <a:pt x="72" y="27"/>
                </a:cubicBezTo>
                <a:cubicBezTo>
                  <a:pt x="72" y="75"/>
                  <a:pt x="72" y="75"/>
                  <a:pt x="72" y="75"/>
                </a:cubicBezTo>
                <a:close/>
                <a:moveTo>
                  <a:pt x="72" y="75"/>
                </a:moveTo>
                <a:cubicBezTo>
                  <a:pt x="72" y="75"/>
                  <a:pt x="72" y="75"/>
                  <a:pt x="72" y="75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72" name="Freeform 15">
            <a:extLst>
              <a:ext uri="{FF2B5EF4-FFF2-40B4-BE49-F238E27FC236}">
                <a16:creationId xmlns:a16="http://schemas.microsoft.com/office/drawing/2014/main" id="{754344C1-D888-3B46-87FC-4B190C4B40A0}"/>
              </a:ext>
            </a:extLst>
          </p:cNvPr>
          <p:cNvSpPr>
            <a:spLocks noEditPoints="1"/>
          </p:cNvSpPr>
          <p:nvPr/>
        </p:nvSpPr>
        <p:spPr bwMode="auto">
          <a:xfrm>
            <a:off x="2278820" y="1248331"/>
            <a:ext cx="537039" cy="534348"/>
          </a:xfrm>
          <a:custGeom>
            <a:avLst/>
            <a:gdLst/>
            <a:ahLst/>
            <a:cxnLst>
              <a:cxn ang="0">
                <a:pos x="165" y="147"/>
              </a:cxn>
              <a:cxn ang="0">
                <a:pos x="165" y="14"/>
              </a:cxn>
              <a:cxn ang="0">
                <a:pos x="148" y="0"/>
              </a:cxn>
              <a:cxn ang="0">
                <a:pos x="18" y="0"/>
              </a:cxn>
              <a:cxn ang="0">
                <a:pos x="0" y="15"/>
              </a:cxn>
              <a:cxn ang="0">
                <a:pos x="0" y="145"/>
              </a:cxn>
              <a:cxn ang="0">
                <a:pos x="16" y="165"/>
              </a:cxn>
              <a:cxn ang="0">
                <a:pos x="149" y="165"/>
              </a:cxn>
              <a:cxn ang="0">
                <a:pos x="165" y="147"/>
              </a:cxn>
              <a:cxn ang="0">
                <a:pos x="38" y="22"/>
              </a:cxn>
              <a:cxn ang="0">
                <a:pos x="46" y="16"/>
              </a:cxn>
              <a:cxn ang="0">
                <a:pos x="51" y="15"/>
              </a:cxn>
              <a:cxn ang="0">
                <a:pos x="55" y="17"/>
              </a:cxn>
              <a:cxn ang="0">
                <a:pos x="57" y="20"/>
              </a:cxn>
              <a:cxn ang="0">
                <a:pos x="39" y="34"/>
              </a:cxn>
              <a:cxn ang="0">
                <a:pos x="36" y="31"/>
              </a:cxn>
              <a:cxn ang="0">
                <a:pos x="38" y="22"/>
              </a:cxn>
              <a:cxn ang="0">
                <a:pos x="120" y="150"/>
              </a:cxn>
              <a:cxn ang="0">
                <a:pos x="116" y="153"/>
              </a:cxn>
              <a:cxn ang="0">
                <a:pos x="37" y="153"/>
              </a:cxn>
              <a:cxn ang="0">
                <a:pos x="34" y="150"/>
              </a:cxn>
              <a:cxn ang="0">
                <a:pos x="34" y="138"/>
              </a:cxn>
              <a:cxn ang="0">
                <a:pos x="37" y="135"/>
              </a:cxn>
              <a:cxn ang="0">
                <a:pos x="41" y="135"/>
              </a:cxn>
              <a:cxn ang="0">
                <a:pos x="43" y="132"/>
              </a:cxn>
              <a:cxn ang="0">
                <a:pos x="61" y="73"/>
              </a:cxn>
              <a:cxn ang="0">
                <a:pos x="63" y="68"/>
              </a:cxn>
              <a:cxn ang="0">
                <a:pos x="45" y="41"/>
              </a:cxn>
              <a:cxn ang="0">
                <a:pos x="63" y="27"/>
              </a:cxn>
              <a:cxn ang="0">
                <a:pos x="104" y="82"/>
              </a:cxn>
              <a:cxn ang="0">
                <a:pos x="98" y="86"/>
              </a:cxn>
              <a:cxn ang="0">
                <a:pos x="103" y="92"/>
              </a:cxn>
              <a:cxn ang="0">
                <a:pos x="104" y="95"/>
              </a:cxn>
              <a:cxn ang="0">
                <a:pos x="102" y="98"/>
              </a:cxn>
              <a:cxn ang="0">
                <a:pos x="101" y="99"/>
              </a:cxn>
              <a:cxn ang="0">
                <a:pos x="95" y="99"/>
              </a:cxn>
              <a:cxn ang="0">
                <a:pos x="90" y="92"/>
              </a:cxn>
              <a:cxn ang="0">
                <a:pos x="83" y="97"/>
              </a:cxn>
              <a:cxn ang="0">
                <a:pos x="74" y="84"/>
              </a:cxn>
              <a:cxn ang="0">
                <a:pos x="68" y="83"/>
              </a:cxn>
              <a:cxn ang="0">
                <a:pos x="48" y="111"/>
              </a:cxn>
              <a:cxn ang="0">
                <a:pos x="116" y="134"/>
              </a:cxn>
              <a:cxn ang="0">
                <a:pos x="120" y="138"/>
              </a:cxn>
              <a:cxn ang="0">
                <a:pos x="120" y="150"/>
              </a:cxn>
              <a:cxn ang="0">
                <a:pos x="113" y="115"/>
              </a:cxn>
              <a:cxn ang="0">
                <a:pos x="90" y="122"/>
              </a:cxn>
              <a:cxn ang="0">
                <a:pos x="105" y="104"/>
              </a:cxn>
              <a:cxn ang="0">
                <a:pos x="128" y="96"/>
              </a:cxn>
              <a:cxn ang="0">
                <a:pos x="113" y="115"/>
              </a:cxn>
              <a:cxn ang="0">
                <a:pos x="113" y="115"/>
              </a:cxn>
              <a:cxn ang="0">
                <a:pos x="113" y="115"/>
              </a:cxn>
            </a:cxnLst>
            <a:rect l="0" t="0" r="r" b="b"/>
            <a:pathLst>
              <a:path w="166" h="165">
                <a:moveTo>
                  <a:pt x="165" y="147"/>
                </a:moveTo>
                <a:cubicBezTo>
                  <a:pt x="165" y="14"/>
                  <a:pt x="165" y="14"/>
                  <a:pt x="165" y="14"/>
                </a:cubicBezTo>
                <a:cubicBezTo>
                  <a:pt x="165" y="7"/>
                  <a:pt x="165" y="0"/>
                  <a:pt x="14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7" y="0"/>
                  <a:pt x="0" y="0"/>
                  <a:pt x="0" y="15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64"/>
                  <a:pt x="1" y="165"/>
                  <a:pt x="16" y="165"/>
                </a:cubicBezTo>
                <a:cubicBezTo>
                  <a:pt x="149" y="165"/>
                  <a:pt x="149" y="165"/>
                  <a:pt x="149" y="165"/>
                </a:cubicBezTo>
                <a:cubicBezTo>
                  <a:pt x="166" y="165"/>
                  <a:pt x="165" y="163"/>
                  <a:pt x="165" y="147"/>
                </a:cubicBezTo>
                <a:close/>
                <a:moveTo>
                  <a:pt x="38" y="22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5"/>
                  <a:pt x="49" y="14"/>
                  <a:pt x="51" y="15"/>
                </a:cubicBezTo>
                <a:cubicBezTo>
                  <a:pt x="52" y="15"/>
                  <a:pt x="54" y="16"/>
                  <a:pt x="55" y="17"/>
                </a:cubicBezTo>
                <a:cubicBezTo>
                  <a:pt x="57" y="20"/>
                  <a:pt x="57" y="20"/>
                  <a:pt x="57" y="20"/>
                </a:cubicBezTo>
                <a:cubicBezTo>
                  <a:pt x="39" y="34"/>
                  <a:pt x="39" y="34"/>
                  <a:pt x="39" y="34"/>
                </a:cubicBezTo>
                <a:cubicBezTo>
                  <a:pt x="36" y="31"/>
                  <a:pt x="36" y="31"/>
                  <a:pt x="36" y="31"/>
                </a:cubicBezTo>
                <a:cubicBezTo>
                  <a:pt x="34" y="28"/>
                  <a:pt x="35" y="24"/>
                  <a:pt x="38" y="22"/>
                </a:cubicBezTo>
                <a:close/>
                <a:moveTo>
                  <a:pt x="120" y="150"/>
                </a:moveTo>
                <a:cubicBezTo>
                  <a:pt x="120" y="152"/>
                  <a:pt x="118" y="153"/>
                  <a:pt x="116" y="153"/>
                </a:cubicBezTo>
                <a:cubicBezTo>
                  <a:pt x="37" y="153"/>
                  <a:pt x="37" y="153"/>
                  <a:pt x="37" y="153"/>
                </a:cubicBezTo>
                <a:cubicBezTo>
                  <a:pt x="35" y="153"/>
                  <a:pt x="34" y="152"/>
                  <a:pt x="34" y="150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6"/>
                  <a:pt x="35" y="135"/>
                  <a:pt x="37" y="135"/>
                </a:cubicBezTo>
                <a:cubicBezTo>
                  <a:pt x="41" y="135"/>
                  <a:pt x="41" y="135"/>
                  <a:pt x="41" y="135"/>
                </a:cubicBezTo>
                <a:cubicBezTo>
                  <a:pt x="43" y="135"/>
                  <a:pt x="44" y="133"/>
                  <a:pt x="43" y="132"/>
                </a:cubicBezTo>
                <a:cubicBezTo>
                  <a:pt x="31" y="113"/>
                  <a:pt x="41" y="80"/>
                  <a:pt x="61" y="73"/>
                </a:cubicBezTo>
                <a:cubicBezTo>
                  <a:pt x="63" y="72"/>
                  <a:pt x="64" y="70"/>
                  <a:pt x="63" y="68"/>
                </a:cubicBezTo>
                <a:cubicBezTo>
                  <a:pt x="57" y="59"/>
                  <a:pt x="51" y="50"/>
                  <a:pt x="45" y="41"/>
                </a:cubicBezTo>
                <a:cubicBezTo>
                  <a:pt x="63" y="27"/>
                  <a:pt x="63" y="27"/>
                  <a:pt x="63" y="27"/>
                </a:cubicBezTo>
                <a:cubicBezTo>
                  <a:pt x="77" y="47"/>
                  <a:pt x="102" y="78"/>
                  <a:pt x="104" y="82"/>
                </a:cubicBezTo>
                <a:cubicBezTo>
                  <a:pt x="98" y="86"/>
                  <a:pt x="98" y="86"/>
                  <a:pt x="98" y="86"/>
                </a:cubicBezTo>
                <a:cubicBezTo>
                  <a:pt x="103" y="92"/>
                  <a:pt x="103" y="92"/>
                  <a:pt x="103" y="92"/>
                </a:cubicBezTo>
                <a:cubicBezTo>
                  <a:pt x="104" y="93"/>
                  <a:pt x="104" y="94"/>
                  <a:pt x="104" y="95"/>
                </a:cubicBezTo>
                <a:cubicBezTo>
                  <a:pt x="104" y="96"/>
                  <a:pt x="103" y="97"/>
                  <a:pt x="102" y="98"/>
                </a:cubicBezTo>
                <a:cubicBezTo>
                  <a:pt x="101" y="99"/>
                  <a:pt x="101" y="99"/>
                  <a:pt x="101" y="99"/>
                </a:cubicBezTo>
                <a:cubicBezTo>
                  <a:pt x="99" y="101"/>
                  <a:pt x="96" y="100"/>
                  <a:pt x="95" y="99"/>
                </a:cubicBezTo>
                <a:cubicBezTo>
                  <a:pt x="90" y="92"/>
                  <a:pt x="90" y="92"/>
                  <a:pt x="90" y="92"/>
                </a:cubicBezTo>
                <a:cubicBezTo>
                  <a:pt x="83" y="97"/>
                  <a:pt x="83" y="97"/>
                  <a:pt x="83" y="97"/>
                </a:cubicBezTo>
                <a:cubicBezTo>
                  <a:pt x="81" y="94"/>
                  <a:pt x="77" y="89"/>
                  <a:pt x="74" y="84"/>
                </a:cubicBezTo>
                <a:cubicBezTo>
                  <a:pt x="72" y="83"/>
                  <a:pt x="70" y="82"/>
                  <a:pt x="68" y="83"/>
                </a:cubicBezTo>
                <a:cubicBezTo>
                  <a:pt x="56" y="88"/>
                  <a:pt x="48" y="100"/>
                  <a:pt x="48" y="111"/>
                </a:cubicBezTo>
                <a:cubicBezTo>
                  <a:pt x="49" y="139"/>
                  <a:pt x="83" y="135"/>
                  <a:pt x="116" y="134"/>
                </a:cubicBezTo>
                <a:cubicBezTo>
                  <a:pt x="118" y="134"/>
                  <a:pt x="120" y="136"/>
                  <a:pt x="120" y="138"/>
                </a:cubicBezTo>
                <a:lnTo>
                  <a:pt x="120" y="150"/>
                </a:lnTo>
                <a:close/>
                <a:moveTo>
                  <a:pt x="113" y="115"/>
                </a:moveTo>
                <a:cubicBezTo>
                  <a:pt x="102" y="122"/>
                  <a:pt x="92" y="125"/>
                  <a:pt x="90" y="122"/>
                </a:cubicBezTo>
                <a:cubicBezTo>
                  <a:pt x="88" y="120"/>
                  <a:pt x="95" y="111"/>
                  <a:pt x="105" y="104"/>
                </a:cubicBezTo>
                <a:cubicBezTo>
                  <a:pt x="116" y="97"/>
                  <a:pt x="126" y="93"/>
                  <a:pt x="128" y="96"/>
                </a:cubicBezTo>
                <a:cubicBezTo>
                  <a:pt x="130" y="99"/>
                  <a:pt x="123" y="107"/>
                  <a:pt x="113" y="115"/>
                </a:cubicBezTo>
                <a:close/>
                <a:moveTo>
                  <a:pt x="113" y="115"/>
                </a:moveTo>
                <a:cubicBezTo>
                  <a:pt x="113" y="115"/>
                  <a:pt x="113" y="115"/>
                  <a:pt x="113" y="115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74" name="Group 67">
            <a:extLst>
              <a:ext uri="{FF2B5EF4-FFF2-40B4-BE49-F238E27FC236}">
                <a16:creationId xmlns:a16="http://schemas.microsoft.com/office/drawing/2014/main" id="{7EE5AE56-18BC-D84C-8335-56481AD2639C}"/>
              </a:ext>
            </a:extLst>
          </p:cNvPr>
          <p:cNvGrpSpPr/>
          <p:nvPr/>
        </p:nvGrpSpPr>
        <p:grpSpPr>
          <a:xfrm>
            <a:off x="3313667" y="1201141"/>
            <a:ext cx="578352" cy="581538"/>
            <a:chOff x="7299325" y="1482725"/>
            <a:chExt cx="576263" cy="579438"/>
          </a:xfrm>
          <a:solidFill>
            <a:schemeClr val="bg1"/>
          </a:solidFill>
        </p:grpSpPr>
        <p:sp>
          <p:nvSpPr>
            <p:cNvPr id="75" name="Freeform 19">
              <a:extLst>
                <a:ext uri="{FF2B5EF4-FFF2-40B4-BE49-F238E27FC236}">
                  <a16:creationId xmlns:a16="http://schemas.microsoft.com/office/drawing/2014/main" id="{1E04872E-0F39-374B-BC1F-11CDB692A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9325" y="1482725"/>
              <a:ext cx="576263" cy="357188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28" y="54"/>
                </a:cxn>
                <a:cxn ang="0">
                  <a:pos x="38" y="17"/>
                </a:cxn>
                <a:cxn ang="0">
                  <a:pos x="42" y="14"/>
                </a:cxn>
                <a:cxn ang="0">
                  <a:pos x="45" y="17"/>
                </a:cxn>
                <a:cxn ang="0">
                  <a:pos x="49" y="63"/>
                </a:cxn>
                <a:cxn ang="0">
                  <a:pos x="55" y="33"/>
                </a:cxn>
                <a:cxn ang="0">
                  <a:pos x="59" y="30"/>
                </a:cxn>
                <a:cxn ang="0">
                  <a:pos x="63" y="32"/>
                </a:cxn>
                <a:cxn ang="0">
                  <a:pos x="71" y="54"/>
                </a:cxn>
                <a:cxn ang="0">
                  <a:pos x="102" y="55"/>
                </a:cxn>
                <a:cxn ang="0">
                  <a:pos x="102" y="51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51" y="0"/>
                </a:cxn>
              </a:cxnLst>
              <a:rect l="0" t="0" r="r" b="b"/>
              <a:pathLst>
                <a:path w="102" h="63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52"/>
                    <a:pt x="0" y="53"/>
                    <a:pt x="0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5"/>
                    <a:pt x="40" y="14"/>
                    <a:pt x="42" y="14"/>
                  </a:cubicBezTo>
                  <a:cubicBezTo>
                    <a:pt x="43" y="14"/>
                    <a:pt x="45" y="15"/>
                    <a:pt x="45" y="17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1"/>
                    <a:pt x="57" y="30"/>
                    <a:pt x="59" y="30"/>
                  </a:cubicBezTo>
                  <a:cubicBezTo>
                    <a:pt x="61" y="30"/>
                    <a:pt x="62" y="31"/>
                    <a:pt x="63" y="32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53"/>
                    <a:pt x="102" y="52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76" name="Freeform 20">
              <a:extLst>
                <a:ext uri="{FF2B5EF4-FFF2-40B4-BE49-F238E27FC236}">
                  <a16:creationId xmlns:a16="http://schemas.microsoft.com/office/drawing/2014/main" id="{8D111A1E-BABD-674D-B050-466EB72512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4088" y="1709738"/>
              <a:ext cx="566738" cy="352425"/>
            </a:xfrm>
            <a:custGeom>
              <a:avLst/>
              <a:gdLst/>
              <a:ahLst/>
              <a:cxnLst>
                <a:cxn ang="0">
                  <a:pos x="63" y="19"/>
                </a:cxn>
                <a:cxn ang="0">
                  <a:pos x="59" y="7"/>
                </a:cxn>
                <a:cxn ang="0">
                  <a:pos x="50" y="50"/>
                </a:cxn>
                <a:cxn ang="0">
                  <a:pos x="46" y="53"/>
                </a:cxn>
                <a:cxn ang="0">
                  <a:pos x="46" y="53"/>
                </a:cxn>
                <a:cxn ang="0">
                  <a:pos x="43" y="50"/>
                </a:cxn>
                <a:cxn ang="0">
                  <a:pos x="38" y="0"/>
                </a:cxn>
                <a:cxn ang="0">
                  <a:pos x="34" y="19"/>
                </a:cxn>
                <a:cxn ang="0">
                  <a:pos x="30" y="22"/>
                </a:cxn>
                <a:cxn ang="0">
                  <a:pos x="0" y="22"/>
                </a:cxn>
                <a:cxn ang="0">
                  <a:pos x="50" y="62"/>
                </a:cxn>
                <a:cxn ang="0">
                  <a:pos x="100" y="22"/>
                </a:cxn>
                <a:cxn ang="0">
                  <a:pos x="67" y="22"/>
                </a:cxn>
                <a:cxn ang="0">
                  <a:pos x="63" y="19"/>
                </a:cxn>
                <a:cxn ang="0">
                  <a:pos x="63" y="19"/>
                </a:cxn>
                <a:cxn ang="0">
                  <a:pos x="63" y="19"/>
                </a:cxn>
              </a:cxnLst>
              <a:rect l="0" t="0" r="r" b="b"/>
              <a:pathLst>
                <a:path w="100" h="62">
                  <a:moveTo>
                    <a:pt x="63" y="19"/>
                  </a:moveTo>
                  <a:cubicBezTo>
                    <a:pt x="59" y="7"/>
                    <a:pt x="59" y="7"/>
                    <a:pt x="59" y="7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52"/>
                    <a:pt x="48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4" y="53"/>
                    <a:pt x="43" y="52"/>
                    <a:pt x="43" y="5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1"/>
                    <a:pt x="32" y="22"/>
                    <a:pt x="3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45"/>
                    <a:pt x="26" y="62"/>
                    <a:pt x="50" y="62"/>
                  </a:cubicBezTo>
                  <a:cubicBezTo>
                    <a:pt x="75" y="62"/>
                    <a:pt x="95" y="45"/>
                    <a:pt x="100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5" y="22"/>
                    <a:pt x="64" y="21"/>
                    <a:pt x="63" y="19"/>
                  </a:cubicBezTo>
                  <a:close/>
                  <a:moveTo>
                    <a:pt x="63" y="19"/>
                  </a:moveTo>
                  <a:cubicBezTo>
                    <a:pt x="63" y="19"/>
                    <a:pt x="63" y="19"/>
                    <a:pt x="6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22" name="Group 30">
            <a:extLst>
              <a:ext uri="{FF2B5EF4-FFF2-40B4-BE49-F238E27FC236}">
                <a16:creationId xmlns:a16="http://schemas.microsoft.com/office/drawing/2014/main" id="{A16C5BE6-6829-054D-BFDD-7D22DAA960E0}"/>
              </a:ext>
            </a:extLst>
          </p:cNvPr>
          <p:cNvGrpSpPr/>
          <p:nvPr/>
        </p:nvGrpSpPr>
        <p:grpSpPr>
          <a:xfrm>
            <a:off x="6509198" y="1168911"/>
            <a:ext cx="615222" cy="613768"/>
            <a:chOff x="1081088" y="2138363"/>
            <a:chExt cx="671512" cy="669925"/>
          </a:xfrm>
          <a:solidFill>
            <a:schemeClr val="bg1"/>
          </a:solidFill>
        </p:grpSpPr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9ECFF737-14FD-E248-AAE5-25CBAA336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close/>
                  <a:moveTo>
                    <a:pt x="53" y="0"/>
                  </a:moveTo>
                  <a:lnTo>
                    <a:pt x="5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4" name="Freeform 17">
              <a:extLst>
                <a:ext uri="{FF2B5EF4-FFF2-40B4-BE49-F238E27FC236}">
                  <a16:creationId xmlns:a16="http://schemas.microsoft.com/office/drawing/2014/main" id="{E11B1019-D2D5-FB40-BA03-AA32143F5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5225" y="2516188"/>
              <a:ext cx="125412" cy="125413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2"/>
                </a:cxn>
                <a:cxn ang="0">
                  <a:pos x="26" y="52"/>
                </a:cxn>
                <a:cxn ang="0">
                  <a:pos x="26" y="79"/>
                </a:cxn>
                <a:cxn ang="0">
                  <a:pos x="53" y="79"/>
                </a:cxn>
                <a:cxn ang="0">
                  <a:pos x="53" y="52"/>
                </a:cxn>
                <a:cxn ang="0">
                  <a:pos x="79" y="52"/>
                </a:cxn>
                <a:cxn ang="0">
                  <a:pos x="79" y="26"/>
                </a:cxn>
                <a:cxn ang="0">
                  <a:pos x="53" y="26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79" h="79">
                  <a:moveTo>
                    <a:pt x="53" y="0"/>
                  </a:move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2"/>
                  </a:lnTo>
                  <a:lnTo>
                    <a:pt x="26" y="52"/>
                  </a:lnTo>
                  <a:lnTo>
                    <a:pt x="26" y="79"/>
                  </a:lnTo>
                  <a:lnTo>
                    <a:pt x="53" y="79"/>
                  </a:lnTo>
                  <a:lnTo>
                    <a:pt x="53" y="52"/>
                  </a:lnTo>
                  <a:lnTo>
                    <a:pt x="79" y="52"/>
                  </a:lnTo>
                  <a:lnTo>
                    <a:pt x="79" y="26"/>
                  </a:lnTo>
                  <a:lnTo>
                    <a:pt x="53" y="26"/>
                  </a:lnTo>
                  <a:lnTo>
                    <a:pt x="53" y="0"/>
                  </a:lnTo>
                  <a:moveTo>
                    <a:pt x="53" y="0"/>
                  </a:moveTo>
                  <a:lnTo>
                    <a:pt x="53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5" name="Freeform 18">
              <a:extLst>
                <a:ext uri="{FF2B5EF4-FFF2-40B4-BE49-F238E27FC236}">
                  <a16:creationId xmlns:a16="http://schemas.microsoft.com/office/drawing/2014/main" id="{0073A3C8-8B09-F348-BEA7-BC1B5833D6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close/>
                  <a:moveTo>
                    <a:pt x="53" y="158"/>
                  </a:moveTo>
                  <a:lnTo>
                    <a:pt x="53" y="15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6" name="Freeform 19">
              <a:extLst>
                <a:ext uri="{FF2B5EF4-FFF2-40B4-BE49-F238E27FC236}">
                  <a16:creationId xmlns:a16="http://schemas.microsoft.com/office/drawing/2014/main" id="{5503C0D4-8A0B-0041-AAE8-9908A1F6F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1088" y="2181226"/>
              <a:ext cx="250825" cy="250825"/>
            </a:xfrm>
            <a:custGeom>
              <a:avLst/>
              <a:gdLst/>
              <a:ahLst/>
              <a:cxnLst>
                <a:cxn ang="0">
                  <a:pos x="53" y="158"/>
                </a:cxn>
                <a:cxn ang="0">
                  <a:pos x="106" y="158"/>
                </a:cxn>
                <a:cxn ang="0">
                  <a:pos x="106" y="105"/>
                </a:cxn>
                <a:cxn ang="0">
                  <a:pos x="158" y="105"/>
                </a:cxn>
                <a:cxn ang="0">
                  <a:pos x="158" y="52"/>
                </a:cxn>
                <a:cxn ang="0">
                  <a:pos x="106" y="52"/>
                </a:cxn>
                <a:cxn ang="0">
                  <a:pos x="106" y="0"/>
                </a:cxn>
                <a:cxn ang="0">
                  <a:pos x="53" y="0"/>
                </a:cxn>
                <a:cxn ang="0">
                  <a:pos x="53" y="52"/>
                </a:cxn>
                <a:cxn ang="0">
                  <a:pos x="0" y="52"/>
                </a:cxn>
                <a:cxn ang="0">
                  <a:pos x="0" y="105"/>
                </a:cxn>
                <a:cxn ang="0">
                  <a:pos x="53" y="105"/>
                </a:cxn>
                <a:cxn ang="0">
                  <a:pos x="53" y="158"/>
                </a:cxn>
                <a:cxn ang="0">
                  <a:pos x="53" y="158"/>
                </a:cxn>
                <a:cxn ang="0">
                  <a:pos x="53" y="158"/>
                </a:cxn>
              </a:cxnLst>
              <a:rect l="0" t="0" r="r" b="b"/>
              <a:pathLst>
                <a:path w="158" h="158">
                  <a:moveTo>
                    <a:pt x="53" y="158"/>
                  </a:moveTo>
                  <a:lnTo>
                    <a:pt x="106" y="158"/>
                  </a:lnTo>
                  <a:lnTo>
                    <a:pt x="106" y="105"/>
                  </a:lnTo>
                  <a:lnTo>
                    <a:pt x="158" y="105"/>
                  </a:lnTo>
                  <a:lnTo>
                    <a:pt x="158" y="52"/>
                  </a:lnTo>
                  <a:lnTo>
                    <a:pt x="106" y="52"/>
                  </a:lnTo>
                  <a:lnTo>
                    <a:pt x="106" y="0"/>
                  </a:lnTo>
                  <a:lnTo>
                    <a:pt x="53" y="0"/>
                  </a:lnTo>
                  <a:lnTo>
                    <a:pt x="53" y="52"/>
                  </a:lnTo>
                  <a:lnTo>
                    <a:pt x="0" y="52"/>
                  </a:lnTo>
                  <a:lnTo>
                    <a:pt x="0" y="105"/>
                  </a:lnTo>
                  <a:lnTo>
                    <a:pt x="53" y="105"/>
                  </a:lnTo>
                  <a:lnTo>
                    <a:pt x="53" y="158"/>
                  </a:lnTo>
                  <a:moveTo>
                    <a:pt x="53" y="158"/>
                  </a:moveTo>
                  <a:lnTo>
                    <a:pt x="53" y="15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7" name="Freeform 20">
              <a:extLst>
                <a:ext uri="{FF2B5EF4-FFF2-40B4-BE49-F238E27FC236}">
                  <a16:creationId xmlns:a16="http://schemas.microsoft.com/office/drawing/2014/main" id="{6BF03864-5BFD-C849-BD86-E1F9AFB26F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31913" y="2138363"/>
              <a:ext cx="295275" cy="669925"/>
            </a:xfrm>
            <a:custGeom>
              <a:avLst/>
              <a:gdLst/>
              <a:ahLst/>
              <a:cxnLst>
                <a:cxn ang="0">
                  <a:pos x="1079" y="450"/>
                </a:cxn>
                <a:cxn ang="0">
                  <a:pos x="630" y="0"/>
                </a:cxn>
                <a:cxn ang="0">
                  <a:pos x="180" y="450"/>
                </a:cxn>
                <a:cxn ang="0">
                  <a:pos x="180" y="1808"/>
                </a:cxn>
                <a:cxn ang="0">
                  <a:pos x="0" y="2247"/>
                </a:cxn>
                <a:cxn ang="0">
                  <a:pos x="630" y="2876"/>
                </a:cxn>
                <a:cxn ang="0">
                  <a:pos x="1259" y="2247"/>
                </a:cxn>
                <a:cxn ang="0">
                  <a:pos x="1079" y="1808"/>
                </a:cxn>
                <a:cxn ang="0">
                  <a:pos x="1079" y="450"/>
                </a:cxn>
                <a:cxn ang="0">
                  <a:pos x="630" y="2696"/>
                </a:cxn>
                <a:cxn ang="0">
                  <a:pos x="575" y="2691"/>
                </a:cxn>
                <a:cxn ang="0">
                  <a:pos x="180" y="2247"/>
                </a:cxn>
                <a:cxn ang="0">
                  <a:pos x="360" y="1890"/>
                </a:cxn>
                <a:cxn ang="0">
                  <a:pos x="360" y="450"/>
                </a:cxn>
                <a:cxn ang="0">
                  <a:pos x="630" y="180"/>
                </a:cxn>
                <a:cxn ang="0">
                  <a:pos x="899" y="450"/>
                </a:cxn>
                <a:cxn ang="0">
                  <a:pos x="899" y="1890"/>
                </a:cxn>
                <a:cxn ang="0">
                  <a:pos x="1079" y="2247"/>
                </a:cxn>
                <a:cxn ang="0">
                  <a:pos x="630" y="2696"/>
                </a:cxn>
                <a:cxn ang="0">
                  <a:pos x="630" y="2696"/>
                </a:cxn>
                <a:cxn ang="0">
                  <a:pos x="630" y="2696"/>
                </a:cxn>
              </a:cxnLst>
              <a:rect l="0" t="0" r="r" b="b"/>
              <a:pathLst>
                <a:path w="1259" h="2876">
                  <a:moveTo>
                    <a:pt x="1079" y="450"/>
                  </a:moveTo>
                  <a:cubicBezTo>
                    <a:pt x="1079" y="202"/>
                    <a:pt x="878" y="0"/>
                    <a:pt x="630" y="0"/>
                  </a:cubicBezTo>
                  <a:cubicBezTo>
                    <a:pt x="381" y="0"/>
                    <a:pt x="180" y="202"/>
                    <a:pt x="180" y="450"/>
                  </a:cubicBezTo>
                  <a:cubicBezTo>
                    <a:pt x="180" y="1808"/>
                    <a:pt x="180" y="1808"/>
                    <a:pt x="180" y="1808"/>
                  </a:cubicBezTo>
                  <a:cubicBezTo>
                    <a:pt x="69" y="1921"/>
                    <a:pt x="0" y="2076"/>
                    <a:pt x="0" y="2247"/>
                  </a:cubicBezTo>
                  <a:cubicBezTo>
                    <a:pt x="0" y="2595"/>
                    <a:pt x="282" y="2876"/>
                    <a:pt x="630" y="2876"/>
                  </a:cubicBezTo>
                  <a:cubicBezTo>
                    <a:pt x="977" y="2876"/>
                    <a:pt x="1259" y="2595"/>
                    <a:pt x="1259" y="2247"/>
                  </a:cubicBezTo>
                  <a:cubicBezTo>
                    <a:pt x="1259" y="2076"/>
                    <a:pt x="1190" y="1921"/>
                    <a:pt x="1079" y="1808"/>
                  </a:cubicBezTo>
                  <a:lnTo>
                    <a:pt x="1079" y="450"/>
                  </a:lnTo>
                  <a:close/>
                  <a:moveTo>
                    <a:pt x="630" y="2696"/>
                  </a:moveTo>
                  <a:cubicBezTo>
                    <a:pt x="611" y="2696"/>
                    <a:pt x="593" y="2694"/>
                    <a:pt x="575" y="2691"/>
                  </a:cubicBezTo>
                  <a:cubicBezTo>
                    <a:pt x="353" y="2664"/>
                    <a:pt x="180" y="2477"/>
                    <a:pt x="180" y="2247"/>
                  </a:cubicBezTo>
                  <a:cubicBezTo>
                    <a:pt x="180" y="2101"/>
                    <a:pt x="251" y="1972"/>
                    <a:pt x="360" y="1890"/>
                  </a:cubicBezTo>
                  <a:cubicBezTo>
                    <a:pt x="360" y="450"/>
                    <a:pt x="360" y="450"/>
                    <a:pt x="360" y="450"/>
                  </a:cubicBezTo>
                  <a:cubicBezTo>
                    <a:pt x="360" y="301"/>
                    <a:pt x="481" y="180"/>
                    <a:pt x="630" y="180"/>
                  </a:cubicBezTo>
                  <a:cubicBezTo>
                    <a:pt x="778" y="180"/>
                    <a:pt x="899" y="301"/>
                    <a:pt x="899" y="450"/>
                  </a:cubicBezTo>
                  <a:cubicBezTo>
                    <a:pt x="899" y="1890"/>
                    <a:pt x="899" y="1890"/>
                    <a:pt x="899" y="1890"/>
                  </a:cubicBezTo>
                  <a:cubicBezTo>
                    <a:pt x="1008" y="1972"/>
                    <a:pt x="1079" y="2101"/>
                    <a:pt x="1079" y="2247"/>
                  </a:cubicBezTo>
                  <a:cubicBezTo>
                    <a:pt x="1079" y="2495"/>
                    <a:pt x="878" y="2696"/>
                    <a:pt x="630" y="2696"/>
                  </a:cubicBezTo>
                  <a:close/>
                  <a:moveTo>
                    <a:pt x="630" y="2696"/>
                  </a:moveTo>
                  <a:cubicBezTo>
                    <a:pt x="630" y="2696"/>
                    <a:pt x="630" y="2696"/>
                    <a:pt x="630" y="26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8" name="Freeform 21">
              <a:extLst>
                <a:ext uri="{FF2B5EF4-FFF2-40B4-BE49-F238E27FC236}">
                  <a16:creationId xmlns:a16="http://schemas.microsoft.com/office/drawing/2014/main" id="{F3B82524-281F-8545-B8A8-A45F9CF44D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6050" y="2306638"/>
              <a:ext cx="127000" cy="417513"/>
            </a:xfrm>
            <a:custGeom>
              <a:avLst/>
              <a:gdLst/>
              <a:ahLst/>
              <a:cxnLst>
                <a:cxn ang="0">
                  <a:pos x="359" y="1275"/>
                </a:cxn>
                <a:cxn ang="0">
                  <a:pos x="359" y="0"/>
                </a:cxn>
                <a:cxn ang="0">
                  <a:pos x="180" y="0"/>
                </a:cxn>
                <a:cxn ang="0">
                  <a:pos x="180" y="1275"/>
                </a:cxn>
                <a:cxn ang="0">
                  <a:pos x="0" y="1528"/>
                </a:cxn>
                <a:cxn ang="0">
                  <a:pos x="270" y="1798"/>
                </a:cxn>
                <a:cxn ang="0">
                  <a:pos x="539" y="1528"/>
                </a:cxn>
                <a:cxn ang="0">
                  <a:pos x="359" y="1275"/>
                </a:cxn>
                <a:cxn ang="0">
                  <a:pos x="359" y="1275"/>
                </a:cxn>
                <a:cxn ang="0">
                  <a:pos x="359" y="1275"/>
                </a:cxn>
              </a:cxnLst>
              <a:rect l="0" t="0" r="r" b="b"/>
              <a:pathLst>
                <a:path w="539" h="1798">
                  <a:moveTo>
                    <a:pt x="359" y="1275"/>
                  </a:moveTo>
                  <a:cubicBezTo>
                    <a:pt x="359" y="0"/>
                    <a:pt x="359" y="0"/>
                    <a:pt x="359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1275"/>
                    <a:pt x="180" y="1275"/>
                    <a:pt x="180" y="1275"/>
                  </a:cubicBezTo>
                  <a:cubicBezTo>
                    <a:pt x="75" y="1312"/>
                    <a:pt x="0" y="1411"/>
                    <a:pt x="0" y="1528"/>
                  </a:cubicBezTo>
                  <a:cubicBezTo>
                    <a:pt x="0" y="1677"/>
                    <a:pt x="121" y="1798"/>
                    <a:pt x="270" y="1798"/>
                  </a:cubicBezTo>
                  <a:cubicBezTo>
                    <a:pt x="418" y="1798"/>
                    <a:pt x="539" y="1677"/>
                    <a:pt x="539" y="1528"/>
                  </a:cubicBezTo>
                  <a:cubicBezTo>
                    <a:pt x="539" y="1411"/>
                    <a:pt x="464" y="1312"/>
                    <a:pt x="359" y="1275"/>
                  </a:cubicBezTo>
                  <a:close/>
                  <a:moveTo>
                    <a:pt x="359" y="1275"/>
                  </a:moveTo>
                  <a:cubicBezTo>
                    <a:pt x="359" y="1275"/>
                    <a:pt x="359" y="1275"/>
                    <a:pt x="359" y="127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29" name="Freeform 22">
              <a:extLst>
                <a:ext uri="{FF2B5EF4-FFF2-40B4-BE49-F238E27FC236}">
                  <a16:creationId xmlns:a16="http://schemas.microsoft.com/office/drawing/2014/main" id="{7FFECE56-A998-8446-BF19-979367A93D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close/>
                  <a:moveTo>
                    <a:pt x="52" y="26"/>
                  </a:moveTo>
                  <a:lnTo>
                    <a:pt x="52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0" name="Freeform 23">
              <a:extLst>
                <a:ext uri="{FF2B5EF4-FFF2-40B4-BE49-F238E27FC236}">
                  <a16:creationId xmlns:a16="http://schemas.microsoft.com/office/drawing/2014/main" id="{0DC1F918-08AC-2341-A5E6-FB8C16DCE0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7188" y="2222501"/>
              <a:ext cx="125412" cy="125413"/>
            </a:xfrm>
            <a:custGeom>
              <a:avLst/>
              <a:gdLst/>
              <a:ahLst/>
              <a:cxnLst>
                <a:cxn ang="0">
                  <a:pos x="52" y="26"/>
                </a:cxn>
                <a:cxn ang="0">
                  <a:pos x="52" y="0"/>
                </a:cxn>
                <a:cxn ang="0">
                  <a:pos x="26" y="0"/>
                </a:cxn>
                <a:cxn ang="0">
                  <a:pos x="26" y="26"/>
                </a:cxn>
                <a:cxn ang="0">
                  <a:pos x="0" y="26"/>
                </a:cxn>
                <a:cxn ang="0">
                  <a:pos x="0" y="53"/>
                </a:cxn>
                <a:cxn ang="0">
                  <a:pos x="26" y="53"/>
                </a:cxn>
                <a:cxn ang="0">
                  <a:pos x="26" y="79"/>
                </a:cxn>
                <a:cxn ang="0">
                  <a:pos x="52" y="79"/>
                </a:cxn>
                <a:cxn ang="0">
                  <a:pos x="52" y="53"/>
                </a:cxn>
                <a:cxn ang="0">
                  <a:pos x="79" y="53"/>
                </a:cxn>
                <a:cxn ang="0">
                  <a:pos x="79" y="26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2" y="26"/>
                </a:cxn>
              </a:cxnLst>
              <a:rect l="0" t="0" r="r" b="b"/>
              <a:pathLst>
                <a:path w="79" h="79">
                  <a:moveTo>
                    <a:pt x="52" y="26"/>
                  </a:moveTo>
                  <a:lnTo>
                    <a:pt x="52" y="0"/>
                  </a:lnTo>
                  <a:lnTo>
                    <a:pt x="26" y="0"/>
                  </a:lnTo>
                  <a:lnTo>
                    <a:pt x="26" y="26"/>
                  </a:lnTo>
                  <a:lnTo>
                    <a:pt x="0" y="26"/>
                  </a:lnTo>
                  <a:lnTo>
                    <a:pt x="0" y="53"/>
                  </a:lnTo>
                  <a:lnTo>
                    <a:pt x="26" y="53"/>
                  </a:lnTo>
                  <a:lnTo>
                    <a:pt x="26" y="79"/>
                  </a:lnTo>
                  <a:lnTo>
                    <a:pt x="52" y="79"/>
                  </a:lnTo>
                  <a:lnTo>
                    <a:pt x="52" y="53"/>
                  </a:lnTo>
                  <a:lnTo>
                    <a:pt x="79" y="53"/>
                  </a:lnTo>
                  <a:lnTo>
                    <a:pt x="79" y="26"/>
                  </a:lnTo>
                  <a:lnTo>
                    <a:pt x="52" y="26"/>
                  </a:lnTo>
                  <a:moveTo>
                    <a:pt x="52" y="26"/>
                  </a:moveTo>
                  <a:lnTo>
                    <a:pt x="52" y="2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131" name="Freeform 35">
            <a:extLst>
              <a:ext uri="{FF2B5EF4-FFF2-40B4-BE49-F238E27FC236}">
                <a16:creationId xmlns:a16="http://schemas.microsoft.com/office/drawing/2014/main" id="{3D988D30-A1D6-324F-A86F-7E7D89C8760A}"/>
              </a:ext>
            </a:extLst>
          </p:cNvPr>
          <p:cNvSpPr>
            <a:spLocks noEditPoints="1"/>
          </p:cNvSpPr>
          <p:nvPr/>
        </p:nvSpPr>
        <p:spPr bwMode="auto">
          <a:xfrm>
            <a:off x="5452644" y="1111773"/>
            <a:ext cx="558746" cy="670906"/>
          </a:xfrm>
          <a:custGeom>
            <a:avLst/>
            <a:gdLst/>
            <a:ahLst/>
            <a:cxnLst>
              <a:cxn ang="0">
                <a:pos x="37" y="23"/>
              </a:cxn>
              <a:cxn ang="0">
                <a:pos x="37" y="3"/>
              </a:cxn>
              <a:cxn ang="0">
                <a:pos x="40" y="3"/>
              </a:cxn>
              <a:cxn ang="0">
                <a:pos x="40" y="0"/>
              </a:cxn>
              <a:cxn ang="0">
                <a:pos x="17" y="0"/>
              </a:cxn>
              <a:cxn ang="0">
                <a:pos x="17" y="3"/>
              </a:cxn>
              <a:cxn ang="0">
                <a:pos x="20" y="3"/>
              </a:cxn>
              <a:cxn ang="0">
                <a:pos x="20" y="23"/>
              </a:cxn>
              <a:cxn ang="0">
                <a:pos x="0" y="60"/>
              </a:cxn>
              <a:cxn ang="0">
                <a:pos x="9" y="69"/>
              </a:cxn>
              <a:cxn ang="0">
                <a:pos x="49" y="69"/>
              </a:cxn>
              <a:cxn ang="0">
                <a:pos x="57" y="60"/>
              </a:cxn>
              <a:cxn ang="0">
                <a:pos x="37" y="23"/>
              </a:cxn>
              <a:cxn ang="0">
                <a:pos x="49" y="66"/>
              </a:cxn>
              <a:cxn ang="0">
                <a:pos x="9" y="66"/>
              </a:cxn>
              <a:cxn ang="0">
                <a:pos x="3" y="60"/>
              </a:cxn>
              <a:cxn ang="0">
                <a:pos x="22" y="24"/>
              </a:cxn>
              <a:cxn ang="0">
                <a:pos x="23" y="24"/>
              </a:cxn>
              <a:cxn ang="0">
                <a:pos x="23" y="3"/>
              </a:cxn>
              <a:cxn ang="0">
                <a:pos x="34" y="3"/>
              </a:cxn>
              <a:cxn ang="0">
                <a:pos x="34" y="24"/>
              </a:cxn>
              <a:cxn ang="0">
                <a:pos x="35" y="24"/>
              </a:cxn>
              <a:cxn ang="0">
                <a:pos x="54" y="60"/>
              </a:cxn>
              <a:cxn ang="0">
                <a:pos x="49" y="66"/>
              </a:cxn>
              <a:cxn ang="0">
                <a:pos x="20" y="55"/>
              </a:cxn>
              <a:cxn ang="0">
                <a:pos x="17" y="58"/>
              </a:cxn>
              <a:cxn ang="0">
                <a:pos x="14" y="55"/>
              </a:cxn>
              <a:cxn ang="0">
                <a:pos x="17" y="52"/>
              </a:cxn>
              <a:cxn ang="0">
                <a:pos x="20" y="55"/>
              </a:cxn>
              <a:cxn ang="0">
                <a:pos x="37" y="59"/>
              </a:cxn>
              <a:cxn ang="0">
                <a:pos x="33" y="63"/>
              </a:cxn>
              <a:cxn ang="0">
                <a:pos x="29" y="59"/>
              </a:cxn>
              <a:cxn ang="0">
                <a:pos x="33" y="55"/>
              </a:cxn>
              <a:cxn ang="0">
                <a:pos x="37" y="59"/>
              </a:cxn>
              <a:cxn ang="0">
                <a:pos x="30" y="54"/>
              </a:cxn>
              <a:cxn ang="0">
                <a:pos x="27" y="57"/>
              </a:cxn>
              <a:cxn ang="0">
                <a:pos x="23" y="54"/>
              </a:cxn>
              <a:cxn ang="0">
                <a:pos x="27" y="50"/>
              </a:cxn>
              <a:cxn ang="0">
                <a:pos x="30" y="54"/>
              </a:cxn>
              <a:cxn ang="0">
                <a:pos x="26" y="49"/>
              </a:cxn>
              <a:cxn ang="0">
                <a:pos x="21" y="44"/>
              </a:cxn>
              <a:cxn ang="0">
                <a:pos x="26" y="39"/>
              </a:cxn>
              <a:cxn ang="0">
                <a:pos x="31" y="44"/>
              </a:cxn>
              <a:cxn ang="0">
                <a:pos x="26" y="49"/>
              </a:cxn>
              <a:cxn ang="0">
                <a:pos x="34" y="44"/>
              </a:cxn>
              <a:cxn ang="0">
                <a:pos x="37" y="41"/>
              </a:cxn>
              <a:cxn ang="0">
                <a:pos x="40" y="44"/>
              </a:cxn>
              <a:cxn ang="0">
                <a:pos x="37" y="47"/>
              </a:cxn>
              <a:cxn ang="0">
                <a:pos x="34" y="44"/>
              </a:cxn>
              <a:cxn ang="0">
                <a:pos x="37" y="51"/>
              </a:cxn>
              <a:cxn ang="0">
                <a:pos x="35" y="53"/>
              </a:cxn>
              <a:cxn ang="0">
                <a:pos x="33" y="51"/>
              </a:cxn>
              <a:cxn ang="0">
                <a:pos x="35" y="49"/>
              </a:cxn>
              <a:cxn ang="0">
                <a:pos x="37" y="51"/>
              </a:cxn>
              <a:cxn ang="0">
                <a:pos x="37" y="51"/>
              </a:cxn>
              <a:cxn ang="0">
                <a:pos x="37" y="51"/>
              </a:cxn>
            </a:cxnLst>
            <a:rect l="0" t="0" r="r" b="b"/>
            <a:pathLst>
              <a:path w="57" h="69">
                <a:moveTo>
                  <a:pt x="37" y="23"/>
                </a:moveTo>
                <a:cubicBezTo>
                  <a:pt x="37" y="3"/>
                  <a:pt x="37" y="3"/>
                  <a:pt x="37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0"/>
                  <a:pt x="40" y="0"/>
                  <a:pt x="4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0" y="51"/>
                  <a:pt x="0" y="60"/>
                </a:cubicBezTo>
                <a:cubicBezTo>
                  <a:pt x="0" y="69"/>
                  <a:pt x="9" y="69"/>
                  <a:pt x="9" y="69"/>
                </a:cubicBezTo>
                <a:cubicBezTo>
                  <a:pt x="49" y="69"/>
                  <a:pt x="49" y="69"/>
                  <a:pt x="49" y="69"/>
                </a:cubicBezTo>
                <a:cubicBezTo>
                  <a:pt x="49" y="69"/>
                  <a:pt x="57" y="69"/>
                  <a:pt x="57" y="60"/>
                </a:cubicBezTo>
                <a:cubicBezTo>
                  <a:pt x="57" y="51"/>
                  <a:pt x="37" y="23"/>
                  <a:pt x="37" y="23"/>
                </a:cubicBezTo>
                <a:close/>
                <a:moveTo>
                  <a:pt x="49" y="66"/>
                </a:moveTo>
                <a:cubicBezTo>
                  <a:pt x="9" y="66"/>
                  <a:pt x="9" y="66"/>
                  <a:pt x="9" y="66"/>
                </a:cubicBezTo>
                <a:cubicBezTo>
                  <a:pt x="8" y="66"/>
                  <a:pt x="3" y="65"/>
                  <a:pt x="3" y="60"/>
                </a:cubicBezTo>
                <a:cubicBezTo>
                  <a:pt x="3" y="54"/>
                  <a:pt x="15" y="35"/>
                  <a:pt x="22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3"/>
                  <a:pt x="23" y="3"/>
                  <a:pt x="23" y="3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24"/>
                  <a:pt x="34" y="24"/>
                  <a:pt x="34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42" y="35"/>
                  <a:pt x="54" y="54"/>
                  <a:pt x="54" y="60"/>
                </a:cubicBezTo>
                <a:cubicBezTo>
                  <a:pt x="54" y="65"/>
                  <a:pt x="50" y="66"/>
                  <a:pt x="49" y="66"/>
                </a:cubicBezTo>
                <a:close/>
                <a:moveTo>
                  <a:pt x="20" y="55"/>
                </a:moveTo>
                <a:cubicBezTo>
                  <a:pt x="20" y="56"/>
                  <a:pt x="19" y="58"/>
                  <a:pt x="17" y="58"/>
                </a:cubicBezTo>
                <a:cubicBezTo>
                  <a:pt x="16" y="58"/>
                  <a:pt x="14" y="56"/>
                  <a:pt x="14" y="55"/>
                </a:cubicBezTo>
                <a:cubicBezTo>
                  <a:pt x="14" y="53"/>
                  <a:pt x="16" y="52"/>
                  <a:pt x="17" y="52"/>
                </a:cubicBezTo>
                <a:cubicBezTo>
                  <a:pt x="19" y="52"/>
                  <a:pt x="20" y="53"/>
                  <a:pt x="20" y="55"/>
                </a:cubicBezTo>
                <a:close/>
                <a:moveTo>
                  <a:pt x="37" y="59"/>
                </a:moveTo>
                <a:cubicBezTo>
                  <a:pt x="37" y="61"/>
                  <a:pt x="35" y="63"/>
                  <a:pt x="33" y="63"/>
                </a:cubicBezTo>
                <a:cubicBezTo>
                  <a:pt x="31" y="63"/>
                  <a:pt x="29" y="61"/>
                  <a:pt x="29" y="59"/>
                </a:cubicBezTo>
                <a:cubicBezTo>
                  <a:pt x="29" y="57"/>
                  <a:pt x="31" y="55"/>
                  <a:pt x="33" y="55"/>
                </a:cubicBezTo>
                <a:cubicBezTo>
                  <a:pt x="35" y="55"/>
                  <a:pt x="37" y="57"/>
                  <a:pt x="37" y="59"/>
                </a:cubicBezTo>
                <a:close/>
                <a:moveTo>
                  <a:pt x="30" y="54"/>
                </a:moveTo>
                <a:cubicBezTo>
                  <a:pt x="30" y="56"/>
                  <a:pt x="29" y="57"/>
                  <a:pt x="27" y="57"/>
                </a:cubicBezTo>
                <a:cubicBezTo>
                  <a:pt x="25" y="57"/>
                  <a:pt x="23" y="56"/>
                  <a:pt x="23" y="54"/>
                </a:cubicBezTo>
                <a:cubicBezTo>
                  <a:pt x="23" y="52"/>
                  <a:pt x="25" y="50"/>
                  <a:pt x="27" y="50"/>
                </a:cubicBezTo>
                <a:cubicBezTo>
                  <a:pt x="29" y="50"/>
                  <a:pt x="30" y="52"/>
                  <a:pt x="30" y="54"/>
                </a:cubicBezTo>
                <a:close/>
                <a:moveTo>
                  <a:pt x="26" y="49"/>
                </a:moveTo>
                <a:cubicBezTo>
                  <a:pt x="23" y="49"/>
                  <a:pt x="21" y="47"/>
                  <a:pt x="21" y="44"/>
                </a:cubicBezTo>
                <a:cubicBezTo>
                  <a:pt x="21" y="41"/>
                  <a:pt x="23" y="39"/>
                  <a:pt x="26" y="39"/>
                </a:cubicBezTo>
                <a:cubicBezTo>
                  <a:pt x="29" y="39"/>
                  <a:pt x="31" y="41"/>
                  <a:pt x="31" y="44"/>
                </a:cubicBezTo>
                <a:cubicBezTo>
                  <a:pt x="31" y="47"/>
                  <a:pt x="29" y="49"/>
                  <a:pt x="26" y="49"/>
                </a:cubicBezTo>
                <a:close/>
                <a:moveTo>
                  <a:pt x="34" y="44"/>
                </a:moveTo>
                <a:cubicBezTo>
                  <a:pt x="34" y="43"/>
                  <a:pt x="35" y="41"/>
                  <a:pt x="37" y="41"/>
                </a:cubicBezTo>
                <a:cubicBezTo>
                  <a:pt x="38" y="41"/>
                  <a:pt x="40" y="43"/>
                  <a:pt x="40" y="44"/>
                </a:cubicBezTo>
                <a:cubicBezTo>
                  <a:pt x="40" y="46"/>
                  <a:pt x="38" y="47"/>
                  <a:pt x="37" y="47"/>
                </a:cubicBezTo>
                <a:cubicBezTo>
                  <a:pt x="35" y="47"/>
                  <a:pt x="34" y="46"/>
                  <a:pt x="34" y="44"/>
                </a:cubicBezTo>
                <a:close/>
                <a:moveTo>
                  <a:pt x="37" y="51"/>
                </a:moveTo>
                <a:cubicBezTo>
                  <a:pt x="37" y="52"/>
                  <a:pt x="36" y="53"/>
                  <a:pt x="35" y="53"/>
                </a:cubicBezTo>
                <a:cubicBezTo>
                  <a:pt x="34" y="53"/>
                  <a:pt x="33" y="52"/>
                  <a:pt x="33" y="51"/>
                </a:cubicBezTo>
                <a:cubicBezTo>
                  <a:pt x="33" y="50"/>
                  <a:pt x="34" y="49"/>
                  <a:pt x="35" y="49"/>
                </a:cubicBezTo>
                <a:cubicBezTo>
                  <a:pt x="36" y="49"/>
                  <a:pt x="37" y="50"/>
                  <a:pt x="37" y="51"/>
                </a:cubicBezTo>
                <a:close/>
                <a:moveTo>
                  <a:pt x="37" y="51"/>
                </a:moveTo>
                <a:cubicBezTo>
                  <a:pt x="37" y="51"/>
                  <a:pt x="37" y="51"/>
                  <a:pt x="37" y="51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32" name="Freeform 27">
            <a:extLst>
              <a:ext uri="{FF2B5EF4-FFF2-40B4-BE49-F238E27FC236}">
                <a16:creationId xmlns:a16="http://schemas.microsoft.com/office/drawing/2014/main" id="{F0C5B1AC-ABA9-F847-BA74-2DD4F501C70E}"/>
              </a:ext>
            </a:extLst>
          </p:cNvPr>
          <p:cNvSpPr>
            <a:spLocks noEditPoints="1"/>
          </p:cNvSpPr>
          <p:nvPr/>
        </p:nvSpPr>
        <p:spPr bwMode="auto">
          <a:xfrm>
            <a:off x="4389827" y="1215560"/>
            <a:ext cx="565009" cy="567119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0" y="26"/>
              </a:cxn>
              <a:cxn ang="0">
                <a:pos x="26" y="51"/>
              </a:cxn>
              <a:cxn ang="0">
                <a:pos x="51" y="26"/>
              </a:cxn>
              <a:cxn ang="0">
                <a:pos x="26" y="0"/>
              </a:cxn>
              <a:cxn ang="0">
                <a:pos x="26" y="6"/>
              </a:cxn>
              <a:cxn ang="0">
                <a:pos x="37" y="10"/>
              </a:cxn>
              <a:cxn ang="0">
                <a:pos x="31" y="18"/>
              </a:cxn>
              <a:cxn ang="0">
                <a:pos x="26" y="16"/>
              </a:cxn>
              <a:cxn ang="0">
                <a:pos x="20" y="18"/>
              </a:cxn>
              <a:cxn ang="0">
                <a:pos x="15" y="10"/>
              </a:cxn>
              <a:cxn ang="0">
                <a:pos x="26" y="6"/>
              </a:cxn>
              <a:cxn ang="0">
                <a:pos x="14" y="42"/>
              </a:cxn>
              <a:cxn ang="0">
                <a:pos x="6" y="26"/>
              </a:cxn>
              <a:cxn ang="0">
                <a:pos x="16" y="26"/>
              </a:cxn>
              <a:cxn ang="0">
                <a:pos x="20" y="33"/>
              </a:cxn>
              <a:cxn ang="0">
                <a:pos x="14" y="42"/>
              </a:cxn>
              <a:cxn ang="0">
                <a:pos x="26" y="32"/>
              </a:cxn>
              <a:cxn ang="0">
                <a:pos x="19" y="26"/>
              </a:cxn>
              <a:cxn ang="0">
                <a:pos x="26" y="19"/>
              </a:cxn>
              <a:cxn ang="0">
                <a:pos x="32" y="26"/>
              </a:cxn>
              <a:cxn ang="0">
                <a:pos x="26" y="32"/>
              </a:cxn>
              <a:cxn ang="0">
                <a:pos x="37" y="42"/>
              </a:cxn>
              <a:cxn ang="0">
                <a:pos x="31" y="33"/>
              </a:cxn>
              <a:cxn ang="0">
                <a:pos x="35" y="26"/>
              </a:cxn>
              <a:cxn ang="0">
                <a:pos x="45" y="26"/>
              </a:cxn>
              <a:cxn ang="0">
                <a:pos x="37" y="42"/>
              </a:cxn>
              <a:cxn ang="0">
                <a:pos x="37" y="42"/>
              </a:cxn>
              <a:cxn ang="0">
                <a:pos x="37" y="42"/>
              </a:cxn>
            </a:cxnLst>
            <a:rect l="0" t="0" r="r" b="b"/>
            <a:pathLst>
              <a:path w="51" h="51">
                <a:moveTo>
                  <a:pt x="26" y="0"/>
                </a:moveTo>
                <a:cubicBezTo>
                  <a:pt x="11" y="0"/>
                  <a:pt x="0" y="11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11"/>
                  <a:pt x="40" y="0"/>
                  <a:pt x="26" y="0"/>
                </a:cubicBezTo>
                <a:close/>
                <a:moveTo>
                  <a:pt x="26" y="6"/>
                </a:moveTo>
                <a:cubicBezTo>
                  <a:pt x="30" y="6"/>
                  <a:pt x="34" y="8"/>
                  <a:pt x="37" y="10"/>
                </a:cubicBezTo>
                <a:cubicBezTo>
                  <a:pt x="31" y="18"/>
                  <a:pt x="31" y="18"/>
                  <a:pt x="31" y="18"/>
                </a:cubicBezTo>
                <a:cubicBezTo>
                  <a:pt x="30" y="17"/>
                  <a:pt x="28" y="16"/>
                  <a:pt x="26" y="16"/>
                </a:cubicBezTo>
                <a:cubicBezTo>
                  <a:pt x="24" y="16"/>
                  <a:pt x="22" y="17"/>
                  <a:pt x="20" y="18"/>
                </a:cubicBezTo>
                <a:cubicBezTo>
                  <a:pt x="15" y="10"/>
                  <a:pt x="15" y="10"/>
                  <a:pt x="15" y="10"/>
                </a:cubicBezTo>
                <a:cubicBezTo>
                  <a:pt x="18" y="8"/>
                  <a:pt x="22" y="6"/>
                  <a:pt x="26" y="6"/>
                </a:cubicBezTo>
                <a:close/>
                <a:moveTo>
                  <a:pt x="14" y="42"/>
                </a:moveTo>
                <a:cubicBezTo>
                  <a:pt x="9" y="38"/>
                  <a:pt x="6" y="32"/>
                  <a:pt x="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9"/>
                  <a:pt x="18" y="32"/>
                  <a:pt x="20" y="33"/>
                </a:cubicBezTo>
                <a:lnTo>
                  <a:pt x="14" y="42"/>
                </a:lnTo>
                <a:close/>
                <a:moveTo>
                  <a:pt x="26" y="32"/>
                </a:moveTo>
                <a:cubicBezTo>
                  <a:pt x="22" y="32"/>
                  <a:pt x="19" y="29"/>
                  <a:pt x="19" y="26"/>
                </a:cubicBezTo>
                <a:cubicBezTo>
                  <a:pt x="19" y="22"/>
                  <a:pt x="22" y="19"/>
                  <a:pt x="26" y="19"/>
                </a:cubicBezTo>
                <a:cubicBezTo>
                  <a:pt x="29" y="19"/>
                  <a:pt x="32" y="22"/>
                  <a:pt x="32" y="26"/>
                </a:cubicBezTo>
                <a:cubicBezTo>
                  <a:pt x="32" y="29"/>
                  <a:pt x="29" y="32"/>
                  <a:pt x="26" y="32"/>
                </a:cubicBezTo>
                <a:close/>
                <a:moveTo>
                  <a:pt x="37" y="42"/>
                </a:moveTo>
                <a:cubicBezTo>
                  <a:pt x="31" y="33"/>
                  <a:pt x="31" y="33"/>
                  <a:pt x="31" y="33"/>
                </a:cubicBezTo>
                <a:cubicBezTo>
                  <a:pt x="34" y="32"/>
                  <a:pt x="35" y="29"/>
                  <a:pt x="3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32"/>
                  <a:pt x="42" y="38"/>
                  <a:pt x="37" y="42"/>
                </a:cubicBezTo>
                <a:close/>
                <a:moveTo>
                  <a:pt x="37" y="42"/>
                </a:moveTo>
                <a:cubicBezTo>
                  <a:pt x="37" y="42"/>
                  <a:pt x="37" y="42"/>
                  <a:pt x="37" y="42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33" name="Group 42">
            <a:extLst>
              <a:ext uri="{FF2B5EF4-FFF2-40B4-BE49-F238E27FC236}">
                <a16:creationId xmlns:a16="http://schemas.microsoft.com/office/drawing/2014/main" id="{55B5BFF7-BFC6-F941-8001-BB6FB1F43864}"/>
              </a:ext>
            </a:extLst>
          </p:cNvPr>
          <p:cNvGrpSpPr/>
          <p:nvPr/>
        </p:nvGrpSpPr>
        <p:grpSpPr>
          <a:xfrm>
            <a:off x="7622229" y="1076867"/>
            <a:ext cx="474512" cy="705812"/>
            <a:chOff x="990600" y="1889126"/>
            <a:chExt cx="758825" cy="1128713"/>
          </a:xfrm>
          <a:solidFill>
            <a:schemeClr val="bg1"/>
          </a:solidFill>
        </p:grpSpPr>
        <p:sp>
          <p:nvSpPr>
            <p:cNvPr id="134" name="Freeform 31">
              <a:extLst>
                <a:ext uri="{FF2B5EF4-FFF2-40B4-BE49-F238E27FC236}">
                  <a16:creationId xmlns:a16="http://schemas.microsoft.com/office/drawing/2014/main" id="{AC8206FC-3074-CA4A-B40B-FE104F4B0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0600" y="1889126"/>
              <a:ext cx="758825" cy="1128713"/>
            </a:xfrm>
            <a:custGeom>
              <a:avLst/>
              <a:gdLst/>
              <a:ahLst/>
              <a:cxnLst>
                <a:cxn ang="0">
                  <a:pos x="100" y="0"/>
                </a:cxn>
                <a:cxn ang="0">
                  <a:pos x="0" y="100"/>
                </a:cxn>
                <a:cxn ang="0">
                  <a:pos x="100" y="298"/>
                </a:cxn>
                <a:cxn ang="0">
                  <a:pos x="199" y="100"/>
                </a:cxn>
                <a:cxn ang="0">
                  <a:pos x="100" y="0"/>
                </a:cxn>
                <a:cxn ang="0">
                  <a:pos x="100" y="171"/>
                </a:cxn>
                <a:cxn ang="0">
                  <a:pos x="27" y="98"/>
                </a:cxn>
                <a:cxn ang="0">
                  <a:pos x="100" y="26"/>
                </a:cxn>
                <a:cxn ang="0">
                  <a:pos x="172" y="98"/>
                </a:cxn>
                <a:cxn ang="0">
                  <a:pos x="100" y="171"/>
                </a:cxn>
                <a:cxn ang="0">
                  <a:pos x="100" y="171"/>
                </a:cxn>
                <a:cxn ang="0">
                  <a:pos x="100" y="171"/>
                </a:cxn>
              </a:cxnLst>
              <a:rect l="0" t="0" r="r" b="b"/>
              <a:pathLst>
                <a:path w="199" h="298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4"/>
                    <a:pt x="100" y="298"/>
                    <a:pt x="100" y="298"/>
                  </a:cubicBezTo>
                  <a:cubicBezTo>
                    <a:pt x="100" y="298"/>
                    <a:pt x="199" y="154"/>
                    <a:pt x="199" y="100"/>
                  </a:cubicBezTo>
                  <a:cubicBezTo>
                    <a:pt x="199" y="45"/>
                    <a:pt x="154" y="0"/>
                    <a:pt x="100" y="0"/>
                  </a:cubicBezTo>
                  <a:close/>
                  <a:moveTo>
                    <a:pt x="100" y="171"/>
                  </a:moveTo>
                  <a:cubicBezTo>
                    <a:pt x="59" y="171"/>
                    <a:pt x="27" y="138"/>
                    <a:pt x="27" y="98"/>
                  </a:cubicBezTo>
                  <a:cubicBezTo>
                    <a:pt x="27" y="58"/>
                    <a:pt x="59" y="26"/>
                    <a:pt x="100" y="26"/>
                  </a:cubicBezTo>
                  <a:cubicBezTo>
                    <a:pt x="140" y="26"/>
                    <a:pt x="172" y="58"/>
                    <a:pt x="172" y="98"/>
                  </a:cubicBezTo>
                  <a:cubicBezTo>
                    <a:pt x="172" y="138"/>
                    <a:pt x="140" y="171"/>
                    <a:pt x="100" y="171"/>
                  </a:cubicBezTo>
                  <a:close/>
                  <a:moveTo>
                    <a:pt x="100" y="171"/>
                  </a:moveTo>
                  <a:cubicBezTo>
                    <a:pt x="100" y="171"/>
                    <a:pt x="100" y="171"/>
                    <a:pt x="100" y="1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5" name="Freeform 32">
              <a:extLst>
                <a:ext uri="{FF2B5EF4-FFF2-40B4-BE49-F238E27FC236}">
                  <a16:creationId xmlns:a16="http://schemas.microsoft.com/office/drawing/2014/main" id="{F48DD096-566C-A449-AEB8-889A7E757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close/>
                  <a:moveTo>
                    <a:pt x="141" y="0"/>
                  </a:moveTo>
                  <a:lnTo>
                    <a:pt x="14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36" name="Freeform 33">
              <a:extLst>
                <a:ext uri="{FF2B5EF4-FFF2-40B4-BE49-F238E27FC236}">
                  <a16:creationId xmlns:a16="http://schemas.microsoft.com/office/drawing/2014/main" id="{5DC26B33-4F7B-A34B-B381-BD0C825708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2850" y="2105026"/>
              <a:ext cx="315913" cy="309563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57" y="0"/>
                </a:cxn>
                <a:cxn ang="0">
                  <a:pos x="57" y="57"/>
                </a:cxn>
                <a:cxn ang="0">
                  <a:pos x="0" y="57"/>
                </a:cxn>
                <a:cxn ang="0">
                  <a:pos x="0" y="140"/>
                </a:cxn>
                <a:cxn ang="0">
                  <a:pos x="57" y="140"/>
                </a:cxn>
                <a:cxn ang="0">
                  <a:pos x="57" y="195"/>
                </a:cxn>
                <a:cxn ang="0">
                  <a:pos x="141" y="195"/>
                </a:cxn>
                <a:cxn ang="0">
                  <a:pos x="141" y="140"/>
                </a:cxn>
                <a:cxn ang="0">
                  <a:pos x="199" y="140"/>
                </a:cxn>
                <a:cxn ang="0">
                  <a:pos x="199" y="57"/>
                </a:cxn>
                <a:cxn ang="0">
                  <a:pos x="141" y="57"/>
                </a:cxn>
                <a:cxn ang="0">
                  <a:pos x="141" y="0"/>
                </a:cxn>
                <a:cxn ang="0">
                  <a:pos x="141" y="0"/>
                </a:cxn>
                <a:cxn ang="0">
                  <a:pos x="141" y="0"/>
                </a:cxn>
              </a:cxnLst>
              <a:rect l="0" t="0" r="r" b="b"/>
              <a:pathLst>
                <a:path w="199" h="195">
                  <a:moveTo>
                    <a:pt x="141" y="0"/>
                  </a:moveTo>
                  <a:lnTo>
                    <a:pt x="57" y="0"/>
                  </a:lnTo>
                  <a:lnTo>
                    <a:pt x="57" y="57"/>
                  </a:lnTo>
                  <a:lnTo>
                    <a:pt x="0" y="57"/>
                  </a:lnTo>
                  <a:lnTo>
                    <a:pt x="0" y="140"/>
                  </a:lnTo>
                  <a:lnTo>
                    <a:pt x="57" y="140"/>
                  </a:lnTo>
                  <a:lnTo>
                    <a:pt x="57" y="195"/>
                  </a:lnTo>
                  <a:lnTo>
                    <a:pt x="141" y="195"/>
                  </a:lnTo>
                  <a:lnTo>
                    <a:pt x="141" y="140"/>
                  </a:lnTo>
                  <a:lnTo>
                    <a:pt x="199" y="140"/>
                  </a:lnTo>
                  <a:lnTo>
                    <a:pt x="199" y="57"/>
                  </a:lnTo>
                  <a:lnTo>
                    <a:pt x="141" y="57"/>
                  </a:lnTo>
                  <a:lnTo>
                    <a:pt x="141" y="0"/>
                  </a:lnTo>
                  <a:moveTo>
                    <a:pt x="141" y="0"/>
                  </a:moveTo>
                  <a:lnTo>
                    <a:pt x="141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B5A0617A-36A2-D14D-9DB9-E867503260B1}"/>
              </a:ext>
            </a:extLst>
          </p:cNvPr>
          <p:cNvGrpSpPr/>
          <p:nvPr/>
        </p:nvGrpSpPr>
        <p:grpSpPr>
          <a:xfrm>
            <a:off x="9962407" y="1324874"/>
            <a:ext cx="699818" cy="968739"/>
            <a:chOff x="10082408" y="1414668"/>
            <a:chExt cx="1778229" cy="2461555"/>
          </a:xfrm>
        </p:grpSpPr>
        <p:grpSp>
          <p:nvGrpSpPr>
            <p:cNvPr id="156" name="Group 14">
              <a:extLst>
                <a:ext uri="{FF2B5EF4-FFF2-40B4-BE49-F238E27FC236}">
                  <a16:creationId xmlns:a16="http://schemas.microsoft.com/office/drawing/2014/main" id="{482A711B-1F71-5E4A-B435-0B55BCEB36E5}"/>
                </a:ext>
              </a:extLst>
            </p:cNvPr>
            <p:cNvGrpSpPr/>
            <p:nvPr/>
          </p:nvGrpSpPr>
          <p:grpSpPr>
            <a:xfrm>
              <a:off x="10082408" y="1414668"/>
              <a:ext cx="1778229" cy="2461555"/>
              <a:chOff x="580606" y="1131575"/>
              <a:chExt cx="2339350" cy="3238299"/>
            </a:xfrm>
          </p:grpSpPr>
          <p:sp>
            <p:nvSpPr>
              <p:cNvPr id="157" name="Freeform 90">
                <a:extLst>
                  <a:ext uri="{FF2B5EF4-FFF2-40B4-BE49-F238E27FC236}">
                    <a16:creationId xmlns:a16="http://schemas.microsoft.com/office/drawing/2014/main" id="{3CA59CEE-2C71-4247-8D27-53FE9A2A1E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639484" y="1131575"/>
                <a:ext cx="2280472" cy="3099394"/>
              </a:xfrm>
              <a:custGeom>
                <a:avLst/>
                <a:gdLst/>
                <a:ahLst/>
                <a:cxnLst>
                  <a:cxn ang="0">
                    <a:pos x="130" y="294"/>
                  </a:cxn>
                  <a:cxn ang="0">
                    <a:pos x="109" y="255"/>
                  </a:cxn>
                  <a:cxn ang="0">
                    <a:pos x="37" y="183"/>
                  </a:cxn>
                  <a:cxn ang="0">
                    <a:pos x="1" y="138"/>
                  </a:cxn>
                  <a:cxn ang="0">
                    <a:pos x="14" y="128"/>
                  </a:cxn>
                  <a:cxn ang="0">
                    <a:pos x="38" y="134"/>
                  </a:cxn>
                  <a:cxn ang="0">
                    <a:pos x="60" y="153"/>
                  </a:cxn>
                  <a:cxn ang="0">
                    <a:pos x="79" y="174"/>
                  </a:cxn>
                  <a:cxn ang="0">
                    <a:pos x="118" y="164"/>
                  </a:cxn>
                  <a:cxn ang="0">
                    <a:pos x="66" y="114"/>
                  </a:cxn>
                  <a:cxn ang="0">
                    <a:pos x="47" y="107"/>
                  </a:cxn>
                  <a:cxn ang="0">
                    <a:pos x="10" y="92"/>
                  </a:cxn>
                  <a:cxn ang="0">
                    <a:pos x="10" y="86"/>
                  </a:cxn>
                  <a:cxn ang="0">
                    <a:pos x="10" y="85"/>
                  </a:cxn>
                  <a:cxn ang="0">
                    <a:pos x="10" y="81"/>
                  </a:cxn>
                  <a:cxn ang="0">
                    <a:pos x="18" y="80"/>
                  </a:cxn>
                  <a:cxn ang="0">
                    <a:pos x="34" y="81"/>
                  </a:cxn>
                  <a:cxn ang="0">
                    <a:pos x="79" y="87"/>
                  </a:cxn>
                  <a:cxn ang="0">
                    <a:pos x="92" y="90"/>
                  </a:cxn>
                  <a:cxn ang="0">
                    <a:pos x="77" y="81"/>
                  </a:cxn>
                  <a:cxn ang="0">
                    <a:pos x="61" y="68"/>
                  </a:cxn>
                  <a:cxn ang="0">
                    <a:pos x="50" y="65"/>
                  </a:cxn>
                  <a:cxn ang="0">
                    <a:pos x="24" y="34"/>
                  </a:cxn>
                  <a:cxn ang="0">
                    <a:pos x="25" y="32"/>
                  </a:cxn>
                  <a:cxn ang="0">
                    <a:pos x="27" y="28"/>
                  </a:cxn>
                  <a:cxn ang="0">
                    <a:pos x="83" y="49"/>
                  </a:cxn>
                  <a:cxn ang="0">
                    <a:pos x="109" y="63"/>
                  </a:cxn>
                  <a:cxn ang="0">
                    <a:pos x="109" y="63"/>
                  </a:cxn>
                  <a:cxn ang="0">
                    <a:pos x="98" y="48"/>
                  </a:cxn>
                  <a:cxn ang="0">
                    <a:pos x="71" y="21"/>
                  </a:cxn>
                  <a:cxn ang="0">
                    <a:pos x="72" y="6"/>
                  </a:cxn>
                  <a:cxn ang="0">
                    <a:pos x="79" y="3"/>
                  </a:cxn>
                  <a:cxn ang="0">
                    <a:pos x="80" y="2"/>
                  </a:cxn>
                  <a:cxn ang="0">
                    <a:pos x="83" y="1"/>
                  </a:cxn>
                  <a:cxn ang="0">
                    <a:pos x="144" y="53"/>
                  </a:cxn>
                  <a:cxn ang="0">
                    <a:pos x="149" y="59"/>
                  </a:cxn>
                  <a:cxn ang="0">
                    <a:pos x="147" y="56"/>
                  </a:cxn>
                  <a:cxn ang="0">
                    <a:pos x="139" y="24"/>
                  </a:cxn>
                  <a:cxn ang="0">
                    <a:pos x="151" y="17"/>
                  </a:cxn>
                  <a:cxn ang="0">
                    <a:pos x="154" y="18"/>
                  </a:cxn>
                  <a:cxn ang="0">
                    <a:pos x="160" y="29"/>
                  </a:cxn>
                  <a:cxn ang="0">
                    <a:pos x="163" y="37"/>
                  </a:cxn>
                  <a:cxn ang="0">
                    <a:pos x="187" y="76"/>
                  </a:cxn>
                  <a:cxn ang="0">
                    <a:pos x="197" y="108"/>
                  </a:cxn>
                  <a:cxn ang="0">
                    <a:pos x="220" y="299"/>
                  </a:cxn>
                  <a:cxn ang="0">
                    <a:pos x="132" y="299"/>
                  </a:cxn>
                </a:cxnLst>
                <a:rect l="0" t="0" r="r" b="b"/>
                <a:pathLst>
                  <a:path w="220" h="299">
                    <a:moveTo>
                      <a:pt x="132" y="299"/>
                    </a:moveTo>
                    <a:cubicBezTo>
                      <a:pt x="131" y="297"/>
                      <a:pt x="131" y="295"/>
                      <a:pt x="130" y="294"/>
                    </a:cubicBezTo>
                    <a:cubicBezTo>
                      <a:pt x="130" y="292"/>
                      <a:pt x="129" y="291"/>
                      <a:pt x="128" y="289"/>
                    </a:cubicBezTo>
                    <a:cubicBezTo>
                      <a:pt x="128" y="289"/>
                      <a:pt x="120" y="262"/>
                      <a:pt x="109" y="255"/>
                    </a:cubicBezTo>
                    <a:cubicBezTo>
                      <a:pt x="95" y="247"/>
                      <a:pt x="86" y="239"/>
                      <a:pt x="86" y="239"/>
                    </a:cubicBezTo>
                    <a:cubicBezTo>
                      <a:pt x="86" y="239"/>
                      <a:pt x="46" y="202"/>
                      <a:pt x="37" y="183"/>
                    </a:cubicBezTo>
                    <a:cubicBezTo>
                      <a:pt x="25" y="160"/>
                      <a:pt x="4" y="144"/>
                      <a:pt x="4" y="144"/>
                    </a:cubicBezTo>
                    <a:cubicBezTo>
                      <a:pt x="3" y="142"/>
                      <a:pt x="1" y="139"/>
                      <a:pt x="1" y="138"/>
                    </a:cubicBezTo>
                    <a:cubicBezTo>
                      <a:pt x="0" y="135"/>
                      <a:pt x="3" y="136"/>
                      <a:pt x="5" y="134"/>
                    </a:cubicBezTo>
                    <a:cubicBezTo>
                      <a:pt x="7" y="131"/>
                      <a:pt x="10" y="128"/>
                      <a:pt x="14" y="128"/>
                    </a:cubicBezTo>
                    <a:cubicBezTo>
                      <a:pt x="14" y="128"/>
                      <a:pt x="23" y="127"/>
                      <a:pt x="30" y="130"/>
                    </a:cubicBezTo>
                    <a:cubicBezTo>
                      <a:pt x="33" y="132"/>
                      <a:pt x="35" y="133"/>
                      <a:pt x="38" y="134"/>
                    </a:cubicBezTo>
                    <a:cubicBezTo>
                      <a:pt x="38" y="134"/>
                      <a:pt x="49" y="140"/>
                      <a:pt x="56" y="149"/>
                    </a:cubicBezTo>
                    <a:cubicBezTo>
                      <a:pt x="57" y="150"/>
                      <a:pt x="58" y="152"/>
                      <a:pt x="60" y="153"/>
                    </a:cubicBezTo>
                    <a:cubicBezTo>
                      <a:pt x="60" y="154"/>
                      <a:pt x="60" y="154"/>
                      <a:pt x="61" y="155"/>
                    </a:cubicBezTo>
                    <a:cubicBezTo>
                      <a:pt x="63" y="158"/>
                      <a:pt x="78" y="174"/>
                      <a:pt x="79" y="174"/>
                    </a:cubicBezTo>
                    <a:cubicBezTo>
                      <a:pt x="80" y="176"/>
                      <a:pt x="87" y="182"/>
                      <a:pt x="94" y="182"/>
                    </a:cubicBezTo>
                    <a:cubicBezTo>
                      <a:pt x="118" y="182"/>
                      <a:pt x="120" y="167"/>
                      <a:pt x="118" y="164"/>
                    </a:cubicBezTo>
                    <a:cubicBezTo>
                      <a:pt x="118" y="163"/>
                      <a:pt x="113" y="149"/>
                      <a:pt x="105" y="142"/>
                    </a:cubicBezTo>
                    <a:cubicBezTo>
                      <a:pt x="94" y="131"/>
                      <a:pt x="79" y="118"/>
                      <a:pt x="66" y="114"/>
                    </a:cubicBezTo>
                    <a:cubicBezTo>
                      <a:pt x="61" y="113"/>
                      <a:pt x="56" y="111"/>
                      <a:pt x="53" y="108"/>
                    </a:cubicBezTo>
                    <a:cubicBezTo>
                      <a:pt x="51" y="107"/>
                      <a:pt x="50" y="107"/>
                      <a:pt x="47" y="107"/>
                    </a:cubicBezTo>
                    <a:cubicBezTo>
                      <a:pt x="35" y="106"/>
                      <a:pt x="17" y="98"/>
                      <a:pt x="17" y="98"/>
                    </a:cubicBezTo>
                    <a:cubicBezTo>
                      <a:pt x="14" y="97"/>
                      <a:pt x="11" y="93"/>
                      <a:pt x="10" y="92"/>
                    </a:cubicBezTo>
                    <a:cubicBezTo>
                      <a:pt x="10" y="92"/>
                      <a:pt x="10" y="92"/>
                      <a:pt x="10" y="91"/>
                    </a:cubicBezTo>
                    <a:cubicBezTo>
                      <a:pt x="9" y="90"/>
                      <a:pt x="9" y="88"/>
                      <a:pt x="10" y="86"/>
                    </a:cubicBezTo>
                    <a:cubicBezTo>
                      <a:pt x="10" y="86"/>
                      <a:pt x="10" y="85"/>
                      <a:pt x="10" y="85"/>
                    </a:cubicBezTo>
                    <a:cubicBezTo>
                      <a:pt x="10" y="85"/>
                      <a:pt x="10" y="85"/>
                      <a:pt x="10" y="85"/>
                    </a:cubicBezTo>
                    <a:cubicBezTo>
                      <a:pt x="10" y="84"/>
                      <a:pt x="9" y="84"/>
                      <a:pt x="9" y="83"/>
                    </a:cubicBezTo>
                    <a:cubicBezTo>
                      <a:pt x="9" y="82"/>
                      <a:pt x="10" y="82"/>
                      <a:pt x="10" y="81"/>
                    </a:cubicBezTo>
                    <a:cubicBezTo>
                      <a:pt x="11" y="81"/>
                      <a:pt x="12" y="81"/>
                      <a:pt x="13" y="81"/>
                    </a:cubicBezTo>
                    <a:cubicBezTo>
                      <a:pt x="15" y="80"/>
                      <a:pt x="17" y="80"/>
                      <a:pt x="18" y="80"/>
                    </a:cubicBezTo>
                    <a:cubicBezTo>
                      <a:pt x="22" y="80"/>
                      <a:pt x="26" y="80"/>
                      <a:pt x="29" y="80"/>
                    </a:cubicBezTo>
                    <a:cubicBezTo>
                      <a:pt x="31" y="81"/>
                      <a:pt x="32" y="81"/>
                      <a:pt x="34" y="81"/>
                    </a:cubicBezTo>
                    <a:cubicBezTo>
                      <a:pt x="34" y="81"/>
                      <a:pt x="43" y="80"/>
                      <a:pt x="45" y="80"/>
                    </a:cubicBezTo>
                    <a:cubicBezTo>
                      <a:pt x="45" y="80"/>
                      <a:pt x="77" y="87"/>
                      <a:pt x="79" y="87"/>
                    </a:cubicBezTo>
                    <a:cubicBezTo>
                      <a:pt x="80" y="87"/>
                      <a:pt x="85" y="89"/>
                      <a:pt x="85" y="89"/>
                    </a:cubicBezTo>
                    <a:cubicBezTo>
                      <a:pt x="86" y="89"/>
                      <a:pt x="89" y="90"/>
                      <a:pt x="92" y="90"/>
                    </a:cubicBezTo>
                    <a:cubicBezTo>
                      <a:pt x="92" y="90"/>
                      <a:pt x="92" y="90"/>
                      <a:pt x="92" y="90"/>
                    </a:cubicBezTo>
                    <a:cubicBezTo>
                      <a:pt x="92" y="90"/>
                      <a:pt x="79" y="82"/>
                      <a:pt x="77" y="81"/>
                    </a:cubicBezTo>
                    <a:cubicBezTo>
                      <a:pt x="76" y="80"/>
                      <a:pt x="75" y="80"/>
                      <a:pt x="74" y="79"/>
                    </a:cubicBezTo>
                    <a:cubicBezTo>
                      <a:pt x="72" y="78"/>
                      <a:pt x="62" y="69"/>
                      <a:pt x="61" y="68"/>
                    </a:cubicBezTo>
                    <a:cubicBezTo>
                      <a:pt x="59" y="68"/>
                      <a:pt x="57" y="67"/>
                      <a:pt x="55" y="66"/>
                    </a:cubicBezTo>
                    <a:cubicBezTo>
                      <a:pt x="54" y="66"/>
                      <a:pt x="51" y="65"/>
                      <a:pt x="50" y="65"/>
                    </a:cubicBezTo>
                    <a:cubicBezTo>
                      <a:pt x="50" y="65"/>
                      <a:pt x="43" y="62"/>
                      <a:pt x="43" y="62"/>
                    </a:cubicBezTo>
                    <a:cubicBezTo>
                      <a:pt x="23" y="54"/>
                      <a:pt x="23" y="37"/>
                      <a:pt x="24" y="34"/>
                    </a:cubicBezTo>
                    <a:cubicBezTo>
                      <a:pt x="24" y="33"/>
                      <a:pt x="24" y="32"/>
                      <a:pt x="25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1"/>
                      <a:pt x="25" y="31"/>
                      <a:pt x="25" y="30"/>
                    </a:cubicBezTo>
                    <a:cubicBezTo>
                      <a:pt x="26" y="28"/>
                      <a:pt x="27" y="28"/>
                      <a:pt x="27" y="28"/>
                    </a:cubicBezTo>
                    <a:cubicBezTo>
                      <a:pt x="27" y="28"/>
                      <a:pt x="55" y="37"/>
                      <a:pt x="56" y="37"/>
                    </a:cubicBezTo>
                    <a:cubicBezTo>
                      <a:pt x="83" y="49"/>
                      <a:pt x="83" y="49"/>
                      <a:pt x="83" y="49"/>
                    </a:cubicBezTo>
                    <a:cubicBezTo>
                      <a:pt x="92" y="53"/>
                      <a:pt x="102" y="59"/>
                      <a:pt x="103" y="59"/>
                    </a:cubicBezTo>
                    <a:cubicBezTo>
                      <a:pt x="105" y="61"/>
                      <a:pt x="107" y="62"/>
                      <a:pt x="109" y="63"/>
                    </a:cubicBezTo>
                    <a:cubicBezTo>
                      <a:pt x="109" y="63"/>
                      <a:pt x="109" y="63"/>
                      <a:pt x="109" y="63"/>
                    </a:cubicBezTo>
                    <a:cubicBezTo>
                      <a:pt x="109" y="63"/>
                      <a:pt x="109" y="63"/>
                      <a:pt x="109" y="63"/>
                    </a:cubicBezTo>
                    <a:cubicBezTo>
                      <a:pt x="109" y="63"/>
                      <a:pt x="106" y="54"/>
                      <a:pt x="98" y="48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98" y="48"/>
                      <a:pt x="80" y="34"/>
                      <a:pt x="80" y="34"/>
                    </a:cubicBezTo>
                    <a:cubicBezTo>
                      <a:pt x="74" y="28"/>
                      <a:pt x="71" y="22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69" y="15"/>
                      <a:pt x="69" y="10"/>
                      <a:pt x="72" y="6"/>
                    </a:cubicBezTo>
                    <a:cubicBezTo>
                      <a:pt x="72" y="6"/>
                      <a:pt x="75" y="2"/>
                      <a:pt x="79" y="3"/>
                    </a:cubicBezTo>
                    <a:cubicBezTo>
                      <a:pt x="79" y="3"/>
                      <a:pt x="79" y="3"/>
                      <a:pt x="79" y="3"/>
                    </a:cubicBezTo>
                    <a:cubicBezTo>
                      <a:pt x="79" y="2"/>
                      <a:pt x="80" y="2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1"/>
                      <a:pt x="81" y="0"/>
                      <a:pt x="82" y="0"/>
                    </a:cubicBezTo>
                    <a:cubicBezTo>
                      <a:pt x="82" y="0"/>
                      <a:pt x="82" y="0"/>
                      <a:pt x="83" y="1"/>
                    </a:cubicBezTo>
                    <a:cubicBezTo>
                      <a:pt x="134" y="43"/>
                      <a:pt x="134" y="43"/>
                      <a:pt x="134" y="43"/>
                    </a:cubicBezTo>
                    <a:cubicBezTo>
                      <a:pt x="137" y="46"/>
                      <a:pt x="141" y="49"/>
                      <a:pt x="144" y="53"/>
                    </a:cubicBezTo>
                    <a:cubicBezTo>
                      <a:pt x="145" y="55"/>
                      <a:pt x="146" y="56"/>
                      <a:pt x="148" y="57"/>
                    </a:cubicBezTo>
                    <a:cubicBezTo>
                      <a:pt x="148" y="58"/>
                      <a:pt x="149" y="58"/>
                      <a:pt x="149" y="59"/>
                    </a:cubicBezTo>
                    <a:cubicBezTo>
                      <a:pt x="149" y="59"/>
                      <a:pt x="149" y="59"/>
                      <a:pt x="149" y="59"/>
                    </a:cubicBezTo>
                    <a:cubicBezTo>
                      <a:pt x="149" y="58"/>
                      <a:pt x="148" y="57"/>
                      <a:pt x="147" y="56"/>
                    </a:cubicBezTo>
                    <a:cubicBezTo>
                      <a:pt x="146" y="54"/>
                      <a:pt x="145" y="53"/>
                      <a:pt x="144" y="51"/>
                    </a:cubicBezTo>
                    <a:cubicBezTo>
                      <a:pt x="138" y="39"/>
                      <a:pt x="137" y="28"/>
                      <a:pt x="139" y="24"/>
                    </a:cubicBezTo>
                    <a:cubicBezTo>
                      <a:pt x="141" y="22"/>
                      <a:pt x="143" y="19"/>
                      <a:pt x="148" y="17"/>
                    </a:cubicBezTo>
                    <a:cubicBezTo>
                      <a:pt x="149" y="17"/>
                      <a:pt x="150" y="17"/>
                      <a:pt x="151" y="17"/>
                    </a:cubicBezTo>
                    <a:cubicBezTo>
                      <a:pt x="151" y="16"/>
                      <a:pt x="152" y="16"/>
                      <a:pt x="152" y="16"/>
                    </a:cubicBezTo>
                    <a:cubicBezTo>
                      <a:pt x="153" y="16"/>
                      <a:pt x="153" y="17"/>
                      <a:pt x="154" y="18"/>
                    </a:cubicBezTo>
                    <a:cubicBezTo>
                      <a:pt x="155" y="20"/>
                      <a:pt x="156" y="22"/>
                      <a:pt x="157" y="24"/>
                    </a:cubicBezTo>
                    <a:cubicBezTo>
                      <a:pt x="158" y="26"/>
                      <a:pt x="159" y="28"/>
                      <a:pt x="160" y="29"/>
                    </a:cubicBezTo>
                    <a:cubicBezTo>
                      <a:pt x="160" y="30"/>
                      <a:pt x="160" y="31"/>
                      <a:pt x="161" y="32"/>
                    </a:cubicBezTo>
                    <a:cubicBezTo>
                      <a:pt x="161" y="34"/>
                      <a:pt x="162" y="36"/>
                      <a:pt x="163" y="37"/>
                    </a:cubicBezTo>
                    <a:cubicBezTo>
                      <a:pt x="163" y="37"/>
                      <a:pt x="176" y="54"/>
                      <a:pt x="182" y="66"/>
                    </a:cubicBezTo>
                    <a:cubicBezTo>
                      <a:pt x="183" y="68"/>
                      <a:pt x="186" y="75"/>
                      <a:pt x="187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96" y="93"/>
                      <a:pt x="197" y="107"/>
                      <a:pt x="197" y="108"/>
                    </a:cubicBezTo>
                    <a:cubicBezTo>
                      <a:pt x="197" y="108"/>
                      <a:pt x="205" y="226"/>
                      <a:pt x="210" y="254"/>
                    </a:cubicBezTo>
                    <a:cubicBezTo>
                      <a:pt x="215" y="282"/>
                      <a:pt x="220" y="297"/>
                      <a:pt x="220" y="299"/>
                    </a:cubicBezTo>
                    <a:cubicBezTo>
                      <a:pt x="132" y="299"/>
                      <a:pt x="132" y="299"/>
                      <a:pt x="132" y="299"/>
                    </a:cubicBezTo>
                    <a:close/>
                    <a:moveTo>
                      <a:pt x="132" y="299"/>
                    </a:moveTo>
                    <a:cubicBezTo>
                      <a:pt x="132" y="299"/>
                      <a:pt x="132" y="299"/>
                      <a:pt x="132" y="299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defTabSz="1375467"/>
                <a:endParaRPr lang="en-US" sz="2667">
                  <a:solidFill>
                    <a:srgbClr val="262626"/>
                  </a:solidFill>
                  <a:latin typeface="Arial"/>
                </a:endParaRPr>
              </a:p>
            </p:txBody>
          </p:sp>
          <p:sp>
            <p:nvSpPr>
              <p:cNvPr id="158" name="Rounded Rectangle 10">
                <a:extLst>
                  <a:ext uri="{FF2B5EF4-FFF2-40B4-BE49-F238E27FC236}">
                    <a16:creationId xmlns:a16="http://schemas.microsoft.com/office/drawing/2014/main" id="{FDCF6CA6-147A-524B-BA84-740058EE3D05}"/>
                  </a:ext>
                </a:extLst>
              </p:cNvPr>
              <p:cNvSpPr/>
              <p:nvPr/>
            </p:nvSpPr>
            <p:spPr>
              <a:xfrm>
                <a:off x="580606" y="4081839"/>
                <a:ext cx="1152140" cy="288035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59" name="Group 13">
              <a:extLst>
                <a:ext uri="{FF2B5EF4-FFF2-40B4-BE49-F238E27FC236}">
                  <a16:creationId xmlns:a16="http://schemas.microsoft.com/office/drawing/2014/main" id="{CD8BCDCF-4B04-B944-8088-9CDB1289C639}"/>
                </a:ext>
              </a:extLst>
            </p:cNvPr>
            <p:cNvGrpSpPr/>
            <p:nvPr/>
          </p:nvGrpSpPr>
          <p:grpSpPr>
            <a:xfrm rot="1521600">
              <a:off x="11543224" y="2235636"/>
              <a:ext cx="236865" cy="236865"/>
              <a:chOff x="3765502" y="2110894"/>
              <a:chExt cx="403249" cy="403249"/>
            </a:xfrm>
          </p:grpSpPr>
          <p:sp>
            <p:nvSpPr>
              <p:cNvPr id="160" name="Oval 11">
                <a:extLst>
                  <a:ext uri="{FF2B5EF4-FFF2-40B4-BE49-F238E27FC236}">
                    <a16:creationId xmlns:a16="http://schemas.microsoft.com/office/drawing/2014/main" id="{5DEF65AC-40B4-7F46-AE34-603B61F00AD3}"/>
                  </a:ext>
                </a:extLst>
              </p:cNvPr>
              <p:cNvSpPr/>
              <p:nvPr/>
            </p:nvSpPr>
            <p:spPr>
              <a:xfrm>
                <a:off x="3765502" y="2110894"/>
                <a:ext cx="403249" cy="40324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1" name="Rounded Rectangle 12">
                <a:extLst>
                  <a:ext uri="{FF2B5EF4-FFF2-40B4-BE49-F238E27FC236}">
                    <a16:creationId xmlns:a16="http://schemas.microsoft.com/office/drawing/2014/main" id="{019D79E8-A813-4744-B0D4-3E34C03DA343}"/>
                  </a:ext>
                </a:extLst>
              </p:cNvPr>
              <p:cNvSpPr/>
              <p:nvPr/>
            </p:nvSpPr>
            <p:spPr>
              <a:xfrm>
                <a:off x="3938323" y="2110894"/>
                <a:ext cx="57607" cy="40324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5467"/>
                <a:endParaRPr lang="en-US" sz="2667" dirty="0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62" name="Group 21">
            <a:extLst>
              <a:ext uri="{FF2B5EF4-FFF2-40B4-BE49-F238E27FC236}">
                <a16:creationId xmlns:a16="http://schemas.microsoft.com/office/drawing/2014/main" id="{B350534D-310A-FE42-BCEF-EDABD9532872}"/>
              </a:ext>
            </a:extLst>
          </p:cNvPr>
          <p:cNvGrpSpPr/>
          <p:nvPr/>
        </p:nvGrpSpPr>
        <p:grpSpPr>
          <a:xfrm>
            <a:off x="1352239" y="2092828"/>
            <a:ext cx="637329" cy="569688"/>
            <a:chOff x="654724" y="1637314"/>
            <a:chExt cx="1229523" cy="1099028"/>
          </a:xfrm>
          <a:solidFill>
            <a:schemeClr val="bg1"/>
          </a:solidFill>
        </p:grpSpPr>
        <p:sp>
          <p:nvSpPr>
            <p:cNvPr id="163" name="Freeform 94">
              <a:extLst>
                <a:ext uri="{FF2B5EF4-FFF2-40B4-BE49-F238E27FC236}">
                  <a16:creationId xmlns:a16="http://schemas.microsoft.com/office/drawing/2014/main" id="{E446244F-B239-4347-9940-7AF853568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259" y="1825274"/>
              <a:ext cx="452541" cy="328032"/>
            </a:xfrm>
            <a:custGeom>
              <a:avLst/>
              <a:gdLst/>
              <a:ahLst/>
              <a:cxnLst>
                <a:cxn ang="0">
                  <a:pos x="241" y="389"/>
                </a:cxn>
                <a:cxn ang="0">
                  <a:pos x="410" y="422"/>
                </a:cxn>
                <a:cxn ang="0">
                  <a:pos x="517" y="385"/>
                </a:cxn>
                <a:cxn ang="0">
                  <a:pos x="626" y="183"/>
                </a:cxn>
                <a:cxn ang="0">
                  <a:pos x="473" y="18"/>
                </a:cxn>
                <a:cxn ang="0">
                  <a:pos x="305" y="99"/>
                </a:cxn>
                <a:cxn ang="0">
                  <a:pos x="286" y="112"/>
                </a:cxn>
                <a:cxn ang="0">
                  <a:pos x="265" y="102"/>
                </a:cxn>
                <a:cxn ang="0">
                  <a:pos x="115" y="81"/>
                </a:cxn>
                <a:cxn ang="0">
                  <a:pos x="0" y="197"/>
                </a:cxn>
                <a:cxn ang="0">
                  <a:pos x="15" y="207"/>
                </a:cxn>
                <a:cxn ang="0">
                  <a:pos x="144" y="456"/>
                </a:cxn>
                <a:cxn ang="0">
                  <a:pos x="241" y="389"/>
                </a:cxn>
              </a:cxnLst>
              <a:rect l="0" t="0" r="r" b="b"/>
              <a:pathLst>
                <a:path w="630" h="456">
                  <a:moveTo>
                    <a:pt x="241" y="389"/>
                  </a:moveTo>
                  <a:cubicBezTo>
                    <a:pt x="322" y="372"/>
                    <a:pt x="383" y="404"/>
                    <a:pt x="410" y="422"/>
                  </a:cubicBezTo>
                  <a:cubicBezTo>
                    <a:pt x="430" y="411"/>
                    <a:pt x="469" y="392"/>
                    <a:pt x="517" y="385"/>
                  </a:cubicBezTo>
                  <a:cubicBezTo>
                    <a:pt x="518" y="326"/>
                    <a:pt x="543" y="229"/>
                    <a:pt x="626" y="183"/>
                  </a:cubicBezTo>
                  <a:cubicBezTo>
                    <a:pt x="630" y="140"/>
                    <a:pt x="596" y="38"/>
                    <a:pt x="473" y="18"/>
                  </a:cubicBezTo>
                  <a:cubicBezTo>
                    <a:pt x="360" y="0"/>
                    <a:pt x="308" y="95"/>
                    <a:pt x="305" y="99"/>
                  </a:cubicBezTo>
                  <a:cubicBezTo>
                    <a:pt x="302" y="106"/>
                    <a:pt x="294" y="111"/>
                    <a:pt x="286" y="112"/>
                  </a:cubicBezTo>
                  <a:cubicBezTo>
                    <a:pt x="278" y="112"/>
                    <a:pt x="270" y="109"/>
                    <a:pt x="265" y="102"/>
                  </a:cubicBezTo>
                  <a:cubicBezTo>
                    <a:pt x="263" y="100"/>
                    <a:pt x="226" y="54"/>
                    <a:pt x="115" y="81"/>
                  </a:cubicBezTo>
                  <a:cubicBezTo>
                    <a:pt x="23" y="102"/>
                    <a:pt x="4" y="172"/>
                    <a:pt x="0" y="197"/>
                  </a:cubicBezTo>
                  <a:cubicBezTo>
                    <a:pt x="5" y="200"/>
                    <a:pt x="10" y="203"/>
                    <a:pt x="15" y="207"/>
                  </a:cubicBezTo>
                  <a:cubicBezTo>
                    <a:pt x="108" y="274"/>
                    <a:pt x="136" y="382"/>
                    <a:pt x="144" y="456"/>
                  </a:cubicBezTo>
                  <a:cubicBezTo>
                    <a:pt x="163" y="426"/>
                    <a:pt x="194" y="398"/>
                    <a:pt x="241" y="38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377790"/>
                </a:solidFill>
                <a:latin typeface="Arial"/>
              </a:endParaRPr>
            </a:p>
          </p:txBody>
        </p:sp>
        <p:sp>
          <p:nvSpPr>
            <p:cNvPr id="164" name="Freeform 95">
              <a:extLst>
                <a:ext uri="{FF2B5EF4-FFF2-40B4-BE49-F238E27FC236}">
                  <a16:creationId xmlns:a16="http://schemas.microsoft.com/office/drawing/2014/main" id="{884DF635-99F5-914D-9319-0A1C203B9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24" y="1637314"/>
              <a:ext cx="1229523" cy="1099028"/>
            </a:xfrm>
            <a:custGeom>
              <a:avLst/>
              <a:gdLst/>
              <a:ahLst/>
              <a:cxnLst>
                <a:cxn ang="0">
                  <a:pos x="1586" y="533"/>
                </a:cxn>
                <a:cxn ang="0">
                  <a:pos x="1180" y="215"/>
                </a:cxn>
                <a:cxn ang="0">
                  <a:pos x="327" y="309"/>
                </a:cxn>
                <a:cxn ang="0">
                  <a:pos x="446" y="934"/>
                </a:cxn>
                <a:cxn ang="0">
                  <a:pos x="498" y="508"/>
                </a:cxn>
                <a:cxn ang="0">
                  <a:pos x="264" y="643"/>
                </a:cxn>
                <a:cxn ang="0">
                  <a:pos x="415" y="697"/>
                </a:cxn>
                <a:cxn ang="0">
                  <a:pos x="434" y="741"/>
                </a:cxn>
                <a:cxn ang="0">
                  <a:pos x="219" y="660"/>
                </a:cxn>
                <a:cxn ang="0">
                  <a:pos x="466" y="438"/>
                </a:cxn>
                <a:cxn ang="0">
                  <a:pos x="790" y="314"/>
                </a:cxn>
                <a:cxn ang="0">
                  <a:pos x="1145" y="323"/>
                </a:cxn>
                <a:cxn ang="0">
                  <a:pos x="1449" y="496"/>
                </a:cxn>
                <a:cxn ang="0">
                  <a:pos x="1556" y="882"/>
                </a:cxn>
                <a:cxn ang="0">
                  <a:pos x="1272" y="974"/>
                </a:cxn>
                <a:cxn ang="0">
                  <a:pos x="807" y="1047"/>
                </a:cxn>
                <a:cxn ang="0">
                  <a:pos x="717" y="974"/>
                </a:cxn>
                <a:cxn ang="0">
                  <a:pos x="760" y="954"/>
                </a:cxn>
                <a:cxn ang="0">
                  <a:pos x="942" y="931"/>
                </a:cxn>
                <a:cxn ang="0">
                  <a:pos x="1454" y="953"/>
                </a:cxn>
                <a:cxn ang="0">
                  <a:pos x="1460" y="727"/>
                </a:cxn>
                <a:cxn ang="0">
                  <a:pos x="1415" y="530"/>
                </a:cxn>
                <a:cxn ang="0">
                  <a:pos x="1076" y="644"/>
                </a:cxn>
                <a:cxn ang="0">
                  <a:pos x="1264" y="785"/>
                </a:cxn>
                <a:cxn ang="0">
                  <a:pos x="934" y="733"/>
                </a:cxn>
                <a:cxn ang="0">
                  <a:pos x="762" y="698"/>
                </a:cxn>
                <a:cxn ang="0">
                  <a:pos x="649" y="831"/>
                </a:cxn>
                <a:cxn ang="0">
                  <a:pos x="467" y="1053"/>
                </a:cxn>
                <a:cxn ang="0">
                  <a:pos x="817" y="1278"/>
                </a:cxn>
                <a:cxn ang="0">
                  <a:pos x="1161" y="1148"/>
                </a:cxn>
                <a:cxn ang="0">
                  <a:pos x="1107" y="1079"/>
                </a:cxn>
                <a:cxn ang="0">
                  <a:pos x="1206" y="1132"/>
                </a:cxn>
                <a:cxn ang="0">
                  <a:pos x="1176" y="1277"/>
                </a:cxn>
                <a:cxn ang="0">
                  <a:pos x="837" y="1335"/>
                </a:cxn>
                <a:cxn ang="0">
                  <a:pos x="1340" y="1413"/>
                </a:cxn>
                <a:cxn ang="0">
                  <a:pos x="1704" y="806"/>
                </a:cxn>
              </a:cxnLst>
              <a:rect l="0" t="0" r="r" b="b"/>
              <a:pathLst>
                <a:path w="1711" h="1531">
                  <a:moveTo>
                    <a:pt x="1704" y="806"/>
                  </a:moveTo>
                  <a:cubicBezTo>
                    <a:pt x="1698" y="609"/>
                    <a:pt x="1586" y="533"/>
                    <a:pt x="1586" y="533"/>
                  </a:cubicBezTo>
                  <a:cubicBezTo>
                    <a:pt x="1586" y="533"/>
                    <a:pt x="1573" y="438"/>
                    <a:pt x="1486" y="336"/>
                  </a:cubicBezTo>
                  <a:cubicBezTo>
                    <a:pt x="1352" y="188"/>
                    <a:pt x="1180" y="215"/>
                    <a:pt x="1180" y="215"/>
                  </a:cubicBezTo>
                  <a:cubicBezTo>
                    <a:pt x="959" y="0"/>
                    <a:pt x="732" y="165"/>
                    <a:pt x="732" y="165"/>
                  </a:cubicBezTo>
                  <a:cubicBezTo>
                    <a:pt x="417" y="62"/>
                    <a:pt x="327" y="309"/>
                    <a:pt x="327" y="309"/>
                  </a:cubicBezTo>
                  <a:cubicBezTo>
                    <a:pt x="147" y="328"/>
                    <a:pt x="0" y="540"/>
                    <a:pt x="132" y="766"/>
                  </a:cubicBezTo>
                  <a:cubicBezTo>
                    <a:pt x="233" y="940"/>
                    <a:pt x="382" y="942"/>
                    <a:pt x="446" y="934"/>
                  </a:cubicBezTo>
                  <a:cubicBezTo>
                    <a:pt x="466" y="879"/>
                    <a:pt x="511" y="818"/>
                    <a:pt x="608" y="791"/>
                  </a:cubicBezTo>
                  <a:cubicBezTo>
                    <a:pt x="609" y="782"/>
                    <a:pt x="621" y="597"/>
                    <a:pt x="498" y="508"/>
                  </a:cubicBezTo>
                  <a:cubicBezTo>
                    <a:pt x="424" y="455"/>
                    <a:pt x="342" y="468"/>
                    <a:pt x="297" y="503"/>
                  </a:cubicBezTo>
                  <a:cubicBezTo>
                    <a:pt x="254" y="536"/>
                    <a:pt x="242" y="587"/>
                    <a:pt x="264" y="643"/>
                  </a:cubicBezTo>
                  <a:cubicBezTo>
                    <a:pt x="275" y="671"/>
                    <a:pt x="292" y="690"/>
                    <a:pt x="316" y="700"/>
                  </a:cubicBezTo>
                  <a:cubicBezTo>
                    <a:pt x="361" y="719"/>
                    <a:pt x="415" y="697"/>
                    <a:pt x="415" y="697"/>
                  </a:cubicBezTo>
                  <a:cubicBezTo>
                    <a:pt x="427" y="692"/>
                    <a:pt x="441" y="697"/>
                    <a:pt x="447" y="710"/>
                  </a:cubicBezTo>
                  <a:cubicBezTo>
                    <a:pt x="452" y="722"/>
                    <a:pt x="446" y="736"/>
                    <a:pt x="434" y="741"/>
                  </a:cubicBezTo>
                  <a:cubicBezTo>
                    <a:pt x="431" y="742"/>
                    <a:pt x="361" y="771"/>
                    <a:pt x="297" y="744"/>
                  </a:cubicBezTo>
                  <a:cubicBezTo>
                    <a:pt x="262" y="730"/>
                    <a:pt x="235" y="701"/>
                    <a:pt x="219" y="660"/>
                  </a:cubicBezTo>
                  <a:cubicBezTo>
                    <a:pt x="189" y="584"/>
                    <a:pt x="208" y="511"/>
                    <a:pt x="268" y="465"/>
                  </a:cubicBezTo>
                  <a:cubicBezTo>
                    <a:pt x="323" y="422"/>
                    <a:pt x="398" y="413"/>
                    <a:pt x="466" y="438"/>
                  </a:cubicBezTo>
                  <a:cubicBezTo>
                    <a:pt x="478" y="387"/>
                    <a:pt x="518" y="319"/>
                    <a:pt x="614" y="296"/>
                  </a:cubicBezTo>
                  <a:cubicBezTo>
                    <a:pt x="707" y="274"/>
                    <a:pt x="762" y="295"/>
                    <a:pt x="790" y="314"/>
                  </a:cubicBezTo>
                  <a:cubicBezTo>
                    <a:pt x="824" y="270"/>
                    <a:pt x="893" y="217"/>
                    <a:pt x="992" y="233"/>
                  </a:cubicBezTo>
                  <a:cubicBezTo>
                    <a:pt x="1074" y="246"/>
                    <a:pt x="1121" y="289"/>
                    <a:pt x="1145" y="323"/>
                  </a:cubicBezTo>
                  <a:cubicBezTo>
                    <a:pt x="1168" y="355"/>
                    <a:pt x="1182" y="392"/>
                    <a:pt x="1185" y="426"/>
                  </a:cubicBezTo>
                  <a:cubicBezTo>
                    <a:pt x="1278" y="403"/>
                    <a:pt x="1386" y="432"/>
                    <a:pt x="1449" y="496"/>
                  </a:cubicBezTo>
                  <a:cubicBezTo>
                    <a:pt x="1501" y="549"/>
                    <a:pt x="1519" y="621"/>
                    <a:pt x="1500" y="699"/>
                  </a:cubicBezTo>
                  <a:cubicBezTo>
                    <a:pt x="1524" y="723"/>
                    <a:pt x="1570" y="782"/>
                    <a:pt x="1556" y="882"/>
                  </a:cubicBezTo>
                  <a:cubicBezTo>
                    <a:pt x="1549" y="935"/>
                    <a:pt x="1520" y="976"/>
                    <a:pt x="1474" y="997"/>
                  </a:cubicBezTo>
                  <a:cubicBezTo>
                    <a:pt x="1416" y="1024"/>
                    <a:pt x="1336" y="1015"/>
                    <a:pt x="1272" y="974"/>
                  </a:cubicBezTo>
                  <a:cubicBezTo>
                    <a:pt x="1180" y="916"/>
                    <a:pt x="1038" y="913"/>
                    <a:pt x="972" y="968"/>
                  </a:cubicBezTo>
                  <a:cubicBezTo>
                    <a:pt x="922" y="1010"/>
                    <a:pt x="863" y="1052"/>
                    <a:pt x="807" y="1047"/>
                  </a:cubicBezTo>
                  <a:cubicBezTo>
                    <a:pt x="803" y="1047"/>
                    <a:pt x="799" y="1046"/>
                    <a:pt x="794" y="1045"/>
                  </a:cubicBezTo>
                  <a:cubicBezTo>
                    <a:pt x="762" y="1038"/>
                    <a:pt x="735" y="1014"/>
                    <a:pt x="717" y="974"/>
                  </a:cubicBezTo>
                  <a:cubicBezTo>
                    <a:pt x="711" y="962"/>
                    <a:pt x="716" y="948"/>
                    <a:pt x="728" y="942"/>
                  </a:cubicBezTo>
                  <a:cubicBezTo>
                    <a:pt x="740" y="937"/>
                    <a:pt x="754" y="942"/>
                    <a:pt x="760" y="954"/>
                  </a:cubicBezTo>
                  <a:cubicBezTo>
                    <a:pt x="772" y="980"/>
                    <a:pt x="787" y="994"/>
                    <a:pt x="805" y="998"/>
                  </a:cubicBezTo>
                  <a:cubicBezTo>
                    <a:pt x="844" y="1007"/>
                    <a:pt x="902" y="964"/>
                    <a:pt x="942" y="931"/>
                  </a:cubicBezTo>
                  <a:cubicBezTo>
                    <a:pt x="1024" y="862"/>
                    <a:pt x="1187" y="864"/>
                    <a:pt x="1297" y="934"/>
                  </a:cubicBezTo>
                  <a:cubicBezTo>
                    <a:pt x="1348" y="966"/>
                    <a:pt x="1410" y="974"/>
                    <a:pt x="1454" y="953"/>
                  </a:cubicBezTo>
                  <a:cubicBezTo>
                    <a:pt x="1485" y="939"/>
                    <a:pt x="1504" y="912"/>
                    <a:pt x="1509" y="876"/>
                  </a:cubicBezTo>
                  <a:cubicBezTo>
                    <a:pt x="1523" y="774"/>
                    <a:pt x="1460" y="728"/>
                    <a:pt x="1460" y="727"/>
                  </a:cubicBezTo>
                  <a:cubicBezTo>
                    <a:pt x="1451" y="721"/>
                    <a:pt x="1448" y="711"/>
                    <a:pt x="1450" y="701"/>
                  </a:cubicBezTo>
                  <a:cubicBezTo>
                    <a:pt x="1470" y="633"/>
                    <a:pt x="1458" y="574"/>
                    <a:pt x="1415" y="530"/>
                  </a:cubicBezTo>
                  <a:cubicBezTo>
                    <a:pt x="1363" y="476"/>
                    <a:pt x="1272" y="453"/>
                    <a:pt x="1195" y="473"/>
                  </a:cubicBezTo>
                  <a:cubicBezTo>
                    <a:pt x="1093" y="499"/>
                    <a:pt x="1078" y="609"/>
                    <a:pt x="1076" y="644"/>
                  </a:cubicBezTo>
                  <a:cubicBezTo>
                    <a:pt x="1136" y="647"/>
                    <a:pt x="1204" y="674"/>
                    <a:pt x="1267" y="751"/>
                  </a:cubicBezTo>
                  <a:cubicBezTo>
                    <a:pt x="1275" y="762"/>
                    <a:pt x="1274" y="777"/>
                    <a:pt x="1264" y="785"/>
                  </a:cubicBezTo>
                  <a:cubicBezTo>
                    <a:pt x="1253" y="794"/>
                    <a:pt x="1238" y="792"/>
                    <a:pt x="1230" y="782"/>
                  </a:cubicBezTo>
                  <a:cubicBezTo>
                    <a:pt x="1095" y="617"/>
                    <a:pt x="941" y="728"/>
                    <a:pt x="934" y="733"/>
                  </a:cubicBezTo>
                  <a:cubicBezTo>
                    <a:pt x="925" y="740"/>
                    <a:pt x="912" y="739"/>
                    <a:pt x="904" y="732"/>
                  </a:cubicBezTo>
                  <a:cubicBezTo>
                    <a:pt x="902" y="730"/>
                    <a:pt x="845" y="681"/>
                    <a:pt x="762" y="698"/>
                  </a:cubicBezTo>
                  <a:cubicBezTo>
                    <a:pt x="683" y="714"/>
                    <a:pt x="669" y="810"/>
                    <a:pt x="669" y="811"/>
                  </a:cubicBezTo>
                  <a:cubicBezTo>
                    <a:pt x="667" y="821"/>
                    <a:pt x="659" y="829"/>
                    <a:pt x="649" y="831"/>
                  </a:cubicBezTo>
                  <a:cubicBezTo>
                    <a:pt x="466" y="864"/>
                    <a:pt x="476" y="1025"/>
                    <a:pt x="476" y="1032"/>
                  </a:cubicBezTo>
                  <a:cubicBezTo>
                    <a:pt x="477" y="1040"/>
                    <a:pt x="473" y="1048"/>
                    <a:pt x="467" y="1053"/>
                  </a:cubicBezTo>
                  <a:cubicBezTo>
                    <a:pt x="495" y="1292"/>
                    <a:pt x="815" y="1270"/>
                    <a:pt x="815" y="1270"/>
                  </a:cubicBezTo>
                  <a:cubicBezTo>
                    <a:pt x="816" y="1273"/>
                    <a:pt x="816" y="1276"/>
                    <a:pt x="817" y="1278"/>
                  </a:cubicBezTo>
                  <a:cubicBezTo>
                    <a:pt x="826" y="1282"/>
                    <a:pt x="1041" y="1363"/>
                    <a:pt x="1138" y="1248"/>
                  </a:cubicBezTo>
                  <a:cubicBezTo>
                    <a:pt x="1162" y="1208"/>
                    <a:pt x="1170" y="1174"/>
                    <a:pt x="1161" y="1148"/>
                  </a:cubicBezTo>
                  <a:cubicBezTo>
                    <a:pt x="1151" y="1120"/>
                    <a:pt x="1122" y="1110"/>
                    <a:pt x="1122" y="1110"/>
                  </a:cubicBezTo>
                  <a:cubicBezTo>
                    <a:pt x="1109" y="1106"/>
                    <a:pt x="1103" y="1092"/>
                    <a:pt x="1107" y="1079"/>
                  </a:cubicBezTo>
                  <a:cubicBezTo>
                    <a:pt x="1111" y="1067"/>
                    <a:pt x="1125" y="1060"/>
                    <a:pt x="1138" y="1064"/>
                  </a:cubicBezTo>
                  <a:cubicBezTo>
                    <a:pt x="1140" y="1065"/>
                    <a:pt x="1188" y="1082"/>
                    <a:pt x="1206" y="1132"/>
                  </a:cubicBezTo>
                  <a:cubicBezTo>
                    <a:pt x="1221" y="1172"/>
                    <a:pt x="1211" y="1220"/>
                    <a:pt x="1178" y="1274"/>
                  </a:cubicBezTo>
                  <a:cubicBezTo>
                    <a:pt x="1177" y="1275"/>
                    <a:pt x="1177" y="1276"/>
                    <a:pt x="1176" y="1277"/>
                  </a:cubicBezTo>
                  <a:cubicBezTo>
                    <a:pt x="1116" y="1350"/>
                    <a:pt x="1024" y="1363"/>
                    <a:pt x="946" y="1356"/>
                  </a:cubicBezTo>
                  <a:cubicBezTo>
                    <a:pt x="903" y="1353"/>
                    <a:pt x="864" y="1343"/>
                    <a:pt x="837" y="1335"/>
                  </a:cubicBezTo>
                  <a:cubicBezTo>
                    <a:pt x="893" y="1460"/>
                    <a:pt x="1019" y="1517"/>
                    <a:pt x="1153" y="1523"/>
                  </a:cubicBezTo>
                  <a:cubicBezTo>
                    <a:pt x="1310" y="1531"/>
                    <a:pt x="1340" y="1413"/>
                    <a:pt x="1340" y="1413"/>
                  </a:cubicBezTo>
                  <a:cubicBezTo>
                    <a:pt x="1551" y="1329"/>
                    <a:pt x="1506" y="1116"/>
                    <a:pt x="1506" y="1116"/>
                  </a:cubicBezTo>
                  <a:cubicBezTo>
                    <a:pt x="1594" y="1103"/>
                    <a:pt x="1711" y="1004"/>
                    <a:pt x="1704" y="8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377790"/>
                </a:solidFill>
                <a:latin typeface="Arial"/>
              </a:endParaRPr>
            </a:p>
          </p:txBody>
        </p:sp>
      </p:grpSp>
      <p:sp>
        <p:nvSpPr>
          <p:cNvPr id="165" name="Freeform 8">
            <a:extLst>
              <a:ext uri="{FF2B5EF4-FFF2-40B4-BE49-F238E27FC236}">
                <a16:creationId xmlns:a16="http://schemas.microsoft.com/office/drawing/2014/main" id="{1849C410-E73C-2F45-80BE-0605288AFCCE}"/>
              </a:ext>
            </a:extLst>
          </p:cNvPr>
          <p:cNvSpPr>
            <a:spLocks/>
          </p:cNvSpPr>
          <p:nvPr/>
        </p:nvSpPr>
        <p:spPr bwMode="auto">
          <a:xfrm>
            <a:off x="3321644" y="2207197"/>
            <a:ext cx="346642" cy="455319"/>
          </a:xfrm>
          <a:custGeom>
            <a:avLst/>
            <a:gdLst/>
            <a:ahLst/>
            <a:cxnLst>
              <a:cxn ang="0">
                <a:pos x="99" y="21"/>
              </a:cxn>
              <a:cxn ang="0">
                <a:pos x="94" y="6"/>
              </a:cxn>
              <a:cxn ang="0">
                <a:pos x="83" y="0"/>
              </a:cxn>
              <a:cxn ang="0">
                <a:pos x="68" y="0"/>
              </a:cxn>
              <a:cxn ang="0">
                <a:pos x="50" y="3"/>
              </a:cxn>
              <a:cxn ang="0">
                <a:pos x="32" y="0"/>
              </a:cxn>
              <a:cxn ang="0">
                <a:pos x="17" y="0"/>
              </a:cxn>
              <a:cxn ang="0">
                <a:pos x="6" y="6"/>
              </a:cxn>
              <a:cxn ang="0">
                <a:pos x="0" y="21"/>
              </a:cxn>
              <a:cxn ang="0">
                <a:pos x="7" y="57"/>
              </a:cxn>
              <a:cxn ang="0">
                <a:pos x="12" y="81"/>
              </a:cxn>
              <a:cxn ang="0">
                <a:pos x="21" y="126"/>
              </a:cxn>
              <a:cxn ang="0">
                <a:pos x="32" y="125"/>
              </a:cxn>
              <a:cxn ang="0">
                <a:pos x="50" y="64"/>
              </a:cxn>
              <a:cxn ang="0">
                <a:pos x="68" y="125"/>
              </a:cxn>
              <a:cxn ang="0">
                <a:pos x="79" y="126"/>
              </a:cxn>
              <a:cxn ang="0">
                <a:pos x="88" y="81"/>
              </a:cxn>
              <a:cxn ang="0">
                <a:pos x="93" y="57"/>
              </a:cxn>
              <a:cxn ang="0">
                <a:pos x="99" y="21"/>
              </a:cxn>
            </a:cxnLst>
            <a:rect l="0" t="0" r="r" b="b"/>
            <a:pathLst>
              <a:path w="100" h="131">
                <a:moveTo>
                  <a:pt x="99" y="21"/>
                </a:moveTo>
                <a:cubicBezTo>
                  <a:pt x="99" y="16"/>
                  <a:pt x="96" y="9"/>
                  <a:pt x="94" y="6"/>
                </a:cubicBezTo>
                <a:cubicBezTo>
                  <a:pt x="91" y="3"/>
                  <a:pt x="86" y="1"/>
                  <a:pt x="83" y="0"/>
                </a:cubicBezTo>
                <a:cubicBezTo>
                  <a:pt x="80" y="0"/>
                  <a:pt x="73" y="0"/>
                  <a:pt x="68" y="0"/>
                </a:cubicBezTo>
                <a:cubicBezTo>
                  <a:pt x="50" y="3"/>
                  <a:pt x="50" y="3"/>
                  <a:pt x="50" y="3"/>
                </a:cubicBezTo>
                <a:cubicBezTo>
                  <a:pt x="32" y="0"/>
                  <a:pt x="32" y="0"/>
                  <a:pt x="32" y="0"/>
                </a:cubicBezTo>
                <a:cubicBezTo>
                  <a:pt x="27" y="0"/>
                  <a:pt x="20" y="0"/>
                  <a:pt x="17" y="0"/>
                </a:cubicBezTo>
                <a:cubicBezTo>
                  <a:pt x="13" y="1"/>
                  <a:pt x="9" y="3"/>
                  <a:pt x="6" y="6"/>
                </a:cubicBezTo>
                <a:cubicBezTo>
                  <a:pt x="4" y="9"/>
                  <a:pt x="1" y="16"/>
                  <a:pt x="0" y="21"/>
                </a:cubicBezTo>
                <a:cubicBezTo>
                  <a:pt x="0" y="30"/>
                  <a:pt x="1" y="44"/>
                  <a:pt x="7" y="57"/>
                </a:cubicBezTo>
                <a:cubicBezTo>
                  <a:pt x="7" y="57"/>
                  <a:pt x="12" y="67"/>
                  <a:pt x="12" y="81"/>
                </a:cubicBezTo>
                <a:cubicBezTo>
                  <a:pt x="12" y="92"/>
                  <a:pt x="16" y="116"/>
                  <a:pt x="21" y="126"/>
                </a:cubicBezTo>
                <a:cubicBezTo>
                  <a:pt x="23" y="131"/>
                  <a:pt x="30" y="130"/>
                  <a:pt x="32" y="125"/>
                </a:cubicBezTo>
                <a:cubicBezTo>
                  <a:pt x="37" y="108"/>
                  <a:pt x="40" y="64"/>
                  <a:pt x="50" y="64"/>
                </a:cubicBezTo>
                <a:cubicBezTo>
                  <a:pt x="59" y="64"/>
                  <a:pt x="63" y="108"/>
                  <a:pt x="68" y="125"/>
                </a:cubicBezTo>
                <a:cubicBezTo>
                  <a:pt x="69" y="130"/>
                  <a:pt x="76" y="131"/>
                  <a:pt x="79" y="126"/>
                </a:cubicBezTo>
                <a:cubicBezTo>
                  <a:pt x="84" y="116"/>
                  <a:pt x="88" y="92"/>
                  <a:pt x="88" y="81"/>
                </a:cubicBezTo>
                <a:cubicBezTo>
                  <a:pt x="88" y="67"/>
                  <a:pt x="93" y="57"/>
                  <a:pt x="93" y="57"/>
                </a:cubicBezTo>
                <a:cubicBezTo>
                  <a:pt x="99" y="44"/>
                  <a:pt x="100" y="30"/>
                  <a:pt x="99" y="21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6" name="Freeform 7">
            <a:extLst>
              <a:ext uri="{FF2B5EF4-FFF2-40B4-BE49-F238E27FC236}">
                <a16:creationId xmlns:a16="http://schemas.microsoft.com/office/drawing/2014/main" id="{E0282890-DECF-4143-8BB3-7DE656156460}"/>
              </a:ext>
            </a:extLst>
          </p:cNvPr>
          <p:cNvSpPr>
            <a:spLocks/>
          </p:cNvSpPr>
          <p:nvPr/>
        </p:nvSpPr>
        <p:spPr bwMode="auto">
          <a:xfrm>
            <a:off x="2434505" y="2057299"/>
            <a:ext cx="442202" cy="605217"/>
          </a:xfrm>
          <a:custGeom>
            <a:avLst/>
            <a:gdLst/>
            <a:ahLst/>
            <a:cxnLst>
              <a:cxn ang="0">
                <a:pos x="119" y="32"/>
              </a:cxn>
              <a:cxn ang="0">
                <a:pos x="85" y="6"/>
              </a:cxn>
              <a:cxn ang="0">
                <a:pos x="24" y="17"/>
              </a:cxn>
              <a:cxn ang="0">
                <a:pos x="7" y="81"/>
              </a:cxn>
              <a:cxn ang="0">
                <a:pos x="10" y="83"/>
              </a:cxn>
              <a:cxn ang="0">
                <a:pos x="13" y="80"/>
              </a:cxn>
              <a:cxn ang="0">
                <a:pos x="28" y="21"/>
              </a:cxn>
              <a:cxn ang="0">
                <a:pos x="84" y="12"/>
              </a:cxn>
              <a:cxn ang="0">
                <a:pos x="113" y="35"/>
              </a:cxn>
              <a:cxn ang="0">
                <a:pos x="102" y="106"/>
              </a:cxn>
              <a:cxn ang="0">
                <a:pos x="94" y="127"/>
              </a:cxn>
              <a:cxn ang="0">
                <a:pos x="83" y="157"/>
              </a:cxn>
              <a:cxn ang="0">
                <a:pos x="54" y="168"/>
              </a:cxn>
              <a:cxn ang="0">
                <a:pos x="29" y="151"/>
              </a:cxn>
              <a:cxn ang="0">
                <a:pos x="21" y="115"/>
              </a:cxn>
              <a:cxn ang="0">
                <a:pos x="36" y="113"/>
              </a:cxn>
              <a:cxn ang="0">
                <a:pos x="40" y="123"/>
              </a:cxn>
              <a:cxn ang="0">
                <a:pos x="52" y="141"/>
              </a:cxn>
              <a:cxn ang="0">
                <a:pos x="67" y="135"/>
              </a:cxn>
              <a:cxn ang="0">
                <a:pos x="62" y="110"/>
              </a:cxn>
              <a:cxn ang="0">
                <a:pos x="74" y="77"/>
              </a:cxn>
              <a:cxn ang="0">
                <a:pos x="58" y="67"/>
              </a:cxn>
              <a:cxn ang="0">
                <a:pos x="57" y="67"/>
              </a:cxn>
              <a:cxn ang="0">
                <a:pos x="41" y="77"/>
              </a:cxn>
              <a:cxn ang="0">
                <a:pos x="40" y="47"/>
              </a:cxn>
              <a:cxn ang="0">
                <a:pos x="53" y="36"/>
              </a:cxn>
              <a:cxn ang="0">
                <a:pos x="84" y="42"/>
              </a:cxn>
              <a:cxn ang="0">
                <a:pos x="90" y="79"/>
              </a:cxn>
              <a:cxn ang="0">
                <a:pos x="92" y="83"/>
              </a:cxn>
              <a:cxn ang="0">
                <a:pos x="96" y="80"/>
              </a:cxn>
              <a:cxn ang="0">
                <a:pos x="89" y="37"/>
              </a:cxn>
              <a:cxn ang="0">
                <a:pos x="52" y="30"/>
              </a:cxn>
              <a:cxn ang="0">
                <a:pos x="34" y="45"/>
              </a:cxn>
              <a:cxn ang="0">
                <a:pos x="38" y="86"/>
              </a:cxn>
              <a:cxn ang="0">
                <a:pos x="41" y="88"/>
              </a:cxn>
              <a:cxn ang="0">
                <a:pos x="43" y="86"/>
              </a:cxn>
              <a:cxn ang="0">
                <a:pos x="58" y="73"/>
              </a:cxn>
              <a:cxn ang="0">
                <a:pos x="58" y="73"/>
              </a:cxn>
              <a:cxn ang="0">
                <a:pos x="69" y="80"/>
              </a:cxn>
              <a:cxn ang="0">
                <a:pos x="56" y="108"/>
              </a:cxn>
              <a:cxn ang="0">
                <a:pos x="55" y="112"/>
              </a:cxn>
              <a:cxn ang="0">
                <a:pos x="62" y="132"/>
              </a:cxn>
              <a:cxn ang="0">
                <a:pos x="52" y="135"/>
              </a:cxn>
              <a:cxn ang="0">
                <a:pos x="46" y="122"/>
              </a:cxn>
              <a:cxn ang="0">
                <a:pos x="38" y="107"/>
              </a:cxn>
              <a:cxn ang="0">
                <a:pos x="16" y="111"/>
              </a:cxn>
              <a:cxn ang="0">
                <a:pos x="24" y="154"/>
              </a:cxn>
              <a:cxn ang="0">
                <a:pos x="54" y="175"/>
              </a:cxn>
              <a:cxn ang="0">
                <a:pos x="57" y="175"/>
              </a:cxn>
              <a:cxn ang="0">
                <a:pos x="89" y="159"/>
              </a:cxn>
              <a:cxn ang="0">
                <a:pos x="100" y="129"/>
              </a:cxn>
              <a:cxn ang="0">
                <a:pos x="107" y="109"/>
              </a:cxn>
              <a:cxn ang="0">
                <a:pos x="119" y="32"/>
              </a:cxn>
            </a:cxnLst>
            <a:rect l="0" t="0" r="r" b="b"/>
            <a:pathLst>
              <a:path w="128" h="175">
                <a:moveTo>
                  <a:pt x="119" y="32"/>
                </a:moveTo>
                <a:cubicBezTo>
                  <a:pt x="111" y="16"/>
                  <a:pt x="97" y="8"/>
                  <a:pt x="85" y="6"/>
                </a:cubicBezTo>
                <a:cubicBezTo>
                  <a:pt x="58" y="0"/>
                  <a:pt x="37" y="4"/>
                  <a:pt x="24" y="17"/>
                </a:cubicBezTo>
                <a:cubicBezTo>
                  <a:pt x="0" y="39"/>
                  <a:pt x="6" y="79"/>
                  <a:pt x="7" y="81"/>
                </a:cubicBezTo>
                <a:cubicBezTo>
                  <a:pt x="7" y="82"/>
                  <a:pt x="8" y="83"/>
                  <a:pt x="10" y="83"/>
                </a:cubicBezTo>
                <a:cubicBezTo>
                  <a:pt x="12" y="83"/>
                  <a:pt x="13" y="81"/>
                  <a:pt x="13" y="80"/>
                </a:cubicBezTo>
                <a:cubicBezTo>
                  <a:pt x="13" y="79"/>
                  <a:pt x="7" y="41"/>
                  <a:pt x="28" y="21"/>
                </a:cubicBezTo>
                <a:cubicBezTo>
                  <a:pt x="40" y="10"/>
                  <a:pt x="59" y="6"/>
                  <a:pt x="84" y="12"/>
                </a:cubicBezTo>
                <a:cubicBezTo>
                  <a:pt x="94" y="14"/>
                  <a:pt x="107" y="21"/>
                  <a:pt x="113" y="35"/>
                </a:cubicBezTo>
                <a:cubicBezTo>
                  <a:pt x="121" y="52"/>
                  <a:pt x="117" y="77"/>
                  <a:pt x="102" y="106"/>
                </a:cubicBezTo>
                <a:cubicBezTo>
                  <a:pt x="97" y="114"/>
                  <a:pt x="96" y="120"/>
                  <a:pt x="94" y="127"/>
                </a:cubicBezTo>
                <a:cubicBezTo>
                  <a:pt x="92" y="135"/>
                  <a:pt x="90" y="144"/>
                  <a:pt x="83" y="157"/>
                </a:cubicBezTo>
                <a:cubicBezTo>
                  <a:pt x="80" y="164"/>
                  <a:pt x="67" y="169"/>
                  <a:pt x="54" y="168"/>
                </a:cubicBezTo>
                <a:cubicBezTo>
                  <a:pt x="48" y="168"/>
                  <a:pt x="34" y="166"/>
                  <a:pt x="29" y="151"/>
                </a:cubicBezTo>
                <a:cubicBezTo>
                  <a:pt x="23" y="141"/>
                  <a:pt x="16" y="122"/>
                  <a:pt x="21" y="115"/>
                </a:cubicBezTo>
                <a:cubicBezTo>
                  <a:pt x="24" y="111"/>
                  <a:pt x="31" y="112"/>
                  <a:pt x="36" y="113"/>
                </a:cubicBezTo>
                <a:cubicBezTo>
                  <a:pt x="38" y="114"/>
                  <a:pt x="39" y="120"/>
                  <a:pt x="40" y="123"/>
                </a:cubicBezTo>
                <a:cubicBezTo>
                  <a:pt x="43" y="132"/>
                  <a:pt x="45" y="141"/>
                  <a:pt x="52" y="141"/>
                </a:cubicBezTo>
                <a:cubicBezTo>
                  <a:pt x="53" y="141"/>
                  <a:pt x="63" y="142"/>
                  <a:pt x="67" y="135"/>
                </a:cubicBezTo>
                <a:cubicBezTo>
                  <a:pt x="70" y="129"/>
                  <a:pt x="69" y="121"/>
                  <a:pt x="62" y="110"/>
                </a:cubicBezTo>
                <a:cubicBezTo>
                  <a:pt x="67" y="105"/>
                  <a:pt x="81" y="90"/>
                  <a:pt x="74" y="77"/>
                </a:cubicBezTo>
                <a:cubicBezTo>
                  <a:pt x="72" y="73"/>
                  <a:pt x="66" y="67"/>
                  <a:pt x="58" y="67"/>
                </a:cubicBezTo>
                <a:cubicBezTo>
                  <a:pt x="57" y="67"/>
                  <a:pt x="57" y="67"/>
                  <a:pt x="57" y="67"/>
                </a:cubicBezTo>
                <a:cubicBezTo>
                  <a:pt x="53" y="67"/>
                  <a:pt x="47" y="69"/>
                  <a:pt x="41" y="77"/>
                </a:cubicBezTo>
                <a:cubicBezTo>
                  <a:pt x="39" y="70"/>
                  <a:pt x="36" y="57"/>
                  <a:pt x="40" y="47"/>
                </a:cubicBezTo>
                <a:cubicBezTo>
                  <a:pt x="42" y="42"/>
                  <a:pt x="47" y="38"/>
                  <a:pt x="53" y="36"/>
                </a:cubicBezTo>
                <a:cubicBezTo>
                  <a:pt x="58" y="34"/>
                  <a:pt x="75" y="33"/>
                  <a:pt x="84" y="42"/>
                </a:cubicBezTo>
                <a:cubicBezTo>
                  <a:pt x="92" y="49"/>
                  <a:pt x="94" y="61"/>
                  <a:pt x="90" y="79"/>
                </a:cubicBezTo>
                <a:cubicBezTo>
                  <a:pt x="89" y="81"/>
                  <a:pt x="90" y="82"/>
                  <a:pt x="92" y="83"/>
                </a:cubicBezTo>
                <a:cubicBezTo>
                  <a:pt x="94" y="83"/>
                  <a:pt x="95" y="82"/>
                  <a:pt x="96" y="80"/>
                </a:cubicBezTo>
                <a:cubicBezTo>
                  <a:pt x="100" y="61"/>
                  <a:pt x="98" y="46"/>
                  <a:pt x="89" y="37"/>
                </a:cubicBezTo>
                <a:cubicBezTo>
                  <a:pt x="76" y="26"/>
                  <a:pt x="56" y="29"/>
                  <a:pt x="52" y="30"/>
                </a:cubicBezTo>
                <a:cubicBezTo>
                  <a:pt x="43" y="33"/>
                  <a:pt x="38" y="38"/>
                  <a:pt x="34" y="45"/>
                </a:cubicBezTo>
                <a:cubicBezTo>
                  <a:pt x="27" y="62"/>
                  <a:pt x="37" y="85"/>
                  <a:pt x="38" y="86"/>
                </a:cubicBezTo>
                <a:cubicBezTo>
                  <a:pt x="38" y="87"/>
                  <a:pt x="39" y="88"/>
                  <a:pt x="41" y="88"/>
                </a:cubicBezTo>
                <a:cubicBezTo>
                  <a:pt x="42" y="88"/>
                  <a:pt x="43" y="87"/>
                  <a:pt x="43" y="86"/>
                </a:cubicBezTo>
                <a:cubicBezTo>
                  <a:pt x="47" y="78"/>
                  <a:pt x="52" y="74"/>
                  <a:pt x="58" y="73"/>
                </a:cubicBezTo>
                <a:cubicBezTo>
                  <a:pt x="58" y="73"/>
                  <a:pt x="58" y="73"/>
                  <a:pt x="58" y="73"/>
                </a:cubicBezTo>
                <a:cubicBezTo>
                  <a:pt x="63" y="73"/>
                  <a:pt x="68" y="77"/>
                  <a:pt x="69" y="80"/>
                </a:cubicBezTo>
                <a:cubicBezTo>
                  <a:pt x="74" y="89"/>
                  <a:pt x="61" y="103"/>
                  <a:pt x="56" y="108"/>
                </a:cubicBezTo>
                <a:cubicBezTo>
                  <a:pt x="55" y="109"/>
                  <a:pt x="54" y="110"/>
                  <a:pt x="55" y="112"/>
                </a:cubicBezTo>
                <a:cubicBezTo>
                  <a:pt x="64" y="124"/>
                  <a:pt x="63" y="130"/>
                  <a:pt x="62" y="132"/>
                </a:cubicBezTo>
                <a:cubicBezTo>
                  <a:pt x="60" y="135"/>
                  <a:pt x="53" y="135"/>
                  <a:pt x="52" y="135"/>
                </a:cubicBezTo>
                <a:cubicBezTo>
                  <a:pt x="50" y="135"/>
                  <a:pt x="47" y="127"/>
                  <a:pt x="46" y="122"/>
                </a:cubicBezTo>
                <a:cubicBezTo>
                  <a:pt x="44" y="114"/>
                  <a:pt x="43" y="108"/>
                  <a:pt x="38" y="107"/>
                </a:cubicBezTo>
                <a:cubicBezTo>
                  <a:pt x="27" y="105"/>
                  <a:pt x="20" y="106"/>
                  <a:pt x="16" y="111"/>
                </a:cubicBezTo>
                <a:cubicBezTo>
                  <a:pt x="7" y="123"/>
                  <a:pt x="22" y="151"/>
                  <a:pt x="24" y="154"/>
                </a:cubicBezTo>
                <a:cubicBezTo>
                  <a:pt x="28" y="166"/>
                  <a:pt x="39" y="174"/>
                  <a:pt x="54" y="175"/>
                </a:cubicBezTo>
                <a:cubicBezTo>
                  <a:pt x="55" y="175"/>
                  <a:pt x="56" y="175"/>
                  <a:pt x="57" y="175"/>
                </a:cubicBezTo>
                <a:cubicBezTo>
                  <a:pt x="71" y="175"/>
                  <a:pt x="84" y="169"/>
                  <a:pt x="89" y="159"/>
                </a:cubicBezTo>
                <a:cubicBezTo>
                  <a:pt x="96" y="146"/>
                  <a:pt x="98" y="137"/>
                  <a:pt x="100" y="129"/>
                </a:cubicBezTo>
                <a:cubicBezTo>
                  <a:pt x="102" y="122"/>
                  <a:pt x="103" y="116"/>
                  <a:pt x="107" y="109"/>
                </a:cubicBezTo>
                <a:cubicBezTo>
                  <a:pt x="124" y="78"/>
                  <a:pt x="128" y="52"/>
                  <a:pt x="119" y="32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7" name="Freeform 11">
            <a:extLst>
              <a:ext uri="{FF2B5EF4-FFF2-40B4-BE49-F238E27FC236}">
                <a16:creationId xmlns:a16="http://schemas.microsoft.com/office/drawing/2014/main" id="{435CDDDE-0DFA-3B4E-A315-A5E941225DF9}"/>
              </a:ext>
            </a:extLst>
          </p:cNvPr>
          <p:cNvSpPr>
            <a:spLocks noEditPoints="1"/>
          </p:cNvSpPr>
          <p:nvPr/>
        </p:nvSpPr>
        <p:spPr bwMode="auto">
          <a:xfrm>
            <a:off x="339558" y="2289641"/>
            <a:ext cx="567744" cy="372875"/>
          </a:xfrm>
          <a:custGeom>
            <a:avLst/>
            <a:gdLst/>
            <a:ahLst/>
            <a:cxnLst>
              <a:cxn ang="0">
                <a:pos x="82" y="26"/>
              </a:cxn>
              <a:cxn ang="0">
                <a:pos x="0" y="67"/>
              </a:cxn>
              <a:cxn ang="0">
                <a:pos x="82" y="108"/>
              </a:cxn>
              <a:cxn ang="0">
                <a:pos x="164" y="67"/>
              </a:cxn>
              <a:cxn ang="0">
                <a:pos x="82" y="26"/>
              </a:cxn>
              <a:cxn ang="0">
                <a:pos x="72" y="47"/>
              </a:cxn>
              <a:cxn ang="0">
                <a:pos x="82" y="57"/>
              </a:cxn>
              <a:cxn ang="0">
                <a:pos x="72" y="67"/>
              </a:cxn>
              <a:cxn ang="0">
                <a:pos x="62" y="57"/>
              </a:cxn>
              <a:cxn ang="0">
                <a:pos x="72" y="47"/>
              </a:cxn>
              <a:cxn ang="0">
                <a:pos x="124" y="88"/>
              </a:cxn>
              <a:cxn ang="0">
                <a:pos x="104" y="95"/>
              </a:cxn>
              <a:cxn ang="0">
                <a:pos x="82" y="98"/>
              </a:cxn>
              <a:cxn ang="0">
                <a:pos x="60" y="95"/>
              </a:cxn>
              <a:cxn ang="0">
                <a:pos x="40" y="88"/>
              </a:cxn>
              <a:cxn ang="0">
                <a:pos x="13" y="67"/>
              </a:cxn>
              <a:cxn ang="0">
                <a:pos x="40" y="46"/>
              </a:cxn>
              <a:cxn ang="0">
                <a:pos x="56" y="40"/>
              </a:cxn>
              <a:cxn ang="0">
                <a:pos x="51" y="57"/>
              </a:cxn>
              <a:cxn ang="0">
                <a:pos x="82" y="88"/>
              </a:cxn>
              <a:cxn ang="0">
                <a:pos x="113" y="57"/>
              </a:cxn>
              <a:cxn ang="0">
                <a:pos x="108" y="40"/>
              </a:cxn>
              <a:cxn ang="0">
                <a:pos x="124" y="46"/>
              </a:cxn>
              <a:cxn ang="0">
                <a:pos x="151" y="67"/>
              </a:cxn>
              <a:cxn ang="0">
                <a:pos x="124" y="88"/>
              </a:cxn>
              <a:cxn ang="0">
                <a:pos x="138" y="14"/>
              </a:cxn>
              <a:cxn ang="0">
                <a:pos x="82" y="0"/>
              </a:cxn>
              <a:cxn ang="0">
                <a:pos x="26" y="14"/>
              </a:cxn>
              <a:cxn ang="0">
                <a:pos x="0" y="32"/>
              </a:cxn>
              <a:cxn ang="0">
                <a:pos x="0" y="49"/>
              </a:cxn>
              <a:cxn ang="0">
                <a:pos x="31" y="26"/>
              </a:cxn>
              <a:cxn ang="0">
                <a:pos x="82" y="14"/>
              </a:cxn>
              <a:cxn ang="0">
                <a:pos x="133" y="26"/>
              </a:cxn>
              <a:cxn ang="0">
                <a:pos x="164" y="49"/>
              </a:cxn>
              <a:cxn ang="0">
                <a:pos x="164" y="32"/>
              </a:cxn>
              <a:cxn ang="0">
                <a:pos x="138" y="14"/>
              </a:cxn>
            </a:cxnLst>
            <a:rect l="0" t="0" r="r" b="b"/>
            <a:pathLst>
              <a:path w="164" h="108">
                <a:moveTo>
                  <a:pt x="82" y="26"/>
                </a:moveTo>
                <a:cubicBezTo>
                  <a:pt x="49" y="26"/>
                  <a:pt x="19" y="42"/>
                  <a:pt x="0" y="67"/>
                </a:cubicBezTo>
                <a:cubicBezTo>
                  <a:pt x="19" y="92"/>
                  <a:pt x="49" y="108"/>
                  <a:pt x="82" y="108"/>
                </a:cubicBezTo>
                <a:cubicBezTo>
                  <a:pt x="116" y="108"/>
                  <a:pt x="145" y="92"/>
                  <a:pt x="164" y="67"/>
                </a:cubicBezTo>
                <a:cubicBezTo>
                  <a:pt x="145" y="42"/>
                  <a:pt x="116" y="26"/>
                  <a:pt x="82" y="26"/>
                </a:cubicBezTo>
                <a:moveTo>
                  <a:pt x="72" y="47"/>
                </a:moveTo>
                <a:cubicBezTo>
                  <a:pt x="77" y="47"/>
                  <a:pt x="82" y="51"/>
                  <a:pt x="82" y="57"/>
                </a:cubicBezTo>
                <a:cubicBezTo>
                  <a:pt x="82" y="63"/>
                  <a:pt x="77" y="67"/>
                  <a:pt x="72" y="67"/>
                </a:cubicBezTo>
                <a:cubicBezTo>
                  <a:pt x="66" y="67"/>
                  <a:pt x="62" y="63"/>
                  <a:pt x="62" y="57"/>
                </a:cubicBezTo>
                <a:cubicBezTo>
                  <a:pt x="62" y="51"/>
                  <a:pt x="66" y="47"/>
                  <a:pt x="72" y="47"/>
                </a:cubicBezTo>
                <a:moveTo>
                  <a:pt x="124" y="88"/>
                </a:moveTo>
                <a:cubicBezTo>
                  <a:pt x="118" y="91"/>
                  <a:pt x="111" y="94"/>
                  <a:pt x="104" y="95"/>
                </a:cubicBezTo>
                <a:cubicBezTo>
                  <a:pt x="97" y="97"/>
                  <a:pt x="89" y="98"/>
                  <a:pt x="82" y="98"/>
                </a:cubicBezTo>
                <a:cubicBezTo>
                  <a:pt x="75" y="98"/>
                  <a:pt x="67" y="97"/>
                  <a:pt x="60" y="95"/>
                </a:cubicBezTo>
                <a:cubicBezTo>
                  <a:pt x="53" y="94"/>
                  <a:pt x="46" y="91"/>
                  <a:pt x="40" y="88"/>
                </a:cubicBezTo>
                <a:cubicBezTo>
                  <a:pt x="30" y="83"/>
                  <a:pt x="21" y="76"/>
                  <a:pt x="13" y="67"/>
                </a:cubicBezTo>
                <a:cubicBezTo>
                  <a:pt x="21" y="59"/>
                  <a:pt x="30" y="52"/>
                  <a:pt x="40" y="46"/>
                </a:cubicBezTo>
                <a:cubicBezTo>
                  <a:pt x="45" y="44"/>
                  <a:pt x="51" y="42"/>
                  <a:pt x="56" y="40"/>
                </a:cubicBezTo>
                <a:cubicBezTo>
                  <a:pt x="53" y="45"/>
                  <a:pt x="51" y="51"/>
                  <a:pt x="51" y="57"/>
                </a:cubicBezTo>
                <a:cubicBezTo>
                  <a:pt x="51" y="74"/>
                  <a:pt x="65" y="88"/>
                  <a:pt x="82" y="88"/>
                </a:cubicBezTo>
                <a:cubicBezTo>
                  <a:pt x="99" y="88"/>
                  <a:pt x="113" y="74"/>
                  <a:pt x="113" y="57"/>
                </a:cubicBezTo>
                <a:cubicBezTo>
                  <a:pt x="113" y="51"/>
                  <a:pt x="111" y="45"/>
                  <a:pt x="108" y="40"/>
                </a:cubicBezTo>
                <a:cubicBezTo>
                  <a:pt x="113" y="42"/>
                  <a:pt x="119" y="44"/>
                  <a:pt x="124" y="46"/>
                </a:cubicBezTo>
                <a:cubicBezTo>
                  <a:pt x="134" y="52"/>
                  <a:pt x="143" y="59"/>
                  <a:pt x="151" y="67"/>
                </a:cubicBezTo>
                <a:cubicBezTo>
                  <a:pt x="143" y="76"/>
                  <a:pt x="134" y="83"/>
                  <a:pt x="124" y="88"/>
                </a:cubicBezTo>
                <a:moveTo>
                  <a:pt x="138" y="14"/>
                </a:moveTo>
                <a:cubicBezTo>
                  <a:pt x="121" y="5"/>
                  <a:pt x="102" y="0"/>
                  <a:pt x="82" y="0"/>
                </a:cubicBezTo>
                <a:cubicBezTo>
                  <a:pt x="62" y="0"/>
                  <a:pt x="44" y="5"/>
                  <a:pt x="26" y="14"/>
                </a:cubicBezTo>
                <a:cubicBezTo>
                  <a:pt x="17" y="19"/>
                  <a:pt x="8" y="25"/>
                  <a:pt x="0" y="32"/>
                </a:cubicBezTo>
                <a:cubicBezTo>
                  <a:pt x="0" y="49"/>
                  <a:pt x="0" y="49"/>
                  <a:pt x="0" y="49"/>
                </a:cubicBezTo>
                <a:cubicBezTo>
                  <a:pt x="9" y="40"/>
                  <a:pt x="19" y="32"/>
                  <a:pt x="31" y="26"/>
                </a:cubicBezTo>
                <a:cubicBezTo>
                  <a:pt x="47" y="18"/>
                  <a:pt x="64" y="14"/>
                  <a:pt x="82" y="14"/>
                </a:cubicBezTo>
                <a:cubicBezTo>
                  <a:pt x="100" y="14"/>
                  <a:pt x="117" y="18"/>
                  <a:pt x="133" y="26"/>
                </a:cubicBezTo>
                <a:cubicBezTo>
                  <a:pt x="145" y="32"/>
                  <a:pt x="155" y="40"/>
                  <a:pt x="164" y="49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56" y="25"/>
                  <a:pt x="147" y="19"/>
                  <a:pt x="138" y="14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168" name="Group 78">
            <a:extLst>
              <a:ext uri="{FF2B5EF4-FFF2-40B4-BE49-F238E27FC236}">
                <a16:creationId xmlns:a16="http://schemas.microsoft.com/office/drawing/2014/main" id="{4CD1CB03-7D38-A341-AA88-CF4DB9D14ECA}"/>
              </a:ext>
            </a:extLst>
          </p:cNvPr>
          <p:cNvGrpSpPr/>
          <p:nvPr/>
        </p:nvGrpSpPr>
        <p:grpSpPr>
          <a:xfrm>
            <a:off x="5110410" y="2068514"/>
            <a:ext cx="431517" cy="594002"/>
            <a:chOff x="3291055" y="1604118"/>
            <a:chExt cx="552452" cy="760475"/>
          </a:xfrm>
          <a:solidFill>
            <a:schemeClr val="bg1"/>
          </a:solidFill>
        </p:grpSpPr>
        <p:sp>
          <p:nvSpPr>
            <p:cNvPr id="169" name="Freeform 5">
              <a:extLst>
                <a:ext uri="{FF2B5EF4-FFF2-40B4-BE49-F238E27FC236}">
                  <a16:creationId xmlns:a16="http://schemas.microsoft.com/office/drawing/2014/main" id="{064982A5-A46A-5545-BA0E-3A1CDCADC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1055" y="1604118"/>
              <a:ext cx="552452" cy="760475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3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36" y="0"/>
                </a:cxn>
                <a:cxn ang="0">
                  <a:pos x="27" y="9"/>
                </a:cxn>
                <a:cxn ang="0">
                  <a:pos x="28" y="13"/>
                </a:cxn>
                <a:cxn ang="0">
                  <a:pos x="22" y="13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5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5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1" y="9"/>
                </a:cxn>
                <a:cxn ang="0">
                  <a:pos x="36" y="3"/>
                </a:cxn>
                <a:cxn ang="0">
                  <a:pos x="41" y="9"/>
                </a:cxn>
                <a:cxn ang="0">
                  <a:pos x="39" y="13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66" y="91"/>
                </a:cxn>
                <a:cxn ang="0">
                  <a:pos x="61" y="95"/>
                </a:cxn>
                <a:cxn ang="0">
                  <a:pos x="11" y="95"/>
                </a:cxn>
                <a:cxn ang="0">
                  <a:pos x="7" y="91"/>
                </a:cxn>
                <a:cxn ang="0">
                  <a:pos x="7" y="31"/>
                </a:cxn>
                <a:cxn ang="0">
                  <a:pos x="11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6" y="31"/>
                </a:cxn>
                <a:cxn ang="0">
                  <a:pos x="66" y="91"/>
                </a:cxn>
                <a:cxn ang="0">
                  <a:pos x="66" y="91"/>
                </a:cxn>
                <a:cxn ang="0">
                  <a:pos x="66" y="91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5"/>
                    <a:pt x="53" y="13"/>
                    <a:pt x="51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1"/>
                    <a:pt x="44" y="10"/>
                    <a:pt x="44" y="9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31" y="0"/>
                    <a:pt x="27" y="4"/>
                    <a:pt x="27" y="9"/>
                  </a:cubicBezTo>
                  <a:cubicBezTo>
                    <a:pt x="27" y="10"/>
                    <a:pt x="27" y="11"/>
                    <a:pt x="28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7" y="15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3"/>
                    <a:pt x="0" y="2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3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1" y="9"/>
                  </a:moveTo>
                  <a:cubicBezTo>
                    <a:pt x="31" y="6"/>
                    <a:pt x="33" y="3"/>
                    <a:pt x="36" y="3"/>
                  </a:cubicBezTo>
                  <a:cubicBezTo>
                    <a:pt x="38" y="3"/>
                    <a:pt x="41" y="6"/>
                    <a:pt x="41" y="9"/>
                  </a:cubicBezTo>
                  <a:cubicBezTo>
                    <a:pt x="41" y="10"/>
                    <a:pt x="40" y="12"/>
                    <a:pt x="39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2"/>
                    <a:pt x="31" y="10"/>
                    <a:pt x="31" y="9"/>
                  </a:cubicBezTo>
                  <a:close/>
                  <a:moveTo>
                    <a:pt x="66" y="91"/>
                  </a:moveTo>
                  <a:cubicBezTo>
                    <a:pt x="66" y="94"/>
                    <a:pt x="64" y="95"/>
                    <a:pt x="6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9" y="95"/>
                    <a:pt x="7" y="94"/>
                    <a:pt x="7" y="9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9" y="26"/>
                    <a:pt x="11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4" y="26"/>
                    <a:pt x="66" y="28"/>
                    <a:pt x="66" y="31"/>
                  </a:cubicBezTo>
                  <a:lnTo>
                    <a:pt x="66" y="91"/>
                  </a:lnTo>
                  <a:close/>
                  <a:moveTo>
                    <a:pt x="66" y="91"/>
                  </a:moveTo>
                  <a:cubicBezTo>
                    <a:pt x="66" y="91"/>
                    <a:pt x="66" y="91"/>
                    <a:pt x="66" y="9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0" name="Freeform 6">
              <a:extLst>
                <a:ext uri="{FF2B5EF4-FFF2-40B4-BE49-F238E27FC236}">
                  <a16:creationId xmlns:a16="http://schemas.microsoft.com/office/drawing/2014/main" id="{B4B744A0-BBE0-C34A-8361-23AE08355D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872387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1" name="Freeform 7">
              <a:extLst>
                <a:ext uri="{FF2B5EF4-FFF2-40B4-BE49-F238E27FC236}">
                  <a16:creationId xmlns:a16="http://schemas.microsoft.com/office/drawing/2014/main" id="{D5D7D850-7030-F245-80D9-49F113ADF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1895122"/>
              <a:ext cx="211432" cy="443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24" y="6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6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6" y="6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2" name="Freeform 8">
              <a:extLst>
                <a:ext uri="{FF2B5EF4-FFF2-40B4-BE49-F238E27FC236}">
                  <a16:creationId xmlns:a16="http://schemas.microsoft.com/office/drawing/2014/main" id="{4BA53832-2A0F-D14A-A3B7-4961F7B549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1999701"/>
              <a:ext cx="90939" cy="898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3" name="Freeform 9">
              <a:extLst>
                <a:ext uri="{FF2B5EF4-FFF2-40B4-BE49-F238E27FC236}">
                  <a16:creationId xmlns:a16="http://schemas.microsoft.com/office/drawing/2014/main" id="{C9BB2B3B-D068-1C4C-8EBF-A4F8868EB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021299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3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3"/>
                  </a:cubicBezTo>
                  <a:cubicBezTo>
                    <a:pt x="28" y="1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4" name="Freeform 10">
              <a:extLst>
                <a:ext uri="{FF2B5EF4-FFF2-40B4-BE49-F238E27FC236}">
                  <a16:creationId xmlns:a16="http://schemas.microsoft.com/office/drawing/2014/main" id="{241FD931-595B-C845-9114-7A7C0BA23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6771" y="2133836"/>
              <a:ext cx="90939" cy="96622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6" y="13"/>
                </a:cxn>
                <a:cxn ang="0">
                  <a:pos x="0" y="7"/>
                </a:cxn>
                <a:cxn ang="0">
                  <a:pos x="6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0"/>
                    <a:pt x="9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7"/>
                  </a:cubicBezTo>
                  <a:close/>
                  <a:moveTo>
                    <a:pt x="12" y="7"/>
                  </a:moveTo>
                  <a:cubicBezTo>
                    <a:pt x="12" y="7"/>
                    <a:pt x="12" y="7"/>
                    <a:pt x="12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5" name="Freeform 11">
              <a:extLst>
                <a:ext uri="{FF2B5EF4-FFF2-40B4-BE49-F238E27FC236}">
                  <a16:creationId xmlns:a16="http://schemas.microsoft.com/office/drawing/2014/main" id="{5C85F03E-1444-4147-87C6-572F906486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8402" y="2156571"/>
              <a:ext cx="211432" cy="5229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4" y="7"/>
                </a:cxn>
                <a:cxn ang="0">
                  <a:pos x="24" y="7"/>
                </a:cxn>
                <a:cxn ang="0">
                  <a:pos x="28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8" h="7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6" y="7"/>
                    <a:pt x="28" y="5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lose/>
                  <a:moveTo>
                    <a:pt x="24" y="0"/>
                  </a:move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76" name="Group 79">
            <a:extLst>
              <a:ext uri="{FF2B5EF4-FFF2-40B4-BE49-F238E27FC236}">
                <a16:creationId xmlns:a16="http://schemas.microsoft.com/office/drawing/2014/main" id="{6CB5C043-F712-574F-B59F-7805579E7CA7}"/>
              </a:ext>
            </a:extLst>
          </p:cNvPr>
          <p:cNvGrpSpPr/>
          <p:nvPr/>
        </p:nvGrpSpPr>
        <p:grpSpPr>
          <a:xfrm>
            <a:off x="4113223" y="2094292"/>
            <a:ext cx="552250" cy="568224"/>
            <a:chOff x="1222376" y="1701801"/>
            <a:chExt cx="768350" cy="790576"/>
          </a:xfrm>
          <a:solidFill>
            <a:schemeClr val="bg1"/>
          </a:solidFill>
        </p:grpSpPr>
        <p:sp>
          <p:nvSpPr>
            <p:cNvPr id="177" name="Freeform 15">
              <a:extLst>
                <a:ext uri="{FF2B5EF4-FFF2-40B4-BE49-F238E27FC236}">
                  <a16:creationId xmlns:a16="http://schemas.microsoft.com/office/drawing/2014/main" id="{AFF75C63-24E3-4444-8EB1-0EDF500199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2376" y="1701801"/>
              <a:ext cx="419100" cy="688975"/>
            </a:xfrm>
            <a:custGeom>
              <a:avLst/>
              <a:gdLst/>
              <a:ahLst/>
              <a:cxnLst>
                <a:cxn ang="0">
                  <a:pos x="26" y="61"/>
                </a:cxn>
                <a:cxn ang="0">
                  <a:pos x="35" y="38"/>
                </a:cxn>
                <a:cxn ang="0">
                  <a:pos x="54" y="29"/>
                </a:cxn>
                <a:cxn ang="0">
                  <a:pos x="38" y="3"/>
                </a:cxn>
                <a:cxn ang="0">
                  <a:pos x="32" y="0"/>
                </a:cxn>
                <a:cxn ang="0">
                  <a:pos x="27" y="3"/>
                </a:cxn>
                <a:cxn ang="0">
                  <a:pos x="0" y="56"/>
                </a:cxn>
                <a:cxn ang="0">
                  <a:pos x="32" y="89"/>
                </a:cxn>
                <a:cxn ang="0">
                  <a:pos x="40" y="87"/>
                </a:cxn>
                <a:cxn ang="0">
                  <a:pos x="35" y="83"/>
                </a:cxn>
                <a:cxn ang="0">
                  <a:pos x="26" y="61"/>
                </a:cxn>
                <a:cxn ang="0">
                  <a:pos x="21" y="74"/>
                </a:cxn>
                <a:cxn ang="0">
                  <a:pos x="18" y="76"/>
                </a:cxn>
                <a:cxn ang="0">
                  <a:pos x="15" y="75"/>
                </a:cxn>
                <a:cxn ang="0">
                  <a:pos x="7" y="48"/>
                </a:cxn>
                <a:cxn ang="0">
                  <a:pos x="12" y="45"/>
                </a:cxn>
                <a:cxn ang="0">
                  <a:pos x="15" y="50"/>
                </a:cxn>
                <a:cxn ang="0">
                  <a:pos x="20" y="68"/>
                </a:cxn>
                <a:cxn ang="0">
                  <a:pos x="21" y="74"/>
                </a:cxn>
                <a:cxn ang="0">
                  <a:pos x="21" y="74"/>
                </a:cxn>
                <a:cxn ang="0">
                  <a:pos x="21" y="74"/>
                </a:cxn>
              </a:cxnLst>
              <a:rect l="0" t="0" r="r" b="b"/>
              <a:pathLst>
                <a:path w="54" h="89">
                  <a:moveTo>
                    <a:pt x="26" y="61"/>
                  </a:moveTo>
                  <a:cubicBezTo>
                    <a:pt x="26" y="52"/>
                    <a:pt x="29" y="44"/>
                    <a:pt x="35" y="38"/>
                  </a:cubicBezTo>
                  <a:cubicBezTo>
                    <a:pt x="40" y="33"/>
                    <a:pt x="47" y="30"/>
                    <a:pt x="54" y="29"/>
                  </a:cubicBezTo>
                  <a:cubicBezTo>
                    <a:pt x="49" y="19"/>
                    <a:pt x="42" y="9"/>
                    <a:pt x="38" y="3"/>
                  </a:cubicBezTo>
                  <a:cubicBezTo>
                    <a:pt x="36" y="1"/>
                    <a:pt x="34" y="0"/>
                    <a:pt x="32" y="0"/>
                  </a:cubicBezTo>
                  <a:cubicBezTo>
                    <a:pt x="30" y="0"/>
                    <a:pt x="28" y="1"/>
                    <a:pt x="27" y="3"/>
                  </a:cubicBezTo>
                  <a:cubicBezTo>
                    <a:pt x="18" y="16"/>
                    <a:pt x="0" y="43"/>
                    <a:pt x="0" y="56"/>
                  </a:cubicBezTo>
                  <a:cubicBezTo>
                    <a:pt x="0" y="74"/>
                    <a:pt x="14" y="89"/>
                    <a:pt x="32" y="89"/>
                  </a:cubicBezTo>
                  <a:cubicBezTo>
                    <a:pt x="35" y="89"/>
                    <a:pt x="38" y="88"/>
                    <a:pt x="40" y="87"/>
                  </a:cubicBezTo>
                  <a:cubicBezTo>
                    <a:pt x="39" y="86"/>
                    <a:pt x="37" y="85"/>
                    <a:pt x="35" y="83"/>
                  </a:cubicBezTo>
                  <a:cubicBezTo>
                    <a:pt x="29" y="77"/>
                    <a:pt x="26" y="69"/>
                    <a:pt x="26" y="61"/>
                  </a:cubicBezTo>
                  <a:close/>
                  <a:moveTo>
                    <a:pt x="21" y="74"/>
                  </a:moveTo>
                  <a:cubicBezTo>
                    <a:pt x="20" y="76"/>
                    <a:pt x="19" y="76"/>
                    <a:pt x="18" y="76"/>
                  </a:cubicBezTo>
                  <a:cubicBezTo>
                    <a:pt x="17" y="76"/>
                    <a:pt x="15" y="76"/>
                    <a:pt x="15" y="75"/>
                  </a:cubicBezTo>
                  <a:cubicBezTo>
                    <a:pt x="2" y="64"/>
                    <a:pt x="6" y="48"/>
                    <a:pt x="7" y="48"/>
                  </a:cubicBezTo>
                  <a:cubicBezTo>
                    <a:pt x="7" y="45"/>
                    <a:pt x="10" y="44"/>
                    <a:pt x="12" y="45"/>
                  </a:cubicBezTo>
                  <a:cubicBezTo>
                    <a:pt x="14" y="45"/>
                    <a:pt x="16" y="48"/>
                    <a:pt x="15" y="50"/>
                  </a:cubicBezTo>
                  <a:cubicBezTo>
                    <a:pt x="15" y="51"/>
                    <a:pt x="12" y="61"/>
                    <a:pt x="20" y="68"/>
                  </a:cubicBezTo>
                  <a:cubicBezTo>
                    <a:pt x="22" y="70"/>
                    <a:pt x="23" y="73"/>
                    <a:pt x="21" y="74"/>
                  </a:cubicBezTo>
                  <a:close/>
                  <a:moveTo>
                    <a:pt x="21" y="74"/>
                  </a:moveTo>
                  <a:cubicBezTo>
                    <a:pt x="21" y="74"/>
                    <a:pt x="21" y="74"/>
                    <a:pt x="21" y="7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DAE32A8C-3FFC-8B44-B395-FF0B6B2EC8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814" y="2174876"/>
              <a:ext cx="133350" cy="123825"/>
            </a:xfrm>
            <a:custGeom>
              <a:avLst/>
              <a:gdLst/>
              <a:ahLst/>
              <a:cxnLst>
                <a:cxn ang="0">
                  <a:pos x="14" y="11"/>
                </a:cxn>
                <a:cxn ang="0">
                  <a:pos x="5" y="2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13" y="16"/>
                </a:cxn>
                <a:cxn ang="0">
                  <a:pos x="14" y="16"/>
                </a:cxn>
                <a:cxn ang="0">
                  <a:pos x="16" y="14"/>
                </a:cxn>
                <a:cxn ang="0">
                  <a:pos x="14" y="11"/>
                </a:cxn>
                <a:cxn ang="0">
                  <a:pos x="14" y="11"/>
                </a:cxn>
                <a:cxn ang="0">
                  <a:pos x="14" y="11"/>
                </a:cxn>
              </a:cxnLst>
              <a:rect l="0" t="0" r="r" b="b"/>
              <a:pathLst>
                <a:path w="17" h="16">
                  <a:moveTo>
                    <a:pt x="14" y="11"/>
                  </a:moveTo>
                  <a:cubicBezTo>
                    <a:pt x="7" y="9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3" y="14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7" y="12"/>
                    <a:pt x="16" y="11"/>
                    <a:pt x="14" y="11"/>
                  </a:cubicBezTo>
                  <a:close/>
                  <a:moveTo>
                    <a:pt x="14" y="11"/>
                  </a:moveTo>
                  <a:cubicBezTo>
                    <a:pt x="14" y="11"/>
                    <a:pt x="14" y="11"/>
                    <a:pt x="14" y="1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79" name="Freeform 17">
              <a:extLst>
                <a:ext uri="{FF2B5EF4-FFF2-40B4-BE49-F238E27FC236}">
                  <a16:creationId xmlns:a16="http://schemas.microsoft.com/office/drawing/2014/main" id="{9B1CFE8C-AF5D-E841-AB2F-85DD50CDD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0026" y="1973264"/>
              <a:ext cx="520700" cy="519113"/>
            </a:xfrm>
            <a:custGeom>
              <a:avLst/>
              <a:gdLst/>
              <a:ahLst/>
              <a:cxnLst>
                <a:cxn ang="0">
                  <a:pos x="66" y="54"/>
                </a:cxn>
                <a:cxn ang="0">
                  <a:pos x="55" y="44"/>
                </a:cxn>
                <a:cxn ang="0">
                  <a:pos x="50" y="44"/>
                </a:cxn>
                <a:cxn ang="0">
                  <a:pos x="47" y="41"/>
                </a:cxn>
                <a:cxn ang="0">
                  <a:pos x="44" y="7"/>
                </a:cxn>
                <a:cxn ang="0">
                  <a:pos x="26" y="0"/>
                </a:cxn>
                <a:cxn ang="0">
                  <a:pos x="7" y="7"/>
                </a:cxn>
                <a:cxn ang="0">
                  <a:pos x="0" y="26"/>
                </a:cxn>
                <a:cxn ang="0">
                  <a:pos x="7" y="44"/>
                </a:cxn>
                <a:cxn ang="0">
                  <a:pos x="26" y="52"/>
                </a:cxn>
                <a:cxn ang="0">
                  <a:pos x="41" y="47"/>
                </a:cxn>
                <a:cxn ang="0">
                  <a:pos x="44" y="50"/>
                </a:cxn>
                <a:cxn ang="0">
                  <a:pos x="44" y="55"/>
                </a:cxn>
                <a:cxn ang="0">
                  <a:pos x="54" y="66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67" y="57"/>
                </a:cxn>
                <a:cxn ang="0">
                  <a:pos x="66" y="54"/>
                </a:cxn>
                <a:cxn ang="0">
                  <a:pos x="39" y="39"/>
                </a:cxn>
                <a:cxn ang="0">
                  <a:pos x="26" y="44"/>
                </a:cxn>
                <a:cxn ang="0">
                  <a:pos x="13" y="39"/>
                </a:cxn>
                <a:cxn ang="0">
                  <a:pos x="8" y="26"/>
                </a:cxn>
                <a:cxn ang="0">
                  <a:pos x="10" y="17"/>
                </a:cxn>
                <a:cxn ang="0">
                  <a:pos x="13" y="13"/>
                </a:cxn>
                <a:cxn ang="0">
                  <a:pos x="14" y="13"/>
                </a:cxn>
                <a:cxn ang="0">
                  <a:pos x="26" y="8"/>
                </a:cxn>
                <a:cxn ang="0">
                  <a:pos x="39" y="13"/>
                </a:cxn>
                <a:cxn ang="0">
                  <a:pos x="40" y="15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39" y="39"/>
                </a:cxn>
              </a:cxnLst>
              <a:rect l="0" t="0" r="r" b="b"/>
              <a:pathLst>
                <a:path w="67" h="67">
                  <a:moveTo>
                    <a:pt x="66" y="54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54" y="42"/>
                    <a:pt x="51" y="42"/>
                    <a:pt x="50" y="44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54" y="31"/>
                    <a:pt x="53" y="17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2" y="2"/>
                    <a:pt x="7" y="7"/>
                  </a:cubicBezTo>
                  <a:cubicBezTo>
                    <a:pt x="2" y="12"/>
                    <a:pt x="0" y="19"/>
                    <a:pt x="0" y="26"/>
                  </a:cubicBezTo>
                  <a:cubicBezTo>
                    <a:pt x="0" y="33"/>
                    <a:pt x="2" y="39"/>
                    <a:pt x="7" y="44"/>
                  </a:cubicBezTo>
                  <a:cubicBezTo>
                    <a:pt x="12" y="49"/>
                    <a:pt x="19" y="52"/>
                    <a:pt x="26" y="52"/>
                  </a:cubicBezTo>
                  <a:cubicBezTo>
                    <a:pt x="31" y="52"/>
                    <a:pt x="37" y="50"/>
                    <a:pt x="41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2" y="51"/>
                    <a:pt x="42" y="54"/>
                    <a:pt x="44" y="55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6" y="67"/>
                    <a:pt x="59" y="67"/>
                    <a:pt x="60" y="66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7" y="59"/>
                    <a:pt x="67" y="57"/>
                  </a:cubicBezTo>
                  <a:cubicBezTo>
                    <a:pt x="67" y="56"/>
                    <a:pt x="66" y="55"/>
                    <a:pt x="66" y="54"/>
                  </a:cubicBezTo>
                  <a:close/>
                  <a:moveTo>
                    <a:pt x="39" y="39"/>
                  </a:moveTo>
                  <a:cubicBezTo>
                    <a:pt x="35" y="42"/>
                    <a:pt x="31" y="44"/>
                    <a:pt x="26" y="44"/>
                  </a:cubicBezTo>
                  <a:cubicBezTo>
                    <a:pt x="21" y="44"/>
                    <a:pt x="16" y="42"/>
                    <a:pt x="13" y="39"/>
                  </a:cubicBezTo>
                  <a:cubicBezTo>
                    <a:pt x="10" y="35"/>
                    <a:pt x="8" y="31"/>
                    <a:pt x="8" y="26"/>
                  </a:cubicBezTo>
                  <a:cubicBezTo>
                    <a:pt x="8" y="23"/>
                    <a:pt x="8" y="20"/>
                    <a:pt x="10" y="17"/>
                  </a:cubicBezTo>
                  <a:cubicBezTo>
                    <a:pt x="11" y="16"/>
                    <a:pt x="12" y="14"/>
                    <a:pt x="13" y="13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7" y="9"/>
                    <a:pt x="21" y="8"/>
                    <a:pt x="26" y="8"/>
                  </a:cubicBezTo>
                  <a:cubicBezTo>
                    <a:pt x="31" y="8"/>
                    <a:pt x="35" y="10"/>
                    <a:pt x="39" y="13"/>
                  </a:cubicBezTo>
                  <a:cubicBezTo>
                    <a:pt x="39" y="14"/>
                    <a:pt x="40" y="14"/>
                    <a:pt x="40" y="15"/>
                  </a:cubicBezTo>
                  <a:cubicBezTo>
                    <a:pt x="45" y="22"/>
                    <a:pt x="45" y="32"/>
                    <a:pt x="39" y="39"/>
                  </a:cubicBezTo>
                  <a:close/>
                  <a:moveTo>
                    <a:pt x="39" y="39"/>
                  </a:moveTo>
                  <a:cubicBezTo>
                    <a:pt x="39" y="39"/>
                    <a:pt x="39" y="39"/>
                    <a:pt x="39" y="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0" name="Freeform 18">
              <a:extLst>
                <a:ext uri="{FF2B5EF4-FFF2-40B4-BE49-F238E27FC236}">
                  <a16:creationId xmlns:a16="http://schemas.microsoft.com/office/drawing/2014/main" id="{F167D03A-9227-8042-9221-0E1D6B488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5751" y="2112964"/>
              <a:ext cx="39688" cy="46038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6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81" name="Group 72">
            <a:extLst>
              <a:ext uri="{FF2B5EF4-FFF2-40B4-BE49-F238E27FC236}">
                <a16:creationId xmlns:a16="http://schemas.microsoft.com/office/drawing/2014/main" id="{1A40570E-D2CE-D647-A38B-89AC10E0D513}"/>
              </a:ext>
            </a:extLst>
          </p:cNvPr>
          <p:cNvGrpSpPr/>
          <p:nvPr/>
        </p:nvGrpSpPr>
        <p:grpSpPr>
          <a:xfrm>
            <a:off x="7081471" y="1940407"/>
            <a:ext cx="754276" cy="722109"/>
            <a:chOff x="5105401" y="1701801"/>
            <a:chExt cx="873880" cy="836612"/>
          </a:xfrm>
          <a:solidFill>
            <a:schemeClr val="bg1"/>
          </a:solidFill>
        </p:grpSpPr>
        <p:sp>
          <p:nvSpPr>
            <p:cNvPr id="182" name="Freeform 22">
              <a:extLst>
                <a:ext uri="{FF2B5EF4-FFF2-40B4-BE49-F238E27FC236}">
                  <a16:creationId xmlns:a16="http://schemas.microsoft.com/office/drawing/2014/main" id="{5B252A6E-758F-884E-A3F5-C516D09D9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5401" y="1701801"/>
              <a:ext cx="873880" cy="836612"/>
            </a:xfrm>
            <a:custGeom>
              <a:avLst/>
              <a:gdLst/>
              <a:ahLst/>
              <a:cxnLst>
                <a:cxn ang="0">
                  <a:pos x="174" y="144"/>
                </a:cxn>
                <a:cxn ang="0">
                  <a:pos x="230" y="95"/>
                </a:cxn>
                <a:cxn ang="0">
                  <a:pos x="318" y="39"/>
                </a:cxn>
                <a:cxn ang="0">
                  <a:pos x="224" y="91"/>
                </a:cxn>
                <a:cxn ang="0">
                  <a:pos x="174" y="141"/>
                </a:cxn>
                <a:cxn ang="0">
                  <a:pos x="221" y="88"/>
                </a:cxn>
                <a:cxn ang="0">
                  <a:pos x="281" y="76"/>
                </a:cxn>
                <a:cxn ang="0">
                  <a:pos x="223" y="75"/>
                </a:cxn>
                <a:cxn ang="0">
                  <a:pos x="174" y="137"/>
                </a:cxn>
                <a:cxn ang="0">
                  <a:pos x="185" y="96"/>
                </a:cxn>
                <a:cxn ang="0">
                  <a:pos x="165" y="78"/>
                </a:cxn>
                <a:cxn ang="0">
                  <a:pos x="145" y="96"/>
                </a:cxn>
                <a:cxn ang="0">
                  <a:pos x="157" y="137"/>
                </a:cxn>
                <a:cxn ang="0">
                  <a:pos x="108" y="75"/>
                </a:cxn>
                <a:cxn ang="0">
                  <a:pos x="50" y="76"/>
                </a:cxn>
                <a:cxn ang="0">
                  <a:pos x="110" y="88"/>
                </a:cxn>
                <a:cxn ang="0">
                  <a:pos x="157" y="141"/>
                </a:cxn>
                <a:cxn ang="0">
                  <a:pos x="106" y="91"/>
                </a:cxn>
                <a:cxn ang="0">
                  <a:pos x="13" y="39"/>
                </a:cxn>
                <a:cxn ang="0">
                  <a:pos x="101" y="95"/>
                </a:cxn>
                <a:cxn ang="0">
                  <a:pos x="157" y="144"/>
                </a:cxn>
                <a:cxn ang="0">
                  <a:pos x="23" y="87"/>
                </a:cxn>
                <a:cxn ang="0">
                  <a:pos x="38" y="113"/>
                </a:cxn>
                <a:cxn ang="0">
                  <a:pos x="157" y="145"/>
                </a:cxn>
                <a:cxn ang="0">
                  <a:pos x="156" y="193"/>
                </a:cxn>
                <a:cxn ang="0">
                  <a:pos x="151" y="160"/>
                </a:cxn>
                <a:cxn ang="0">
                  <a:pos x="143" y="147"/>
                </a:cxn>
                <a:cxn ang="0">
                  <a:pos x="143" y="197"/>
                </a:cxn>
                <a:cxn ang="0">
                  <a:pos x="144" y="232"/>
                </a:cxn>
                <a:cxn ang="0">
                  <a:pos x="145" y="260"/>
                </a:cxn>
                <a:cxn ang="0">
                  <a:pos x="152" y="289"/>
                </a:cxn>
                <a:cxn ang="0">
                  <a:pos x="157" y="290"/>
                </a:cxn>
                <a:cxn ang="0">
                  <a:pos x="157" y="298"/>
                </a:cxn>
                <a:cxn ang="0">
                  <a:pos x="163" y="316"/>
                </a:cxn>
                <a:cxn ang="0">
                  <a:pos x="169" y="314"/>
                </a:cxn>
                <a:cxn ang="0">
                  <a:pos x="174" y="297"/>
                </a:cxn>
                <a:cxn ang="0">
                  <a:pos x="175" y="290"/>
                </a:cxn>
                <a:cxn ang="0">
                  <a:pos x="190" y="271"/>
                </a:cxn>
                <a:cxn ang="0">
                  <a:pos x="195" y="244"/>
                </a:cxn>
                <a:cxn ang="0">
                  <a:pos x="199" y="210"/>
                </a:cxn>
                <a:cxn ang="0">
                  <a:pos x="202" y="158"/>
                </a:cxn>
                <a:cxn ang="0">
                  <a:pos x="175" y="155"/>
                </a:cxn>
                <a:cxn ang="0">
                  <a:pos x="191" y="163"/>
                </a:cxn>
                <a:cxn ang="0">
                  <a:pos x="174" y="193"/>
                </a:cxn>
                <a:cxn ang="0">
                  <a:pos x="234" y="109"/>
                </a:cxn>
                <a:cxn ang="0">
                  <a:pos x="306" y="90"/>
                </a:cxn>
                <a:cxn ang="0">
                  <a:pos x="232" y="102"/>
                </a:cxn>
                <a:cxn ang="0">
                  <a:pos x="153" y="271"/>
                </a:cxn>
                <a:cxn ang="0">
                  <a:pos x="157" y="277"/>
                </a:cxn>
                <a:cxn ang="0">
                  <a:pos x="148" y="245"/>
                </a:cxn>
                <a:cxn ang="0">
                  <a:pos x="157" y="254"/>
                </a:cxn>
                <a:cxn ang="0">
                  <a:pos x="143" y="212"/>
                </a:cxn>
                <a:cxn ang="0">
                  <a:pos x="157" y="227"/>
                </a:cxn>
                <a:cxn ang="0">
                  <a:pos x="174" y="266"/>
                </a:cxn>
                <a:cxn ang="0">
                  <a:pos x="174" y="277"/>
                </a:cxn>
                <a:cxn ang="0">
                  <a:pos x="174" y="238"/>
                </a:cxn>
                <a:cxn ang="0">
                  <a:pos x="174" y="254"/>
                </a:cxn>
                <a:cxn ang="0">
                  <a:pos x="174" y="227"/>
                </a:cxn>
                <a:cxn ang="0">
                  <a:pos x="188" y="212"/>
                </a:cxn>
                <a:cxn ang="0">
                  <a:pos x="188" y="212"/>
                </a:cxn>
              </a:cxnLst>
              <a:rect l="0" t="0" r="r" b="b"/>
              <a:pathLst>
                <a:path w="330" h="316">
                  <a:moveTo>
                    <a:pt x="232" y="102"/>
                  </a:moveTo>
                  <a:cubicBezTo>
                    <a:pt x="207" y="132"/>
                    <a:pt x="185" y="142"/>
                    <a:pt x="174" y="144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209" y="131"/>
                    <a:pt x="230" y="95"/>
                    <a:pt x="230" y="95"/>
                  </a:cubicBezTo>
                  <a:cubicBezTo>
                    <a:pt x="254" y="104"/>
                    <a:pt x="277" y="99"/>
                    <a:pt x="277" y="99"/>
                  </a:cubicBezTo>
                  <a:cubicBezTo>
                    <a:pt x="319" y="88"/>
                    <a:pt x="318" y="39"/>
                    <a:pt x="318" y="39"/>
                  </a:cubicBezTo>
                  <a:cubicBezTo>
                    <a:pt x="299" y="99"/>
                    <a:pt x="233" y="89"/>
                    <a:pt x="229" y="88"/>
                  </a:cubicBezTo>
                  <a:cubicBezTo>
                    <a:pt x="225" y="87"/>
                    <a:pt x="224" y="91"/>
                    <a:pt x="224" y="91"/>
                  </a:cubicBezTo>
                  <a:cubicBezTo>
                    <a:pt x="222" y="95"/>
                    <a:pt x="222" y="95"/>
                    <a:pt x="222" y="95"/>
                  </a:cubicBezTo>
                  <a:cubicBezTo>
                    <a:pt x="207" y="125"/>
                    <a:pt x="186" y="136"/>
                    <a:pt x="174" y="141"/>
                  </a:cubicBezTo>
                  <a:cubicBezTo>
                    <a:pt x="174" y="138"/>
                    <a:pt x="174" y="138"/>
                    <a:pt x="174" y="138"/>
                  </a:cubicBezTo>
                  <a:cubicBezTo>
                    <a:pt x="203" y="125"/>
                    <a:pt x="219" y="92"/>
                    <a:pt x="221" y="88"/>
                  </a:cubicBezTo>
                  <a:cubicBezTo>
                    <a:pt x="223" y="83"/>
                    <a:pt x="225" y="84"/>
                    <a:pt x="225" y="84"/>
                  </a:cubicBezTo>
                  <a:cubicBezTo>
                    <a:pt x="260" y="87"/>
                    <a:pt x="281" y="76"/>
                    <a:pt x="281" y="76"/>
                  </a:cubicBezTo>
                  <a:cubicBezTo>
                    <a:pt x="330" y="51"/>
                    <a:pt x="305" y="0"/>
                    <a:pt x="305" y="0"/>
                  </a:cubicBezTo>
                  <a:cubicBezTo>
                    <a:pt x="306" y="70"/>
                    <a:pt x="229" y="74"/>
                    <a:pt x="223" y="75"/>
                  </a:cubicBezTo>
                  <a:cubicBezTo>
                    <a:pt x="216" y="76"/>
                    <a:pt x="215" y="83"/>
                    <a:pt x="215" y="83"/>
                  </a:cubicBezTo>
                  <a:cubicBezTo>
                    <a:pt x="206" y="115"/>
                    <a:pt x="186" y="130"/>
                    <a:pt x="174" y="137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81" y="110"/>
                    <a:pt x="185" y="104"/>
                    <a:pt x="185" y="96"/>
                  </a:cubicBezTo>
                  <a:cubicBezTo>
                    <a:pt x="185" y="85"/>
                    <a:pt x="17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55" y="78"/>
                    <a:pt x="145" y="85"/>
                    <a:pt x="145" y="96"/>
                  </a:cubicBezTo>
                  <a:cubicBezTo>
                    <a:pt x="145" y="104"/>
                    <a:pt x="150" y="110"/>
                    <a:pt x="157" y="113"/>
                  </a:cubicBezTo>
                  <a:cubicBezTo>
                    <a:pt x="157" y="137"/>
                    <a:pt x="157" y="137"/>
                    <a:pt x="157" y="137"/>
                  </a:cubicBezTo>
                  <a:cubicBezTo>
                    <a:pt x="145" y="130"/>
                    <a:pt x="125" y="115"/>
                    <a:pt x="115" y="83"/>
                  </a:cubicBezTo>
                  <a:cubicBezTo>
                    <a:pt x="115" y="83"/>
                    <a:pt x="114" y="76"/>
                    <a:pt x="108" y="75"/>
                  </a:cubicBezTo>
                  <a:cubicBezTo>
                    <a:pt x="101" y="74"/>
                    <a:pt x="24" y="70"/>
                    <a:pt x="26" y="0"/>
                  </a:cubicBezTo>
                  <a:cubicBezTo>
                    <a:pt x="26" y="0"/>
                    <a:pt x="0" y="51"/>
                    <a:pt x="50" y="76"/>
                  </a:cubicBezTo>
                  <a:cubicBezTo>
                    <a:pt x="50" y="76"/>
                    <a:pt x="71" y="87"/>
                    <a:pt x="105" y="84"/>
                  </a:cubicBezTo>
                  <a:cubicBezTo>
                    <a:pt x="105" y="84"/>
                    <a:pt x="108" y="83"/>
                    <a:pt x="110" y="88"/>
                  </a:cubicBezTo>
                  <a:cubicBezTo>
                    <a:pt x="111" y="92"/>
                    <a:pt x="128" y="125"/>
                    <a:pt x="157" y="138"/>
                  </a:cubicBezTo>
                  <a:cubicBezTo>
                    <a:pt x="157" y="141"/>
                    <a:pt x="157" y="141"/>
                    <a:pt x="157" y="141"/>
                  </a:cubicBezTo>
                  <a:cubicBezTo>
                    <a:pt x="145" y="136"/>
                    <a:pt x="124" y="125"/>
                    <a:pt x="108" y="95"/>
                  </a:cubicBezTo>
                  <a:cubicBezTo>
                    <a:pt x="106" y="91"/>
                    <a:pt x="106" y="91"/>
                    <a:pt x="106" y="91"/>
                  </a:cubicBezTo>
                  <a:cubicBezTo>
                    <a:pt x="106" y="91"/>
                    <a:pt x="105" y="87"/>
                    <a:pt x="101" y="88"/>
                  </a:cubicBezTo>
                  <a:cubicBezTo>
                    <a:pt x="97" y="89"/>
                    <a:pt x="32" y="99"/>
                    <a:pt x="13" y="39"/>
                  </a:cubicBezTo>
                  <a:cubicBezTo>
                    <a:pt x="13" y="39"/>
                    <a:pt x="12" y="88"/>
                    <a:pt x="54" y="99"/>
                  </a:cubicBezTo>
                  <a:cubicBezTo>
                    <a:pt x="54" y="99"/>
                    <a:pt x="77" y="104"/>
                    <a:pt x="101" y="95"/>
                  </a:cubicBezTo>
                  <a:cubicBezTo>
                    <a:pt x="101" y="95"/>
                    <a:pt x="122" y="131"/>
                    <a:pt x="157" y="141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46" y="142"/>
                    <a:pt x="124" y="132"/>
                    <a:pt x="99" y="102"/>
                  </a:cubicBezTo>
                  <a:cubicBezTo>
                    <a:pt x="99" y="102"/>
                    <a:pt x="53" y="118"/>
                    <a:pt x="23" y="87"/>
                  </a:cubicBezTo>
                  <a:cubicBezTo>
                    <a:pt x="23" y="88"/>
                    <a:pt x="24" y="89"/>
                    <a:pt x="24" y="90"/>
                  </a:cubicBezTo>
                  <a:cubicBezTo>
                    <a:pt x="28" y="98"/>
                    <a:pt x="33" y="105"/>
                    <a:pt x="38" y="113"/>
                  </a:cubicBezTo>
                  <a:cubicBezTo>
                    <a:pt x="51" y="121"/>
                    <a:pt x="70" y="124"/>
                    <a:pt x="96" y="109"/>
                  </a:cubicBezTo>
                  <a:cubicBezTo>
                    <a:pt x="96" y="109"/>
                    <a:pt x="132" y="141"/>
                    <a:pt x="157" y="145"/>
                  </a:cubicBezTo>
                  <a:cubicBezTo>
                    <a:pt x="157" y="193"/>
                    <a:pt x="157" y="193"/>
                    <a:pt x="157" y="193"/>
                  </a:cubicBezTo>
                  <a:cubicBezTo>
                    <a:pt x="156" y="193"/>
                    <a:pt x="156" y="193"/>
                    <a:pt x="156" y="193"/>
                  </a:cubicBezTo>
                  <a:cubicBezTo>
                    <a:pt x="136" y="171"/>
                    <a:pt x="139" y="164"/>
                    <a:pt x="139" y="163"/>
                  </a:cubicBezTo>
                  <a:cubicBezTo>
                    <a:pt x="141" y="161"/>
                    <a:pt x="147" y="160"/>
                    <a:pt x="151" y="160"/>
                  </a:cubicBezTo>
                  <a:cubicBezTo>
                    <a:pt x="154" y="161"/>
                    <a:pt x="155" y="158"/>
                    <a:pt x="156" y="155"/>
                  </a:cubicBezTo>
                  <a:cubicBezTo>
                    <a:pt x="156" y="152"/>
                    <a:pt x="146" y="148"/>
                    <a:pt x="143" y="147"/>
                  </a:cubicBezTo>
                  <a:cubicBezTo>
                    <a:pt x="141" y="147"/>
                    <a:pt x="134" y="147"/>
                    <a:pt x="129" y="158"/>
                  </a:cubicBezTo>
                  <a:cubicBezTo>
                    <a:pt x="124" y="167"/>
                    <a:pt x="129" y="179"/>
                    <a:pt x="143" y="197"/>
                  </a:cubicBezTo>
                  <a:cubicBezTo>
                    <a:pt x="138" y="199"/>
                    <a:pt x="133" y="203"/>
                    <a:pt x="131" y="210"/>
                  </a:cubicBezTo>
                  <a:cubicBezTo>
                    <a:pt x="130" y="217"/>
                    <a:pt x="134" y="224"/>
                    <a:pt x="144" y="232"/>
                  </a:cubicBezTo>
                  <a:cubicBezTo>
                    <a:pt x="140" y="235"/>
                    <a:pt x="137" y="239"/>
                    <a:pt x="136" y="244"/>
                  </a:cubicBezTo>
                  <a:cubicBezTo>
                    <a:pt x="135" y="249"/>
                    <a:pt x="139" y="255"/>
                    <a:pt x="145" y="260"/>
                  </a:cubicBezTo>
                  <a:cubicBezTo>
                    <a:pt x="143" y="263"/>
                    <a:pt x="141" y="266"/>
                    <a:pt x="141" y="271"/>
                  </a:cubicBezTo>
                  <a:cubicBezTo>
                    <a:pt x="140" y="277"/>
                    <a:pt x="144" y="283"/>
                    <a:pt x="152" y="289"/>
                  </a:cubicBezTo>
                  <a:cubicBezTo>
                    <a:pt x="153" y="290"/>
                    <a:pt x="154" y="290"/>
                    <a:pt x="156" y="290"/>
                  </a:cubicBezTo>
                  <a:cubicBezTo>
                    <a:pt x="156" y="290"/>
                    <a:pt x="156" y="290"/>
                    <a:pt x="157" y="290"/>
                  </a:cubicBezTo>
                  <a:cubicBezTo>
                    <a:pt x="157" y="297"/>
                    <a:pt x="157" y="297"/>
                    <a:pt x="157" y="297"/>
                  </a:cubicBezTo>
                  <a:cubicBezTo>
                    <a:pt x="157" y="298"/>
                    <a:pt x="157" y="298"/>
                    <a:pt x="157" y="298"/>
                  </a:cubicBezTo>
                  <a:cubicBezTo>
                    <a:pt x="161" y="314"/>
                    <a:pt x="161" y="314"/>
                    <a:pt x="161" y="314"/>
                  </a:cubicBezTo>
                  <a:cubicBezTo>
                    <a:pt x="161" y="315"/>
                    <a:pt x="162" y="316"/>
                    <a:pt x="163" y="316"/>
                  </a:cubicBezTo>
                  <a:cubicBezTo>
                    <a:pt x="167" y="316"/>
                    <a:pt x="167" y="316"/>
                    <a:pt x="167" y="316"/>
                  </a:cubicBezTo>
                  <a:cubicBezTo>
                    <a:pt x="168" y="316"/>
                    <a:pt x="169" y="315"/>
                    <a:pt x="169" y="314"/>
                  </a:cubicBezTo>
                  <a:cubicBezTo>
                    <a:pt x="174" y="298"/>
                    <a:pt x="174" y="298"/>
                    <a:pt x="174" y="298"/>
                  </a:cubicBezTo>
                  <a:cubicBezTo>
                    <a:pt x="174" y="298"/>
                    <a:pt x="174" y="298"/>
                    <a:pt x="174" y="297"/>
                  </a:cubicBezTo>
                  <a:cubicBezTo>
                    <a:pt x="174" y="290"/>
                    <a:pt x="174" y="290"/>
                    <a:pt x="174" y="290"/>
                  </a:cubicBezTo>
                  <a:cubicBezTo>
                    <a:pt x="174" y="290"/>
                    <a:pt x="175" y="290"/>
                    <a:pt x="175" y="290"/>
                  </a:cubicBezTo>
                  <a:cubicBezTo>
                    <a:pt x="176" y="290"/>
                    <a:pt x="177" y="290"/>
                    <a:pt x="178" y="289"/>
                  </a:cubicBezTo>
                  <a:cubicBezTo>
                    <a:pt x="186" y="283"/>
                    <a:pt x="190" y="277"/>
                    <a:pt x="190" y="271"/>
                  </a:cubicBezTo>
                  <a:cubicBezTo>
                    <a:pt x="190" y="266"/>
                    <a:pt x="188" y="263"/>
                    <a:pt x="185" y="260"/>
                  </a:cubicBezTo>
                  <a:cubicBezTo>
                    <a:pt x="192" y="255"/>
                    <a:pt x="195" y="249"/>
                    <a:pt x="195" y="244"/>
                  </a:cubicBezTo>
                  <a:cubicBezTo>
                    <a:pt x="194" y="239"/>
                    <a:pt x="191" y="235"/>
                    <a:pt x="187" y="232"/>
                  </a:cubicBezTo>
                  <a:cubicBezTo>
                    <a:pt x="197" y="224"/>
                    <a:pt x="201" y="217"/>
                    <a:pt x="199" y="210"/>
                  </a:cubicBezTo>
                  <a:cubicBezTo>
                    <a:pt x="198" y="203"/>
                    <a:pt x="193" y="199"/>
                    <a:pt x="187" y="197"/>
                  </a:cubicBezTo>
                  <a:cubicBezTo>
                    <a:pt x="202" y="179"/>
                    <a:pt x="207" y="167"/>
                    <a:pt x="202" y="158"/>
                  </a:cubicBezTo>
                  <a:cubicBezTo>
                    <a:pt x="196" y="147"/>
                    <a:pt x="189" y="147"/>
                    <a:pt x="188" y="147"/>
                  </a:cubicBezTo>
                  <a:cubicBezTo>
                    <a:pt x="184" y="148"/>
                    <a:pt x="175" y="152"/>
                    <a:pt x="175" y="155"/>
                  </a:cubicBezTo>
                  <a:cubicBezTo>
                    <a:pt x="175" y="158"/>
                    <a:pt x="177" y="161"/>
                    <a:pt x="180" y="160"/>
                  </a:cubicBezTo>
                  <a:cubicBezTo>
                    <a:pt x="183" y="160"/>
                    <a:pt x="190" y="161"/>
                    <a:pt x="191" y="163"/>
                  </a:cubicBezTo>
                  <a:cubicBezTo>
                    <a:pt x="192" y="164"/>
                    <a:pt x="194" y="171"/>
                    <a:pt x="175" y="193"/>
                  </a:cubicBezTo>
                  <a:cubicBezTo>
                    <a:pt x="175" y="193"/>
                    <a:pt x="174" y="193"/>
                    <a:pt x="174" y="193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99" y="141"/>
                    <a:pt x="234" y="109"/>
                    <a:pt x="234" y="109"/>
                  </a:cubicBezTo>
                  <a:cubicBezTo>
                    <a:pt x="261" y="124"/>
                    <a:pt x="280" y="121"/>
                    <a:pt x="293" y="113"/>
                  </a:cubicBezTo>
                  <a:cubicBezTo>
                    <a:pt x="298" y="105"/>
                    <a:pt x="302" y="98"/>
                    <a:pt x="306" y="90"/>
                  </a:cubicBezTo>
                  <a:cubicBezTo>
                    <a:pt x="307" y="89"/>
                    <a:pt x="307" y="88"/>
                    <a:pt x="308" y="87"/>
                  </a:cubicBezTo>
                  <a:cubicBezTo>
                    <a:pt x="278" y="118"/>
                    <a:pt x="232" y="102"/>
                    <a:pt x="232" y="102"/>
                  </a:cubicBezTo>
                  <a:close/>
                  <a:moveTo>
                    <a:pt x="157" y="277"/>
                  </a:moveTo>
                  <a:cubicBezTo>
                    <a:pt x="154" y="275"/>
                    <a:pt x="152" y="273"/>
                    <a:pt x="153" y="271"/>
                  </a:cubicBezTo>
                  <a:cubicBezTo>
                    <a:pt x="153" y="269"/>
                    <a:pt x="156" y="267"/>
                    <a:pt x="157" y="266"/>
                  </a:cubicBezTo>
                  <a:lnTo>
                    <a:pt x="157" y="277"/>
                  </a:lnTo>
                  <a:close/>
                  <a:moveTo>
                    <a:pt x="157" y="254"/>
                  </a:moveTo>
                  <a:cubicBezTo>
                    <a:pt x="149" y="249"/>
                    <a:pt x="148" y="246"/>
                    <a:pt x="148" y="245"/>
                  </a:cubicBezTo>
                  <a:cubicBezTo>
                    <a:pt x="148" y="243"/>
                    <a:pt x="153" y="240"/>
                    <a:pt x="157" y="238"/>
                  </a:cubicBezTo>
                  <a:lnTo>
                    <a:pt x="157" y="254"/>
                  </a:lnTo>
                  <a:close/>
                  <a:moveTo>
                    <a:pt x="157" y="227"/>
                  </a:moveTo>
                  <a:cubicBezTo>
                    <a:pt x="143" y="217"/>
                    <a:pt x="143" y="213"/>
                    <a:pt x="143" y="212"/>
                  </a:cubicBezTo>
                  <a:cubicBezTo>
                    <a:pt x="144" y="207"/>
                    <a:pt x="156" y="205"/>
                    <a:pt x="157" y="205"/>
                  </a:cubicBezTo>
                  <a:lnTo>
                    <a:pt x="157" y="227"/>
                  </a:lnTo>
                  <a:close/>
                  <a:moveTo>
                    <a:pt x="174" y="277"/>
                  </a:moveTo>
                  <a:cubicBezTo>
                    <a:pt x="174" y="266"/>
                    <a:pt x="174" y="266"/>
                    <a:pt x="174" y="266"/>
                  </a:cubicBezTo>
                  <a:cubicBezTo>
                    <a:pt x="175" y="267"/>
                    <a:pt x="178" y="269"/>
                    <a:pt x="178" y="271"/>
                  </a:cubicBezTo>
                  <a:cubicBezTo>
                    <a:pt x="178" y="273"/>
                    <a:pt x="177" y="275"/>
                    <a:pt x="174" y="277"/>
                  </a:cubicBezTo>
                  <a:close/>
                  <a:moveTo>
                    <a:pt x="174" y="254"/>
                  </a:moveTo>
                  <a:cubicBezTo>
                    <a:pt x="174" y="238"/>
                    <a:pt x="174" y="238"/>
                    <a:pt x="174" y="238"/>
                  </a:cubicBezTo>
                  <a:cubicBezTo>
                    <a:pt x="178" y="240"/>
                    <a:pt x="183" y="243"/>
                    <a:pt x="183" y="245"/>
                  </a:cubicBezTo>
                  <a:cubicBezTo>
                    <a:pt x="183" y="246"/>
                    <a:pt x="181" y="249"/>
                    <a:pt x="174" y="254"/>
                  </a:cubicBezTo>
                  <a:close/>
                  <a:moveTo>
                    <a:pt x="188" y="212"/>
                  </a:moveTo>
                  <a:cubicBezTo>
                    <a:pt x="188" y="213"/>
                    <a:pt x="188" y="217"/>
                    <a:pt x="174" y="227"/>
                  </a:cubicBezTo>
                  <a:cubicBezTo>
                    <a:pt x="174" y="205"/>
                    <a:pt x="174" y="205"/>
                    <a:pt x="174" y="205"/>
                  </a:cubicBezTo>
                  <a:cubicBezTo>
                    <a:pt x="175" y="205"/>
                    <a:pt x="187" y="207"/>
                    <a:pt x="188" y="212"/>
                  </a:cubicBezTo>
                  <a:close/>
                  <a:moveTo>
                    <a:pt x="188" y="212"/>
                  </a:moveTo>
                  <a:cubicBezTo>
                    <a:pt x="188" y="212"/>
                    <a:pt x="188" y="212"/>
                    <a:pt x="188" y="2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3" name="Freeform 23">
              <a:extLst>
                <a:ext uri="{FF2B5EF4-FFF2-40B4-BE49-F238E27FC236}">
                  <a16:creationId xmlns:a16="http://schemas.microsoft.com/office/drawing/2014/main" id="{181DC952-DE8C-B449-87F0-ED62CD54E7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52144" y="2080911"/>
              <a:ext cx="110520" cy="39839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42" y="6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42" h="15">
                  <a:moveTo>
                    <a:pt x="14" y="0"/>
                  </a:moveTo>
                  <a:cubicBezTo>
                    <a:pt x="14" y="0"/>
                    <a:pt x="13" y="11"/>
                    <a:pt x="0" y="14"/>
                  </a:cubicBezTo>
                  <a:cubicBezTo>
                    <a:pt x="0" y="14"/>
                    <a:pt x="23" y="15"/>
                    <a:pt x="42" y="6"/>
                  </a:cubicBezTo>
                  <a:lnTo>
                    <a:pt x="14" y="0"/>
                  </a:ln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4" name="Freeform 24">
              <a:extLst>
                <a:ext uri="{FF2B5EF4-FFF2-40B4-BE49-F238E27FC236}">
                  <a16:creationId xmlns:a16="http://schemas.microsoft.com/office/drawing/2014/main" id="{4F4DE357-16B0-2C4E-AD13-08F95E20E8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27487" y="2006374"/>
              <a:ext cx="259594" cy="77107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98" y="29"/>
                </a:cxn>
                <a:cxn ang="0">
                  <a:pos x="51" y="0"/>
                </a:cxn>
                <a:cxn ang="0">
                  <a:pos x="0" y="10"/>
                </a:cxn>
                <a:cxn ang="0">
                  <a:pos x="13" y="27"/>
                </a:cxn>
                <a:cxn ang="0">
                  <a:pos x="50" y="9"/>
                </a:cxn>
                <a:cxn ang="0">
                  <a:pos x="50" y="9"/>
                </a:cxn>
                <a:cxn ang="0">
                  <a:pos x="50" y="9"/>
                </a:cxn>
              </a:cxnLst>
              <a:rect l="0" t="0" r="r" b="b"/>
              <a:pathLst>
                <a:path w="98" h="29">
                  <a:moveTo>
                    <a:pt x="50" y="9"/>
                  </a:moveTo>
                  <a:cubicBezTo>
                    <a:pt x="50" y="9"/>
                    <a:pt x="89" y="28"/>
                    <a:pt x="98" y="29"/>
                  </a:cubicBezTo>
                  <a:cubicBezTo>
                    <a:pt x="98" y="29"/>
                    <a:pt x="68" y="16"/>
                    <a:pt x="51" y="0"/>
                  </a:cubicBezTo>
                  <a:cubicBezTo>
                    <a:pt x="51" y="0"/>
                    <a:pt x="26" y="16"/>
                    <a:pt x="0" y="10"/>
                  </a:cubicBezTo>
                  <a:cubicBezTo>
                    <a:pt x="4" y="16"/>
                    <a:pt x="9" y="22"/>
                    <a:pt x="13" y="27"/>
                  </a:cubicBezTo>
                  <a:cubicBezTo>
                    <a:pt x="24" y="28"/>
                    <a:pt x="36" y="24"/>
                    <a:pt x="50" y="9"/>
                  </a:cubicBezTo>
                  <a:close/>
                  <a:moveTo>
                    <a:pt x="50" y="9"/>
                  </a:moveTo>
                  <a:cubicBezTo>
                    <a:pt x="50" y="9"/>
                    <a:pt x="50" y="9"/>
                    <a:pt x="50" y="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5" name="Freeform 25">
              <a:extLst>
                <a:ext uri="{FF2B5EF4-FFF2-40B4-BE49-F238E27FC236}">
                  <a16:creationId xmlns:a16="http://schemas.microsoft.com/office/drawing/2014/main" id="{E88DCC5C-55B2-A54B-9028-035CC139D5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2466" y="2043642"/>
              <a:ext cx="195338" cy="77107"/>
            </a:xfrm>
            <a:custGeom>
              <a:avLst/>
              <a:gdLst/>
              <a:ahLst/>
              <a:cxnLst>
                <a:cxn ang="0">
                  <a:pos x="39" y="8"/>
                </a:cxn>
                <a:cxn ang="0">
                  <a:pos x="74" y="16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5" y="23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39" y="8"/>
                </a:cxn>
              </a:cxnLst>
              <a:rect l="0" t="0" r="r" b="b"/>
              <a:pathLst>
                <a:path w="74" h="29">
                  <a:moveTo>
                    <a:pt x="39" y="8"/>
                  </a:moveTo>
                  <a:cubicBezTo>
                    <a:pt x="74" y="16"/>
                    <a:pt x="74" y="16"/>
                    <a:pt x="74" y="16"/>
                  </a:cubicBezTo>
                  <a:cubicBezTo>
                    <a:pt x="74" y="16"/>
                    <a:pt x="59" y="10"/>
                    <a:pt x="35" y="0"/>
                  </a:cubicBezTo>
                  <a:cubicBezTo>
                    <a:pt x="35" y="0"/>
                    <a:pt x="20" y="18"/>
                    <a:pt x="0" y="18"/>
                  </a:cubicBezTo>
                  <a:cubicBezTo>
                    <a:pt x="2" y="19"/>
                    <a:pt x="3" y="21"/>
                    <a:pt x="5" y="23"/>
                  </a:cubicBezTo>
                  <a:cubicBezTo>
                    <a:pt x="18" y="27"/>
                    <a:pt x="35" y="29"/>
                    <a:pt x="39" y="8"/>
                  </a:cubicBezTo>
                  <a:close/>
                  <a:moveTo>
                    <a:pt x="39" y="8"/>
                  </a:moveTo>
                  <a:cubicBezTo>
                    <a:pt x="39" y="8"/>
                    <a:pt x="39" y="8"/>
                    <a:pt x="3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6" name="Freeform 26">
              <a:extLst>
                <a:ext uri="{FF2B5EF4-FFF2-40B4-BE49-F238E27FC236}">
                  <a16:creationId xmlns:a16="http://schemas.microsoft.com/office/drawing/2014/main" id="{AB1510E8-F525-8740-A524-B83F4F980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4589" y="2080911"/>
              <a:ext cx="110520" cy="39839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6"/>
                </a:cxn>
                <a:cxn ang="0">
                  <a:pos x="42" y="14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42" h="15">
                  <a:moveTo>
                    <a:pt x="28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9" y="15"/>
                    <a:pt x="42" y="14"/>
                    <a:pt x="42" y="14"/>
                  </a:cubicBezTo>
                  <a:cubicBezTo>
                    <a:pt x="29" y="11"/>
                    <a:pt x="28" y="0"/>
                    <a:pt x="28" y="0"/>
                  </a:cubicBezTo>
                  <a:close/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7" name="Freeform 27">
              <a:extLst>
                <a:ext uri="{FF2B5EF4-FFF2-40B4-BE49-F238E27FC236}">
                  <a16:creationId xmlns:a16="http://schemas.microsoft.com/office/drawing/2014/main" id="{4CECC5FA-2F19-0047-B0F4-7891CDAB19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00171" y="2006374"/>
              <a:ext cx="259594" cy="77107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0" y="29"/>
                </a:cxn>
                <a:cxn ang="0">
                  <a:pos x="48" y="9"/>
                </a:cxn>
                <a:cxn ang="0">
                  <a:pos x="85" y="27"/>
                </a:cxn>
                <a:cxn ang="0">
                  <a:pos x="98" y="1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</a:cxnLst>
              <a:rect l="0" t="0" r="r" b="b"/>
              <a:pathLst>
                <a:path w="98" h="29">
                  <a:moveTo>
                    <a:pt x="47" y="0"/>
                  </a:moveTo>
                  <a:cubicBezTo>
                    <a:pt x="30" y="16"/>
                    <a:pt x="0" y="29"/>
                    <a:pt x="0" y="29"/>
                  </a:cubicBezTo>
                  <a:cubicBezTo>
                    <a:pt x="9" y="28"/>
                    <a:pt x="48" y="9"/>
                    <a:pt x="48" y="9"/>
                  </a:cubicBezTo>
                  <a:cubicBezTo>
                    <a:pt x="61" y="24"/>
                    <a:pt x="74" y="28"/>
                    <a:pt x="85" y="27"/>
                  </a:cubicBezTo>
                  <a:cubicBezTo>
                    <a:pt x="89" y="22"/>
                    <a:pt x="94" y="16"/>
                    <a:pt x="98" y="10"/>
                  </a:cubicBezTo>
                  <a:cubicBezTo>
                    <a:pt x="72" y="16"/>
                    <a:pt x="47" y="0"/>
                    <a:pt x="47" y="0"/>
                  </a:cubicBezTo>
                  <a:close/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88" name="Freeform 28">
              <a:extLst>
                <a:ext uri="{FF2B5EF4-FFF2-40B4-BE49-F238E27FC236}">
                  <a16:creationId xmlns:a16="http://schemas.microsoft.com/office/drawing/2014/main" id="{68E52DC4-04A4-E846-B9BC-A82DA46A78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448" y="2043642"/>
              <a:ext cx="195338" cy="77107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0" y="16"/>
                </a:cxn>
                <a:cxn ang="0">
                  <a:pos x="35" y="8"/>
                </a:cxn>
                <a:cxn ang="0">
                  <a:pos x="69" y="23"/>
                </a:cxn>
                <a:cxn ang="0">
                  <a:pos x="74" y="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39" y="0"/>
                </a:cxn>
              </a:cxnLst>
              <a:rect l="0" t="0" r="r" b="b"/>
              <a:pathLst>
                <a:path w="74" h="29">
                  <a:moveTo>
                    <a:pt x="39" y="0"/>
                  </a:moveTo>
                  <a:cubicBezTo>
                    <a:pt x="14" y="10"/>
                    <a:pt x="0" y="16"/>
                    <a:pt x="0" y="16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8" y="29"/>
                    <a:pt x="56" y="27"/>
                    <a:pt x="69" y="23"/>
                  </a:cubicBezTo>
                  <a:cubicBezTo>
                    <a:pt x="71" y="21"/>
                    <a:pt x="72" y="19"/>
                    <a:pt x="74" y="18"/>
                  </a:cubicBezTo>
                  <a:cubicBezTo>
                    <a:pt x="54" y="18"/>
                    <a:pt x="39" y="0"/>
                    <a:pt x="39" y="0"/>
                  </a:cubicBezTo>
                  <a:close/>
                  <a:moveTo>
                    <a:pt x="39" y="0"/>
                  </a:move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189" name="Group 74">
            <a:extLst>
              <a:ext uri="{FF2B5EF4-FFF2-40B4-BE49-F238E27FC236}">
                <a16:creationId xmlns:a16="http://schemas.microsoft.com/office/drawing/2014/main" id="{61889B2C-378B-A941-92BE-BAB14CFC78A4}"/>
              </a:ext>
            </a:extLst>
          </p:cNvPr>
          <p:cNvGrpSpPr/>
          <p:nvPr/>
        </p:nvGrpSpPr>
        <p:grpSpPr>
          <a:xfrm>
            <a:off x="5986864" y="2125388"/>
            <a:ext cx="649670" cy="537128"/>
            <a:chOff x="7309384" y="1676401"/>
            <a:chExt cx="752687" cy="622300"/>
          </a:xfrm>
          <a:solidFill>
            <a:schemeClr val="bg1"/>
          </a:solidFill>
        </p:grpSpPr>
        <p:sp>
          <p:nvSpPr>
            <p:cNvPr id="190" name="Freeform 32">
              <a:extLst>
                <a:ext uri="{FF2B5EF4-FFF2-40B4-BE49-F238E27FC236}">
                  <a16:creationId xmlns:a16="http://schemas.microsoft.com/office/drawing/2014/main" id="{CF0D42F4-854B-C448-9EBA-1CA871472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9384" y="1834050"/>
              <a:ext cx="361527" cy="464651"/>
            </a:xfrm>
            <a:custGeom>
              <a:avLst/>
              <a:gdLst/>
              <a:ahLst/>
              <a:cxnLst>
                <a:cxn ang="0">
                  <a:pos x="151" y="136"/>
                </a:cxn>
                <a:cxn ang="0">
                  <a:pos x="97" y="122"/>
                </a:cxn>
                <a:cxn ang="0">
                  <a:pos x="91" y="119"/>
                </a:cxn>
                <a:cxn ang="0">
                  <a:pos x="84" y="113"/>
                </a:cxn>
                <a:cxn ang="0">
                  <a:pos x="75" y="103"/>
                </a:cxn>
                <a:cxn ang="0">
                  <a:pos x="35" y="71"/>
                </a:cxn>
                <a:cxn ang="0">
                  <a:pos x="24" y="80"/>
                </a:cxn>
                <a:cxn ang="0">
                  <a:pos x="47" y="112"/>
                </a:cxn>
                <a:cxn ang="0">
                  <a:pos x="55" y="121"/>
                </a:cxn>
                <a:cxn ang="0">
                  <a:pos x="62" y="129"/>
                </a:cxn>
                <a:cxn ang="0">
                  <a:pos x="46" y="117"/>
                </a:cxn>
                <a:cxn ang="0">
                  <a:pos x="42" y="112"/>
                </a:cxn>
                <a:cxn ang="0">
                  <a:pos x="38" y="105"/>
                </a:cxn>
                <a:cxn ang="0">
                  <a:pos x="33" y="98"/>
                </a:cxn>
                <a:cxn ang="0">
                  <a:pos x="25" y="88"/>
                </a:cxn>
                <a:cxn ang="0">
                  <a:pos x="21" y="83"/>
                </a:cxn>
                <a:cxn ang="0">
                  <a:pos x="28" y="66"/>
                </a:cxn>
                <a:cxn ang="0">
                  <a:pos x="24" y="29"/>
                </a:cxn>
                <a:cxn ang="0">
                  <a:pos x="13" y="1"/>
                </a:cxn>
                <a:cxn ang="0">
                  <a:pos x="8" y="2"/>
                </a:cxn>
                <a:cxn ang="0">
                  <a:pos x="4" y="21"/>
                </a:cxn>
                <a:cxn ang="0">
                  <a:pos x="1" y="74"/>
                </a:cxn>
                <a:cxn ang="0">
                  <a:pos x="38" y="155"/>
                </a:cxn>
                <a:cxn ang="0">
                  <a:pos x="108" y="200"/>
                </a:cxn>
                <a:cxn ang="0">
                  <a:pos x="122" y="223"/>
                </a:cxn>
                <a:cxn ang="0">
                  <a:pos x="122" y="248"/>
                </a:cxn>
                <a:cxn ang="0">
                  <a:pos x="190" y="248"/>
                </a:cxn>
                <a:cxn ang="0">
                  <a:pos x="190" y="225"/>
                </a:cxn>
                <a:cxn ang="0">
                  <a:pos x="191" y="212"/>
                </a:cxn>
                <a:cxn ang="0">
                  <a:pos x="191" y="194"/>
                </a:cxn>
                <a:cxn ang="0">
                  <a:pos x="151" y="136"/>
                </a:cxn>
                <a:cxn ang="0">
                  <a:pos x="151" y="136"/>
                </a:cxn>
                <a:cxn ang="0">
                  <a:pos x="151" y="136"/>
                </a:cxn>
              </a:cxnLst>
              <a:rect l="0" t="0" r="r" b="b"/>
              <a:pathLst>
                <a:path w="193" h="248">
                  <a:moveTo>
                    <a:pt x="151" y="136"/>
                  </a:moveTo>
                  <a:cubicBezTo>
                    <a:pt x="149" y="135"/>
                    <a:pt x="135" y="124"/>
                    <a:pt x="97" y="122"/>
                  </a:cubicBezTo>
                  <a:cubicBezTo>
                    <a:pt x="95" y="121"/>
                    <a:pt x="93" y="120"/>
                    <a:pt x="91" y="119"/>
                  </a:cubicBezTo>
                  <a:cubicBezTo>
                    <a:pt x="88" y="117"/>
                    <a:pt x="86" y="115"/>
                    <a:pt x="84" y="113"/>
                  </a:cubicBezTo>
                  <a:cubicBezTo>
                    <a:pt x="81" y="110"/>
                    <a:pt x="78" y="107"/>
                    <a:pt x="75" y="103"/>
                  </a:cubicBezTo>
                  <a:cubicBezTo>
                    <a:pt x="56" y="77"/>
                    <a:pt x="38" y="72"/>
                    <a:pt x="35" y="71"/>
                  </a:cubicBezTo>
                  <a:cubicBezTo>
                    <a:pt x="32" y="69"/>
                    <a:pt x="18" y="71"/>
                    <a:pt x="24" y="80"/>
                  </a:cubicBezTo>
                  <a:cubicBezTo>
                    <a:pt x="25" y="80"/>
                    <a:pt x="46" y="110"/>
                    <a:pt x="47" y="112"/>
                  </a:cubicBezTo>
                  <a:cubicBezTo>
                    <a:pt x="50" y="116"/>
                    <a:pt x="52" y="118"/>
                    <a:pt x="55" y="121"/>
                  </a:cubicBezTo>
                  <a:cubicBezTo>
                    <a:pt x="57" y="124"/>
                    <a:pt x="60" y="126"/>
                    <a:pt x="62" y="129"/>
                  </a:cubicBezTo>
                  <a:cubicBezTo>
                    <a:pt x="62" y="129"/>
                    <a:pt x="49" y="121"/>
                    <a:pt x="46" y="117"/>
                  </a:cubicBezTo>
                  <a:cubicBezTo>
                    <a:pt x="44" y="116"/>
                    <a:pt x="43" y="113"/>
                    <a:pt x="42" y="112"/>
                  </a:cubicBezTo>
                  <a:cubicBezTo>
                    <a:pt x="41" y="109"/>
                    <a:pt x="40" y="107"/>
                    <a:pt x="38" y="105"/>
                  </a:cubicBezTo>
                  <a:cubicBezTo>
                    <a:pt x="36" y="103"/>
                    <a:pt x="35" y="100"/>
                    <a:pt x="33" y="98"/>
                  </a:cubicBezTo>
                  <a:cubicBezTo>
                    <a:pt x="30" y="95"/>
                    <a:pt x="28" y="91"/>
                    <a:pt x="25" y="88"/>
                  </a:cubicBezTo>
                  <a:cubicBezTo>
                    <a:pt x="24" y="86"/>
                    <a:pt x="22" y="85"/>
                    <a:pt x="21" y="83"/>
                  </a:cubicBezTo>
                  <a:cubicBezTo>
                    <a:pt x="14" y="72"/>
                    <a:pt x="21" y="67"/>
                    <a:pt x="28" y="66"/>
                  </a:cubicBezTo>
                  <a:cubicBezTo>
                    <a:pt x="28" y="65"/>
                    <a:pt x="25" y="34"/>
                    <a:pt x="24" y="29"/>
                  </a:cubicBezTo>
                  <a:cubicBezTo>
                    <a:pt x="23" y="15"/>
                    <a:pt x="21" y="4"/>
                    <a:pt x="13" y="1"/>
                  </a:cubicBezTo>
                  <a:cubicBezTo>
                    <a:pt x="11" y="0"/>
                    <a:pt x="9" y="0"/>
                    <a:pt x="8" y="2"/>
                  </a:cubicBezTo>
                  <a:cubicBezTo>
                    <a:pt x="6" y="4"/>
                    <a:pt x="4" y="15"/>
                    <a:pt x="4" y="21"/>
                  </a:cubicBezTo>
                  <a:cubicBezTo>
                    <a:pt x="4" y="21"/>
                    <a:pt x="0" y="57"/>
                    <a:pt x="1" y="74"/>
                  </a:cubicBezTo>
                  <a:cubicBezTo>
                    <a:pt x="2" y="83"/>
                    <a:pt x="30" y="145"/>
                    <a:pt x="38" y="155"/>
                  </a:cubicBezTo>
                  <a:cubicBezTo>
                    <a:pt x="46" y="164"/>
                    <a:pt x="108" y="200"/>
                    <a:pt x="108" y="200"/>
                  </a:cubicBezTo>
                  <a:cubicBezTo>
                    <a:pt x="111" y="202"/>
                    <a:pt x="122" y="211"/>
                    <a:pt x="122" y="223"/>
                  </a:cubicBezTo>
                  <a:cubicBezTo>
                    <a:pt x="122" y="248"/>
                    <a:pt x="122" y="248"/>
                    <a:pt x="122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25"/>
                    <a:pt x="190" y="225"/>
                    <a:pt x="190" y="225"/>
                  </a:cubicBezTo>
                  <a:cubicBezTo>
                    <a:pt x="190" y="221"/>
                    <a:pt x="191" y="216"/>
                    <a:pt x="191" y="212"/>
                  </a:cubicBezTo>
                  <a:cubicBezTo>
                    <a:pt x="193" y="207"/>
                    <a:pt x="192" y="198"/>
                    <a:pt x="191" y="194"/>
                  </a:cubicBezTo>
                  <a:cubicBezTo>
                    <a:pt x="183" y="159"/>
                    <a:pt x="154" y="138"/>
                    <a:pt x="151" y="136"/>
                  </a:cubicBezTo>
                  <a:close/>
                  <a:moveTo>
                    <a:pt x="151" y="136"/>
                  </a:moveTo>
                  <a:cubicBezTo>
                    <a:pt x="151" y="136"/>
                    <a:pt x="151" y="136"/>
                    <a:pt x="151" y="1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1" name="Freeform 33">
              <a:extLst>
                <a:ext uri="{FF2B5EF4-FFF2-40B4-BE49-F238E27FC236}">
                  <a16:creationId xmlns:a16="http://schemas.microsoft.com/office/drawing/2014/main" id="{28425CED-5087-A045-B0A2-31B431F64D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00544" y="1834050"/>
              <a:ext cx="361527" cy="464651"/>
            </a:xfrm>
            <a:custGeom>
              <a:avLst/>
              <a:gdLst/>
              <a:ahLst/>
              <a:cxnLst>
                <a:cxn ang="0">
                  <a:pos x="189" y="21"/>
                </a:cxn>
                <a:cxn ang="0">
                  <a:pos x="186" y="2"/>
                </a:cxn>
                <a:cxn ang="0">
                  <a:pos x="180" y="1"/>
                </a:cxn>
                <a:cxn ang="0">
                  <a:pos x="169" y="29"/>
                </a:cxn>
                <a:cxn ang="0">
                  <a:pos x="165" y="66"/>
                </a:cxn>
                <a:cxn ang="0">
                  <a:pos x="173" y="83"/>
                </a:cxn>
                <a:cxn ang="0">
                  <a:pos x="168" y="88"/>
                </a:cxn>
                <a:cxn ang="0">
                  <a:pos x="161" y="98"/>
                </a:cxn>
                <a:cxn ang="0">
                  <a:pos x="155" y="105"/>
                </a:cxn>
                <a:cxn ang="0">
                  <a:pos x="151" y="112"/>
                </a:cxn>
                <a:cxn ang="0">
                  <a:pos x="148" y="117"/>
                </a:cxn>
                <a:cxn ang="0">
                  <a:pos x="131" y="129"/>
                </a:cxn>
                <a:cxn ang="0">
                  <a:pos x="138" y="121"/>
                </a:cxn>
                <a:cxn ang="0">
                  <a:pos x="146" y="112"/>
                </a:cxn>
                <a:cxn ang="0">
                  <a:pos x="169" y="80"/>
                </a:cxn>
                <a:cxn ang="0">
                  <a:pos x="158" y="71"/>
                </a:cxn>
                <a:cxn ang="0">
                  <a:pos x="118" y="103"/>
                </a:cxn>
                <a:cxn ang="0">
                  <a:pos x="109" y="113"/>
                </a:cxn>
                <a:cxn ang="0">
                  <a:pos x="102" y="119"/>
                </a:cxn>
                <a:cxn ang="0">
                  <a:pos x="96" y="122"/>
                </a:cxn>
                <a:cxn ang="0">
                  <a:pos x="42" y="136"/>
                </a:cxn>
                <a:cxn ang="0">
                  <a:pos x="2" y="194"/>
                </a:cxn>
                <a:cxn ang="0">
                  <a:pos x="2" y="212"/>
                </a:cxn>
                <a:cxn ang="0">
                  <a:pos x="3" y="225"/>
                </a:cxn>
                <a:cxn ang="0">
                  <a:pos x="3" y="248"/>
                </a:cxn>
                <a:cxn ang="0">
                  <a:pos x="71" y="248"/>
                </a:cxn>
                <a:cxn ang="0">
                  <a:pos x="71" y="223"/>
                </a:cxn>
                <a:cxn ang="0">
                  <a:pos x="85" y="200"/>
                </a:cxn>
                <a:cxn ang="0">
                  <a:pos x="156" y="155"/>
                </a:cxn>
                <a:cxn ang="0">
                  <a:pos x="192" y="74"/>
                </a:cxn>
                <a:cxn ang="0">
                  <a:pos x="189" y="21"/>
                </a:cxn>
                <a:cxn ang="0">
                  <a:pos x="189" y="21"/>
                </a:cxn>
                <a:cxn ang="0">
                  <a:pos x="189" y="21"/>
                </a:cxn>
              </a:cxnLst>
              <a:rect l="0" t="0" r="r" b="b"/>
              <a:pathLst>
                <a:path w="193" h="248">
                  <a:moveTo>
                    <a:pt x="189" y="21"/>
                  </a:moveTo>
                  <a:cubicBezTo>
                    <a:pt x="189" y="15"/>
                    <a:pt x="188" y="4"/>
                    <a:pt x="186" y="2"/>
                  </a:cubicBezTo>
                  <a:cubicBezTo>
                    <a:pt x="184" y="0"/>
                    <a:pt x="183" y="0"/>
                    <a:pt x="180" y="1"/>
                  </a:cubicBezTo>
                  <a:cubicBezTo>
                    <a:pt x="172" y="4"/>
                    <a:pt x="170" y="15"/>
                    <a:pt x="169" y="29"/>
                  </a:cubicBezTo>
                  <a:cubicBezTo>
                    <a:pt x="168" y="34"/>
                    <a:pt x="165" y="65"/>
                    <a:pt x="165" y="66"/>
                  </a:cubicBezTo>
                  <a:cubicBezTo>
                    <a:pt x="172" y="67"/>
                    <a:pt x="179" y="72"/>
                    <a:pt x="173" y="83"/>
                  </a:cubicBezTo>
                  <a:cubicBezTo>
                    <a:pt x="171" y="85"/>
                    <a:pt x="170" y="86"/>
                    <a:pt x="168" y="88"/>
                  </a:cubicBezTo>
                  <a:cubicBezTo>
                    <a:pt x="165" y="91"/>
                    <a:pt x="163" y="95"/>
                    <a:pt x="161" y="98"/>
                  </a:cubicBezTo>
                  <a:cubicBezTo>
                    <a:pt x="159" y="100"/>
                    <a:pt x="157" y="103"/>
                    <a:pt x="155" y="105"/>
                  </a:cubicBezTo>
                  <a:cubicBezTo>
                    <a:pt x="154" y="107"/>
                    <a:pt x="152" y="109"/>
                    <a:pt x="151" y="112"/>
                  </a:cubicBezTo>
                  <a:cubicBezTo>
                    <a:pt x="150" y="113"/>
                    <a:pt x="149" y="116"/>
                    <a:pt x="148" y="117"/>
                  </a:cubicBezTo>
                  <a:cubicBezTo>
                    <a:pt x="144" y="121"/>
                    <a:pt x="131" y="129"/>
                    <a:pt x="131" y="129"/>
                  </a:cubicBezTo>
                  <a:cubicBezTo>
                    <a:pt x="133" y="126"/>
                    <a:pt x="136" y="124"/>
                    <a:pt x="138" y="121"/>
                  </a:cubicBezTo>
                  <a:cubicBezTo>
                    <a:pt x="141" y="118"/>
                    <a:pt x="144" y="116"/>
                    <a:pt x="146" y="112"/>
                  </a:cubicBezTo>
                  <a:cubicBezTo>
                    <a:pt x="147" y="110"/>
                    <a:pt x="168" y="80"/>
                    <a:pt x="169" y="80"/>
                  </a:cubicBezTo>
                  <a:cubicBezTo>
                    <a:pt x="175" y="71"/>
                    <a:pt x="162" y="69"/>
                    <a:pt x="158" y="71"/>
                  </a:cubicBezTo>
                  <a:cubicBezTo>
                    <a:pt x="155" y="72"/>
                    <a:pt x="137" y="77"/>
                    <a:pt x="118" y="103"/>
                  </a:cubicBezTo>
                  <a:cubicBezTo>
                    <a:pt x="115" y="107"/>
                    <a:pt x="112" y="110"/>
                    <a:pt x="109" y="113"/>
                  </a:cubicBezTo>
                  <a:cubicBezTo>
                    <a:pt x="107" y="115"/>
                    <a:pt x="105" y="117"/>
                    <a:pt x="102" y="119"/>
                  </a:cubicBezTo>
                  <a:cubicBezTo>
                    <a:pt x="100" y="120"/>
                    <a:pt x="98" y="121"/>
                    <a:pt x="96" y="122"/>
                  </a:cubicBezTo>
                  <a:cubicBezTo>
                    <a:pt x="58" y="124"/>
                    <a:pt x="44" y="135"/>
                    <a:pt x="42" y="136"/>
                  </a:cubicBezTo>
                  <a:cubicBezTo>
                    <a:pt x="39" y="138"/>
                    <a:pt x="10" y="159"/>
                    <a:pt x="2" y="194"/>
                  </a:cubicBezTo>
                  <a:cubicBezTo>
                    <a:pt x="1" y="198"/>
                    <a:pt x="0" y="207"/>
                    <a:pt x="2" y="212"/>
                  </a:cubicBezTo>
                  <a:cubicBezTo>
                    <a:pt x="2" y="216"/>
                    <a:pt x="3" y="221"/>
                    <a:pt x="3" y="225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71" y="248"/>
                    <a:pt x="71" y="248"/>
                    <a:pt x="71" y="248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11"/>
                    <a:pt x="83" y="202"/>
                    <a:pt x="85" y="200"/>
                  </a:cubicBezTo>
                  <a:cubicBezTo>
                    <a:pt x="85" y="200"/>
                    <a:pt x="148" y="164"/>
                    <a:pt x="156" y="155"/>
                  </a:cubicBezTo>
                  <a:cubicBezTo>
                    <a:pt x="164" y="145"/>
                    <a:pt x="192" y="83"/>
                    <a:pt x="192" y="74"/>
                  </a:cubicBezTo>
                  <a:cubicBezTo>
                    <a:pt x="193" y="57"/>
                    <a:pt x="189" y="21"/>
                    <a:pt x="189" y="21"/>
                  </a:cubicBezTo>
                  <a:close/>
                  <a:moveTo>
                    <a:pt x="189" y="21"/>
                  </a:moveTo>
                  <a:cubicBezTo>
                    <a:pt x="189" y="21"/>
                    <a:pt x="189" y="21"/>
                    <a:pt x="189" y="2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192" name="Freeform 34">
              <a:extLst>
                <a:ext uri="{FF2B5EF4-FFF2-40B4-BE49-F238E27FC236}">
                  <a16:creationId xmlns:a16="http://schemas.microsoft.com/office/drawing/2014/main" id="{048394AF-23FF-5E45-8AF1-68D7F0F22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7551" y="1676401"/>
              <a:ext cx="456354" cy="403013"/>
            </a:xfrm>
            <a:custGeom>
              <a:avLst/>
              <a:gdLst/>
              <a:ahLst/>
              <a:cxnLst>
                <a:cxn ang="0">
                  <a:pos x="163" y="185"/>
                </a:cxn>
                <a:cxn ang="0">
                  <a:pos x="240" y="84"/>
                </a:cxn>
                <a:cxn ang="0">
                  <a:pos x="229" y="26"/>
                </a:cxn>
                <a:cxn ang="0">
                  <a:pos x="176" y="0"/>
                </a:cxn>
                <a:cxn ang="0">
                  <a:pos x="170" y="0"/>
                </a:cxn>
                <a:cxn ang="0">
                  <a:pos x="122" y="17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15" y="26"/>
                </a:cxn>
                <a:cxn ang="0">
                  <a:pos x="4" y="84"/>
                </a:cxn>
                <a:cxn ang="0">
                  <a:pos x="81" y="185"/>
                </a:cxn>
                <a:cxn ang="0">
                  <a:pos x="102" y="206"/>
                </a:cxn>
                <a:cxn ang="0">
                  <a:pos x="122" y="215"/>
                </a:cxn>
                <a:cxn ang="0">
                  <a:pos x="142" y="206"/>
                </a:cxn>
                <a:cxn ang="0">
                  <a:pos x="163" y="185"/>
                </a:cxn>
                <a:cxn ang="0">
                  <a:pos x="81" y="40"/>
                </a:cxn>
                <a:cxn ang="0">
                  <a:pos x="44" y="73"/>
                </a:cxn>
                <a:cxn ang="0">
                  <a:pos x="34" y="83"/>
                </a:cxn>
                <a:cxn ang="0">
                  <a:pos x="24" y="73"/>
                </a:cxn>
                <a:cxn ang="0">
                  <a:pos x="81" y="20"/>
                </a:cxn>
                <a:cxn ang="0">
                  <a:pos x="91" y="30"/>
                </a:cxn>
                <a:cxn ang="0">
                  <a:pos x="81" y="40"/>
                </a:cxn>
                <a:cxn ang="0">
                  <a:pos x="81" y="40"/>
                </a:cxn>
                <a:cxn ang="0">
                  <a:pos x="81" y="40"/>
                </a:cxn>
              </a:cxnLst>
              <a:rect l="0" t="0" r="r" b="b"/>
              <a:pathLst>
                <a:path w="244" h="215">
                  <a:moveTo>
                    <a:pt x="163" y="185"/>
                  </a:moveTo>
                  <a:cubicBezTo>
                    <a:pt x="195" y="155"/>
                    <a:pt x="235" y="118"/>
                    <a:pt x="240" y="84"/>
                  </a:cubicBezTo>
                  <a:cubicBezTo>
                    <a:pt x="244" y="61"/>
                    <a:pt x="240" y="41"/>
                    <a:pt x="229" y="26"/>
                  </a:cubicBezTo>
                  <a:cubicBezTo>
                    <a:pt x="218" y="11"/>
                    <a:pt x="201" y="3"/>
                    <a:pt x="176" y="0"/>
                  </a:cubicBezTo>
                  <a:cubicBezTo>
                    <a:pt x="174" y="0"/>
                    <a:pt x="172" y="0"/>
                    <a:pt x="170" y="0"/>
                  </a:cubicBezTo>
                  <a:cubicBezTo>
                    <a:pt x="153" y="0"/>
                    <a:pt x="135" y="6"/>
                    <a:pt x="122" y="17"/>
                  </a:cubicBezTo>
                  <a:cubicBezTo>
                    <a:pt x="109" y="6"/>
                    <a:pt x="92" y="0"/>
                    <a:pt x="74" y="0"/>
                  </a:cubicBezTo>
                  <a:cubicBezTo>
                    <a:pt x="72" y="0"/>
                    <a:pt x="70" y="0"/>
                    <a:pt x="68" y="0"/>
                  </a:cubicBezTo>
                  <a:cubicBezTo>
                    <a:pt x="44" y="3"/>
                    <a:pt x="26" y="11"/>
                    <a:pt x="15" y="26"/>
                  </a:cubicBezTo>
                  <a:cubicBezTo>
                    <a:pt x="4" y="41"/>
                    <a:pt x="0" y="61"/>
                    <a:pt x="4" y="84"/>
                  </a:cubicBezTo>
                  <a:cubicBezTo>
                    <a:pt x="9" y="118"/>
                    <a:pt x="49" y="155"/>
                    <a:pt x="81" y="185"/>
                  </a:cubicBezTo>
                  <a:cubicBezTo>
                    <a:pt x="81" y="185"/>
                    <a:pt x="97" y="201"/>
                    <a:pt x="102" y="206"/>
                  </a:cubicBezTo>
                  <a:cubicBezTo>
                    <a:pt x="106" y="209"/>
                    <a:pt x="114" y="215"/>
                    <a:pt x="122" y="215"/>
                  </a:cubicBezTo>
                  <a:cubicBezTo>
                    <a:pt x="131" y="215"/>
                    <a:pt x="138" y="209"/>
                    <a:pt x="142" y="206"/>
                  </a:cubicBezTo>
                  <a:cubicBezTo>
                    <a:pt x="147" y="201"/>
                    <a:pt x="163" y="185"/>
                    <a:pt x="163" y="185"/>
                  </a:cubicBezTo>
                  <a:close/>
                  <a:moveTo>
                    <a:pt x="81" y="40"/>
                  </a:moveTo>
                  <a:cubicBezTo>
                    <a:pt x="61" y="40"/>
                    <a:pt x="44" y="55"/>
                    <a:pt x="44" y="73"/>
                  </a:cubicBezTo>
                  <a:cubicBezTo>
                    <a:pt x="44" y="78"/>
                    <a:pt x="40" y="83"/>
                    <a:pt x="34" y="83"/>
                  </a:cubicBezTo>
                  <a:cubicBezTo>
                    <a:pt x="29" y="83"/>
                    <a:pt x="24" y="78"/>
                    <a:pt x="24" y="73"/>
                  </a:cubicBezTo>
                  <a:cubicBezTo>
                    <a:pt x="24" y="44"/>
                    <a:pt x="50" y="20"/>
                    <a:pt x="81" y="20"/>
                  </a:cubicBezTo>
                  <a:cubicBezTo>
                    <a:pt x="87" y="20"/>
                    <a:pt x="91" y="24"/>
                    <a:pt x="91" y="30"/>
                  </a:cubicBezTo>
                  <a:cubicBezTo>
                    <a:pt x="91" y="35"/>
                    <a:pt x="87" y="40"/>
                    <a:pt x="81" y="40"/>
                  </a:cubicBezTo>
                  <a:close/>
                  <a:moveTo>
                    <a:pt x="81" y="40"/>
                  </a:moveTo>
                  <a:cubicBezTo>
                    <a:pt x="81" y="40"/>
                    <a:pt x="81" y="40"/>
                    <a:pt x="81" y="4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55" name="Freeform 11">
            <a:extLst>
              <a:ext uri="{FF2B5EF4-FFF2-40B4-BE49-F238E27FC236}">
                <a16:creationId xmlns:a16="http://schemas.microsoft.com/office/drawing/2014/main" id="{AE22786A-D27B-954E-974E-4DCA7BA42A05}"/>
              </a:ext>
            </a:extLst>
          </p:cNvPr>
          <p:cNvSpPr>
            <a:spLocks noEditPoints="1"/>
          </p:cNvSpPr>
          <p:nvPr/>
        </p:nvSpPr>
        <p:spPr bwMode="auto">
          <a:xfrm>
            <a:off x="5500066" y="2979076"/>
            <a:ext cx="703822" cy="647290"/>
          </a:xfrm>
          <a:custGeom>
            <a:avLst/>
            <a:gdLst/>
            <a:ahLst/>
            <a:cxnLst>
              <a:cxn ang="0">
                <a:pos x="102" y="42"/>
              </a:cxn>
              <a:cxn ang="0">
                <a:pos x="102" y="41"/>
              </a:cxn>
              <a:cxn ang="0">
                <a:pos x="102" y="41"/>
              </a:cxn>
              <a:cxn ang="0">
                <a:pos x="102" y="41"/>
              </a:cxn>
              <a:cxn ang="0">
                <a:pos x="86" y="35"/>
              </a:cxn>
              <a:cxn ang="0">
                <a:pos x="100" y="13"/>
              </a:cxn>
              <a:cxn ang="0">
                <a:pos x="99" y="4"/>
              </a:cxn>
              <a:cxn ang="0">
                <a:pos x="97" y="2"/>
              </a:cxn>
              <a:cxn ang="0">
                <a:pos x="88" y="3"/>
              </a:cxn>
              <a:cxn ang="0">
                <a:pos x="57" y="32"/>
              </a:cxn>
              <a:cxn ang="0">
                <a:pos x="51" y="32"/>
              </a:cxn>
              <a:cxn ang="0">
                <a:pos x="0" y="41"/>
              </a:cxn>
              <a:cxn ang="0">
                <a:pos x="0" y="41"/>
              </a:cxn>
              <a:cxn ang="0">
                <a:pos x="0" y="41"/>
              </a:cxn>
              <a:cxn ang="0">
                <a:pos x="0" y="42"/>
              </a:cxn>
              <a:cxn ang="0">
                <a:pos x="0" y="42"/>
              </a:cxn>
              <a:cxn ang="0">
                <a:pos x="0" y="42"/>
              </a:cxn>
              <a:cxn ang="0">
                <a:pos x="51" y="94"/>
              </a:cxn>
              <a:cxn ang="0">
                <a:pos x="102" y="42"/>
              </a:cxn>
              <a:cxn ang="0">
                <a:pos x="102" y="42"/>
              </a:cxn>
              <a:cxn ang="0">
                <a:pos x="102" y="42"/>
              </a:cxn>
              <a:cxn ang="0">
                <a:pos x="85" y="10"/>
              </a:cxn>
              <a:cxn ang="0">
                <a:pos x="88" y="13"/>
              </a:cxn>
              <a:cxn ang="0">
                <a:pos x="85" y="15"/>
              </a:cxn>
              <a:cxn ang="0">
                <a:pos x="83" y="13"/>
              </a:cxn>
              <a:cxn ang="0">
                <a:pos x="85" y="10"/>
              </a:cxn>
              <a:cxn ang="0">
                <a:pos x="79" y="16"/>
              </a:cxn>
              <a:cxn ang="0">
                <a:pos x="81" y="16"/>
              </a:cxn>
              <a:cxn ang="0">
                <a:pos x="81" y="18"/>
              </a:cxn>
              <a:cxn ang="0">
                <a:pos x="60" y="40"/>
              </a:cxn>
              <a:cxn ang="0">
                <a:pos x="58" y="41"/>
              </a:cxn>
              <a:cxn ang="0">
                <a:pos x="57" y="40"/>
              </a:cxn>
              <a:cxn ang="0">
                <a:pos x="57" y="38"/>
              </a:cxn>
              <a:cxn ang="0">
                <a:pos x="79" y="16"/>
              </a:cxn>
              <a:cxn ang="0">
                <a:pos x="51" y="51"/>
              </a:cxn>
              <a:cxn ang="0">
                <a:pos x="9" y="44"/>
              </a:cxn>
              <a:cxn ang="0">
                <a:pos x="51" y="37"/>
              </a:cxn>
              <a:cxn ang="0">
                <a:pos x="52" y="37"/>
              </a:cxn>
              <a:cxn ang="0">
                <a:pos x="42" y="47"/>
              </a:cxn>
              <a:cxn ang="0">
                <a:pos x="79" y="46"/>
              </a:cxn>
              <a:cxn ang="0">
                <a:pos x="83" y="39"/>
              </a:cxn>
              <a:cxn ang="0">
                <a:pos x="93" y="44"/>
              </a:cxn>
              <a:cxn ang="0">
                <a:pos x="51" y="51"/>
              </a:cxn>
              <a:cxn ang="0">
                <a:pos x="51" y="51"/>
              </a:cxn>
              <a:cxn ang="0">
                <a:pos x="51" y="51"/>
              </a:cxn>
            </a:cxnLst>
            <a:rect l="0" t="0" r="r" b="b"/>
            <a:pathLst>
              <a:path w="102" h="94">
                <a:moveTo>
                  <a:pt x="102" y="42"/>
                </a:moveTo>
                <a:cubicBezTo>
                  <a:pt x="102" y="42"/>
                  <a:pt x="102" y="42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1" y="39"/>
                  <a:pt x="95" y="37"/>
                  <a:pt x="86" y="35"/>
                </a:cubicBezTo>
                <a:cubicBezTo>
                  <a:pt x="100" y="13"/>
                  <a:pt x="100" y="13"/>
                  <a:pt x="100" y="13"/>
                </a:cubicBezTo>
                <a:cubicBezTo>
                  <a:pt x="102" y="10"/>
                  <a:pt x="101" y="6"/>
                  <a:pt x="99" y="4"/>
                </a:cubicBezTo>
                <a:cubicBezTo>
                  <a:pt x="97" y="2"/>
                  <a:pt x="97" y="2"/>
                  <a:pt x="97" y="2"/>
                </a:cubicBezTo>
                <a:cubicBezTo>
                  <a:pt x="94" y="0"/>
                  <a:pt x="90" y="1"/>
                  <a:pt x="88" y="3"/>
                </a:cubicBezTo>
                <a:cubicBezTo>
                  <a:pt x="57" y="32"/>
                  <a:pt x="57" y="32"/>
                  <a:pt x="57" y="32"/>
                </a:cubicBezTo>
                <a:cubicBezTo>
                  <a:pt x="55" y="32"/>
                  <a:pt x="53" y="32"/>
                  <a:pt x="51" y="32"/>
                </a:cubicBezTo>
                <a:cubicBezTo>
                  <a:pt x="24" y="32"/>
                  <a:pt x="2" y="36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71"/>
                  <a:pt x="23" y="94"/>
                  <a:pt x="51" y="94"/>
                </a:cubicBezTo>
                <a:cubicBezTo>
                  <a:pt x="79" y="94"/>
                  <a:pt x="102" y="70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102" y="42"/>
                  <a:pt x="102" y="42"/>
                  <a:pt x="102" y="42"/>
                </a:cubicBezTo>
                <a:close/>
                <a:moveTo>
                  <a:pt x="85" y="10"/>
                </a:moveTo>
                <a:cubicBezTo>
                  <a:pt x="87" y="10"/>
                  <a:pt x="88" y="11"/>
                  <a:pt x="88" y="13"/>
                </a:cubicBezTo>
                <a:cubicBezTo>
                  <a:pt x="88" y="14"/>
                  <a:pt x="87" y="15"/>
                  <a:pt x="85" y="15"/>
                </a:cubicBezTo>
                <a:cubicBezTo>
                  <a:pt x="84" y="15"/>
                  <a:pt x="83" y="14"/>
                  <a:pt x="83" y="13"/>
                </a:cubicBezTo>
                <a:cubicBezTo>
                  <a:pt x="83" y="11"/>
                  <a:pt x="84" y="10"/>
                  <a:pt x="85" y="10"/>
                </a:cubicBezTo>
                <a:close/>
                <a:moveTo>
                  <a:pt x="79" y="16"/>
                </a:moveTo>
                <a:cubicBezTo>
                  <a:pt x="79" y="15"/>
                  <a:pt x="81" y="15"/>
                  <a:pt x="81" y="16"/>
                </a:cubicBezTo>
                <a:cubicBezTo>
                  <a:pt x="82" y="17"/>
                  <a:pt x="82" y="18"/>
                  <a:pt x="81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59" y="41"/>
                  <a:pt x="59" y="41"/>
                  <a:pt x="58" y="41"/>
                </a:cubicBezTo>
                <a:cubicBezTo>
                  <a:pt x="58" y="41"/>
                  <a:pt x="57" y="41"/>
                  <a:pt x="57" y="40"/>
                </a:cubicBezTo>
                <a:cubicBezTo>
                  <a:pt x="56" y="40"/>
                  <a:pt x="56" y="38"/>
                  <a:pt x="57" y="38"/>
                </a:cubicBezTo>
                <a:lnTo>
                  <a:pt x="79" y="16"/>
                </a:lnTo>
                <a:close/>
                <a:moveTo>
                  <a:pt x="51" y="51"/>
                </a:moveTo>
                <a:cubicBezTo>
                  <a:pt x="28" y="51"/>
                  <a:pt x="9" y="48"/>
                  <a:pt x="9" y="44"/>
                </a:cubicBezTo>
                <a:cubicBezTo>
                  <a:pt x="9" y="40"/>
                  <a:pt x="28" y="37"/>
                  <a:pt x="51" y="37"/>
                </a:cubicBezTo>
                <a:cubicBezTo>
                  <a:pt x="51" y="37"/>
                  <a:pt x="52" y="37"/>
                  <a:pt x="52" y="3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61" y="49"/>
                  <a:pt x="79" y="46"/>
                </a:cubicBezTo>
                <a:cubicBezTo>
                  <a:pt x="83" y="39"/>
                  <a:pt x="83" y="39"/>
                  <a:pt x="83" y="39"/>
                </a:cubicBezTo>
                <a:cubicBezTo>
                  <a:pt x="89" y="41"/>
                  <a:pt x="93" y="42"/>
                  <a:pt x="93" y="44"/>
                </a:cubicBezTo>
                <a:cubicBezTo>
                  <a:pt x="93" y="48"/>
                  <a:pt x="74" y="51"/>
                  <a:pt x="51" y="51"/>
                </a:cubicBezTo>
                <a:close/>
                <a:moveTo>
                  <a:pt x="51" y="51"/>
                </a:moveTo>
                <a:cubicBezTo>
                  <a:pt x="51" y="51"/>
                  <a:pt x="51" y="51"/>
                  <a:pt x="51" y="51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56" name="Group 14">
            <a:extLst>
              <a:ext uri="{FF2B5EF4-FFF2-40B4-BE49-F238E27FC236}">
                <a16:creationId xmlns:a16="http://schemas.microsoft.com/office/drawing/2014/main" id="{7D72A3C0-7230-354A-9F4A-A2C9157489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82674" y="2976515"/>
            <a:ext cx="649851" cy="649851"/>
            <a:chOff x="2761" y="1501"/>
            <a:chExt cx="487" cy="487"/>
          </a:xfrm>
          <a:solidFill>
            <a:schemeClr val="bg1"/>
          </a:solidFill>
        </p:grpSpPr>
        <p:sp>
          <p:nvSpPr>
            <p:cNvPr id="257" name="Freeform 15">
              <a:extLst>
                <a:ext uri="{FF2B5EF4-FFF2-40B4-BE49-F238E27FC236}">
                  <a16:creationId xmlns:a16="http://schemas.microsoft.com/office/drawing/2014/main" id="{F3C0FD6B-CF80-DD4B-8446-0929E79254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1" y="1549"/>
              <a:ext cx="487" cy="439"/>
            </a:xfrm>
            <a:custGeom>
              <a:avLst/>
              <a:gdLst/>
              <a:ahLst/>
              <a:cxnLst>
                <a:cxn ang="0">
                  <a:pos x="64" y="30"/>
                </a:cxn>
                <a:cxn ang="0">
                  <a:pos x="76" y="36"/>
                </a:cxn>
                <a:cxn ang="0">
                  <a:pos x="93" y="41"/>
                </a:cxn>
                <a:cxn ang="0">
                  <a:pos x="102" y="40"/>
                </a:cxn>
                <a:cxn ang="0">
                  <a:pos x="102" y="4"/>
                </a:cxn>
                <a:cxn ang="0">
                  <a:pos x="97" y="0"/>
                </a:cxn>
                <a:cxn ang="0">
                  <a:pos x="85" y="0"/>
                </a:cxn>
                <a:cxn ang="0">
                  <a:pos x="80" y="4"/>
                </a:cxn>
                <a:cxn ang="0">
                  <a:pos x="80" y="10"/>
                </a:cxn>
                <a:cxn ang="0">
                  <a:pos x="76" y="14"/>
                </a:cxn>
                <a:cxn ang="0">
                  <a:pos x="26" y="14"/>
                </a:cxn>
                <a:cxn ang="0">
                  <a:pos x="22" y="10"/>
                </a:cxn>
                <a:cxn ang="0">
                  <a:pos x="22" y="4"/>
                </a:cxn>
                <a:cxn ang="0">
                  <a:pos x="17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5"/>
                </a:cxn>
                <a:cxn ang="0">
                  <a:pos x="6" y="70"/>
                </a:cxn>
                <a:cxn ang="0">
                  <a:pos x="8" y="67"/>
                </a:cxn>
                <a:cxn ang="0">
                  <a:pos x="17" y="52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20" y="41"/>
                </a:cxn>
                <a:cxn ang="0">
                  <a:pos x="35" y="41"/>
                </a:cxn>
                <a:cxn ang="0">
                  <a:pos x="38" y="46"/>
                </a:cxn>
                <a:cxn ang="0">
                  <a:pos x="45" y="53"/>
                </a:cxn>
                <a:cxn ang="0">
                  <a:pos x="49" y="56"/>
                </a:cxn>
                <a:cxn ang="0">
                  <a:pos x="49" y="72"/>
                </a:cxn>
                <a:cxn ang="0">
                  <a:pos x="36" y="74"/>
                </a:cxn>
                <a:cxn ang="0">
                  <a:pos x="19" y="80"/>
                </a:cxn>
                <a:cxn ang="0">
                  <a:pos x="6" y="92"/>
                </a:cxn>
                <a:cxn ang="0">
                  <a:pos x="97" y="92"/>
                </a:cxn>
                <a:cxn ang="0">
                  <a:pos x="102" y="87"/>
                </a:cxn>
                <a:cxn ang="0">
                  <a:pos x="102" y="57"/>
                </a:cxn>
                <a:cxn ang="0">
                  <a:pos x="98" y="57"/>
                </a:cxn>
                <a:cxn ang="0">
                  <a:pos x="94" y="58"/>
                </a:cxn>
                <a:cxn ang="0">
                  <a:pos x="78" y="65"/>
                </a:cxn>
                <a:cxn ang="0">
                  <a:pos x="78" y="67"/>
                </a:cxn>
                <a:cxn ang="0">
                  <a:pos x="77" y="67"/>
                </a:cxn>
                <a:cxn ang="0">
                  <a:pos x="77" y="67"/>
                </a:cxn>
                <a:cxn ang="0">
                  <a:pos x="69" y="72"/>
                </a:cxn>
                <a:cxn ang="0">
                  <a:pos x="57" y="63"/>
                </a:cxn>
                <a:cxn ang="0">
                  <a:pos x="58" y="57"/>
                </a:cxn>
                <a:cxn ang="0">
                  <a:pos x="56" y="47"/>
                </a:cxn>
                <a:cxn ang="0">
                  <a:pos x="55" y="42"/>
                </a:cxn>
                <a:cxn ang="0">
                  <a:pos x="64" y="30"/>
                </a:cxn>
                <a:cxn ang="0">
                  <a:pos x="48" y="46"/>
                </a:cxn>
                <a:cxn ang="0">
                  <a:pos x="39" y="39"/>
                </a:cxn>
                <a:cxn ang="0">
                  <a:pos x="49" y="31"/>
                </a:cxn>
                <a:cxn ang="0">
                  <a:pos x="48" y="46"/>
                </a:cxn>
                <a:cxn ang="0">
                  <a:pos x="48" y="46"/>
                </a:cxn>
                <a:cxn ang="0">
                  <a:pos x="48" y="46"/>
                </a:cxn>
              </a:cxnLst>
              <a:rect l="0" t="0" r="r" b="b"/>
              <a:pathLst>
                <a:path w="102" h="92">
                  <a:moveTo>
                    <a:pt x="64" y="30"/>
                  </a:moveTo>
                  <a:cubicBezTo>
                    <a:pt x="69" y="30"/>
                    <a:pt x="74" y="32"/>
                    <a:pt x="76" y="36"/>
                  </a:cubicBezTo>
                  <a:cubicBezTo>
                    <a:pt x="76" y="38"/>
                    <a:pt x="80" y="42"/>
                    <a:pt x="93" y="41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2"/>
                    <a:pt x="100" y="0"/>
                    <a:pt x="9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2" y="0"/>
                    <a:pt x="80" y="2"/>
                    <a:pt x="80" y="4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2"/>
                    <a:pt x="78" y="14"/>
                    <a:pt x="7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4" y="14"/>
                    <a:pt x="22" y="12"/>
                    <a:pt x="22" y="1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69"/>
                    <a:pt x="8" y="67"/>
                  </a:cubicBezTo>
                  <a:cubicBezTo>
                    <a:pt x="16" y="59"/>
                    <a:pt x="17" y="54"/>
                    <a:pt x="17" y="52"/>
                  </a:cubicBezTo>
                  <a:cubicBezTo>
                    <a:pt x="17" y="51"/>
                    <a:pt x="16" y="51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47"/>
                    <a:pt x="17" y="43"/>
                    <a:pt x="20" y="41"/>
                  </a:cubicBezTo>
                  <a:cubicBezTo>
                    <a:pt x="24" y="36"/>
                    <a:pt x="31" y="37"/>
                    <a:pt x="35" y="41"/>
                  </a:cubicBezTo>
                  <a:cubicBezTo>
                    <a:pt x="37" y="43"/>
                    <a:pt x="38" y="44"/>
                    <a:pt x="38" y="46"/>
                  </a:cubicBezTo>
                  <a:cubicBezTo>
                    <a:pt x="39" y="48"/>
                    <a:pt x="40" y="51"/>
                    <a:pt x="45" y="53"/>
                  </a:cubicBezTo>
                  <a:cubicBezTo>
                    <a:pt x="46" y="54"/>
                    <a:pt x="48" y="55"/>
                    <a:pt x="49" y="56"/>
                  </a:cubicBezTo>
                  <a:cubicBezTo>
                    <a:pt x="54" y="61"/>
                    <a:pt x="53" y="68"/>
                    <a:pt x="49" y="72"/>
                  </a:cubicBezTo>
                  <a:cubicBezTo>
                    <a:pt x="45" y="75"/>
                    <a:pt x="40" y="76"/>
                    <a:pt x="36" y="74"/>
                  </a:cubicBezTo>
                  <a:cubicBezTo>
                    <a:pt x="35" y="73"/>
                    <a:pt x="29" y="72"/>
                    <a:pt x="19" y="80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100" y="92"/>
                    <a:pt x="102" y="90"/>
                    <a:pt x="102" y="8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98" y="57"/>
                    <a:pt x="98" y="57"/>
                    <a:pt x="98" y="57"/>
                  </a:cubicBezTo>
                  <a:cubicBezTo>
                    <a:pt x="98" y="57"/>
                    <a:pt x="97" y="58"/>
                    <a:pt x="94" y="58"/>
                  </a:cubicBezTo>
                  <a:cubicBezTo>
                    <a:pt x="83" y="60"/>
                    <a:pt x="79" y="63"/>
                    <a:pt x="78" y="65"/>
                  </a:cubicBezTo>
                  <a:cubicBezTo>
                    <a:pt x="78" y="66"/>
                    <a:pt x="78" y="66"/>
                    <a:pt x="78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6" y="70"/>
                    <a:pt x="73" y="72"/>
                    <a:pt x="69" y="72"/>
                  </a:cubicBezTo>
                  <a:cubicBezTo>
                    <a:pt x="63" y="73"/>
                    <a:pt x="57" y="69"/>
                    <a:pt x="57" y="63"/>
                  </a:cubicBezTo>
                  <a:cubicBezTo>
                    <a:pt x="56" y="61"/>
                    <a:pt x="57" y="59"/>
                    <a:pt x="58" y="57"/>
                  </a:cubicBezTo>
                  <a:cubicBezTo>
                    <a:pt x="58" y="55"/>
                    <a:pt x="59" y="52"/>
                    <a:pt x="56" y="47"/>
                  </a:cubicBezTo>
                  <a:cubicBezTo>
                    <a:pt x="55" y="46"/>
                    <a:pt x="55" y="44"/>
                    <a:pt x="55" y="42"/>
                  </a:cubicBezTo>
                  <a:cubicBezTo>
                    <a:pt x="54" y="36"/>
                    <a:pt x="58" y="31"/>
                    <a:pt x="64" y="30"/>
                  </a:cubicBezTo>
                  <a:close/>
                  <a:moveTo>
                    <a:pt x="48" y="46"/>
                  </a:moveTo>
                  <a:cubicBezTo>
                    <a:pt x="45" y="47"/>
                    <a:pt x="39" y="39"/>
                    <a:pt x="39" y="39"/>
                  </a:cubicBezTo>
                  <a:cubicBezTo>
                    <a:pt x="35" y="34"/>
                    <a:pt x="47" y="30"/>
                    <a:pt x="49" y="31"/>
                  </a:cubicBezTo>
                  <a:cubicBezTo>
                    <a:pt x="51" y="33"/>
                    <a:pt x="51" y="46"/>
                    <a:pt x="48" y="46"/>
                  </a:cubicBezTo>
                  <a:close/>
                  <a:moveTo>
                    <a:pt x="48" y="46"/>
                  </a:moveTo>
                  <a:cubicBezTo>
                    <a:pt x="48" y="46"/>
                    <a:pt x="48" y="46"/>
                    <a:pt x="48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663AACCB-5E40-1A47-B412-1EA08BEA6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0" y="1501"/>
              <a:ext cx="229" cy="91"/>
            </a:xfrm>
            <a:custGeom>
              <a:avLst/>
              <a:gdLst/>
              <a:ahLst/>
              <a:cxnLst>
                <a:cxn ang="0">
                  <a:pos x="48" y="4"/>
                </a:cxn>
                <a:cxn ang="0">
                  <a:pos x="44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15"/>
                </a:cxn>
                <a:cxn ang="0">
                  <a:pos x="4" y="19"/>
                </a:cxn>
                <a:cxn ang="0">
                  <a:pos x="44" y="19"/>
                </a:cxn>
                <a:cxn ang="0">
                  <a:pos x="48" y="15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4"/>
                </a:cxn>
              </a:cxnLst>
              <a:rect l="0" t="0" r="r" b="b"/>
              <a:pathLst>
                <a:path w="48" h="19">
                  <a:moveTo>
                    <a:pt x="48" y="4"/>
                  </a:moveTo>
                  <a:cubicBezTo>
                    <a:pt x="48" y="2"/>
                    <a:pt x="46" y="0"/>
                    <a:pt x="4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2" y="19"/>
                    <a:pt x="4" y="19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6" y="19"/>
                    <a:pt x="48" y="17"/>
                    <a:pt x="48" y="15"/>
                  </a:cubicBezTo>
                  <a:lnTo>
                    <a:pt x="48" y="4"/>
                  </a:lnTo>
                  <a:close/>
                  <a:moveTo>
                    <a:pt x="48" y="4"/>
                  </a:moveTo>
                  <a:cubicBezTo>
                    <a:pt x="48" y="4"/>
                    <a:pt x="48" y="4"/>
                    <a:pt x="48" y="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59" name="Group 19">
            <a:extLst>
              <a:ext uri="{FF2B5EF4-FFF2-40B4-BE49-F238E27FC236}">
                <a16:creationId xmlns:a16="http://schemas.microsoft.com/office/drawing/2014/main" id="{6F38DBB6-957A-5E49-A3DE-D807E21976F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5598" y="3005382"/>
            <a:ext cx="624454" cy="620984"/>
            <a:chOff x="3008" y="1466"/>
            <a:chExt cx="540" cy="537"/>
          </a:xfrm>
          <a:solidFill>
            <a:schemeClr val="bg1"/>
          </a:solidFill>
        </p:grpSpPr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03FEF1D0-9C34-9A45-AEF3-FA53A6CB6B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94"/>
              <a:ext cx="340" cy="310"/>
            </a:xfrm>
            <a:custGeom>
              <a:avLst/>
              <a:gdLst/>
              <a:ahLst/>
              <a:cxnLst>
                <a:cxn ang="0">
                  <a:pos x="274" y="68"/>
                </a:cxn>
                <a:cxn ang="0">
                  <a:pos x="73" y="40"/>
                </a:cxn>
                <a:cxn ang="0">
                  <a:pos x="0" y="0"/>
                </a:cxn>
                <a:cxn ang="0">
                  <a:pos x="0" y="240"/>
                </a:cxn>
                <a:cxn ang="0">
                  <a:pos x="14" y="223"/>
                </a:cxn>
                <a:cxn ang="0">
                  <a:pos x="66" y="208"/>
                </a:cxn>
                <a:cxn ang="0">
                  <a:pos x="81" y="209"/>
                </a:cxn>
                <a:cxn ang="0">
                  <a:pos x="96" y="209"/>
                </a:cxn>
                <a:cxn ang="0">
                  <a:pos x="112" y="208"/>
                </a:cxn>
                <a:cxn ang="0">
                  <a:pos x="116" y="208"/>
                </a:cxn>
                <a:cxn ang="0">
                  <a:pos x="145" y="227"/>
                </a:cxn>
                <a:cxn ang="0">
                  <a:pos x="161" y="255"/>
                </a:cxn>
                <a:cxn ang="0">
                  <a:pos x="181" y="302"/>
                </a:cxn>
                <a:cxn ang="0">
                  <a:pos x="155" y="362"/>
                </a:cxn>
                <a:cxn ang="0">
                  <a:pos x="154" y="363"/>
                </a:cxn>
                <a:cxn ang="0">
                  <a:pos x="153" y="364"/>
                </a:cxn>
                <a:cxn ang="0">
                  <a:pos x="154" y="363"/>
                </a:cxn>
                <a:cxn ang="0">
                  <a:pos x="167" y="362"/>
                </a:cxn>
                <a:cxn ang="0">
                  <a:pos x="219" y="388"/>
                </a:cxn>
                <a:cxn ang="0">
                  <a:pos x="237" y="430"/>
                </a:cxn>
                <a:cxn ang="0">
                  <a:pos x="248" y="459"/>
                </a:cxn>
                <a:cxn ang="0">
                  <a:pos x="240" y="497"/>
                </a:cxn>
                <a:cxn ang="0">
                  <a:pos x="239" y="498"/>
                </a:cxn>
                <a:cxn ang="0">
                  <a:pos x="274" y="499"/>
                </a:cxn>
                <a:cxn ang="0">
                  <a:pos x="547" y="407"/>
                </a:cxn>
                <a:cxn ang="0">
                  <a:pos x="547" y="343"/>
                </a:cxn>
                <a:cxn ang="0">
                  <a:pos x="311" y="416"/>
                </a:cxn>
                <a:cxn ang="0">
                  <a:pos x="283" y="389"/>
                </a:cxn>
                <a:cxn ang="0">
                  <a:pos x="283" y="174"/>
                </a:cxn>
                <a:cxn ang="0">
                  <a:pos x="309" y="147"/>
                </a:cxn>
                <a:cxn ang="0">
                  <a:pos x="547" y="83"/>
                </a:cxn>
                <a:cxn ang="0">
                  <a:pos x="547" y="0"/>
                </a:cxn>
                <a:cxn ang="0">
                  <a:pos x="474" y="40"/>
                </a:cxn>
                <a:cxn ang="0">
                  <a:pos x="274" y="68"/>
                </a:cxn>
                <a:cxn ang="0">
                  <a:pos x="274" y="68"/>
                </a:cxn>
                <a:cxn ang="0">
                  <a:pos x="274" y="68"/>
                </a:cxn>
              </a:cxnLst>
              <a:rect l="0" t="0" r="r" b="b"/>
              <a:pathLst>
                <a:path w="547" h="499">
                  <a:moveTo>
                    <a:pt x="274" y="68"/>
                  </a:moveTo>
                  <a:cubicBezTo>
                    <a:pt x="198" y="68"/>
                    <a:pt x="127" y="58"/>
                    <a:pt x="73" y="40"/>
                  </a:cubicBezTo>
                  <a:cubicBezTo>
                    <a:pt x="37" y="28"/>
                    <a:pt x="14" y="14"/>
                    <a:pt x="0" y="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4" y="234"/>
                    <a:pt x="8" y="228"/>
                    <a:pt x="14" y="223"/>
                  </a:cubicBezTo>
                  <a:cubicBezTo>
                    <a:pt x="30" y="210"/>
                    <a:pt x="49" y="208"/>
                    <a:pt x="66" y="208"/>
                  </a:cubicBezTo>
                  <a:cubicBezTo>
                    <a:pt x="71" y="208"/>
                    <a:pt x="76" y="209"/>
                    <a:pt x="81" y="209"/>
                  </a:cubicBezTo>
                  <a:cubicBezTo>
                    <a:pt x="86" y="209"/>
                    <a:pt x="91" y="209"/>
                    <a:pt x="96" y="209"/>
                  </a:cubicBezTo>
                  <a:cubicBezTo>
                    <a:pt x="102" y="209"/>
                    <a:pt x="107" y="209"/>
                    <a:pt x="112" y="208"/>
                  </a:cubicBezTo>
                  <a:cubicBezTo>
                    <a:pt x="114" y="208"/>
                    <a:pt x="115" y="208"/>
                    <a:pt x="116" y="208"/>
                  </a:cubicBezTo>
                  <a:cubicBezTo>
                    <a:pt x="129" y="208"/>
                    <a:pt x="141" y="216"/>
                    <a:pt x="145" y="227"/>
                  </a:cubicBezTo>
                  <a:cubicBezTo>
                    <a:pt x="149" y="237"/>
                    <a:pt x="155" y="246"/>
                    <a:pt x="161" y="255"/>
                  </a:cubicBezTo>
                  <a:cubicBezTo>
                    <a:pt x="170" y="269"/>
                    <a:pt x="179" y="284"/>
                    <a:pt x="181" y="302"/>
                  </a:cubicBezTo>
                  <a:cubicBezTo>
                    <a:pt x="184" y="324"/>
                    <a:pt x="175" y="344"/>
                    <a:pt x="155" y="362"/>
                  </a:cubicBezTo>
                  <a:cubicBezTo>
                    <a:pt x="155" y="362"/>
                    <a:pt x="154" y="362"/>
                    <a:pt x="154" y="363"/>
                  </a:cubicBezTo>
                  <a:cubicBezTo>
                    <a:pt x="153" y="363"/>
                    <a:pt x="153" y="363"/>
                    <a:pt x="153" y="364"/>
                  </a:cubicBezTo>
                  <a:cubicBezTo>
                    <a:pt x="153" y="364"/>
                    <a:pt x="153" y="363"/>
                    <a:pt x="154" y="363"/>
                  </a:cubicBezTo>
                  <a:cubicBezTo>
                    <a:pt x="158" y="363"/>
                    <a:pt x="163" y="362"/>
                    <a:pt x="167" y="362"/>
                  </a:cubicBezTo>
                  <a:cubicBezTo>
                    <a:pt x="190" y="362"/>
                    <a:pt x="207" y="371"/>
                    <a:pt x="219" y="388"/>
                  </a:cubicBezTo>
                  <a:cubicBezTo>
                    <a:pt x="228" y="400"/>
                    <a:pt x="233" y="415"/>
                    <a:pt x="237" y="430"/>
                  </a:cubicBezTo>
                  <a:cubicBezTo>
                    <a:pt x="241" y="441"/>
                    <a:pt x="244" y="451"/>
                    <a:pt x="248" y="459"/>
                  </a:cubicBezTo>
                  <a:cubicBezTo>
                    <a:pt x="254" y="472"/>
                    <a:pt x="251" y="488"/>
                    <a:pt x="240" y="497"/>
                  </a:cubicBezTo>
                  <a:cubicBezTo>
                    <a:pt x="240" y="498"/>
                    <a:pt x="240" y="498"/>
                    <a:pt x="239" y="498"/>
                  </a:cubicBezTo>
                  <a:cubicBezTo>
                    <a:pt x="251" y="499"/>
                    <a:pt x="262" y="499"/>
                    <a:pt x="274" y="499"/>
                  </a:cubicBezTo>
                  <a:cubicBezTo>
                    <a:pt x="425" y="499"/>
                    <a:pt x="547" y="458"/>
                    <a:pt x="547" y="407"/>
                  </a:cubicBezTo>
                  <a:cubicBezTo>
                    <a:pt x="547" y="343"/>
                    <a:pt x="547" y="343"/>
                    <a:pt x="547" y="343"/>
                  </a:cubicBezTo>
                  <a:cubicBezTo>
                    <a:pt x="496" y="406"/>
                    <a:pt x="367" y="415"/>
                    <a:pt x="311" y="416"/>
                  </a:cubicBezTo>
                  <a:cubicBezTo>
                    <a:pt x="296" y="416"/>
                    <a:pt x="283" y="404"/>
                    <a:pt x="283" y="389"/>
                  </a:cubicBezTo>
                  <a:cubicBezTo>
                    <a:pt x="283" y="174"/>
                    <a:pt x="283" y="174"/>
                    <a:pt x="283" y="174"/>
                  </a:cubicBezTo>
                  <a:cubicBezTo>
                    <a:pt x="283" y="160"/>
                    <a:pt x="295" y="148"/>
                    <a:pt x="309" y="147"/>
                  </a:cubicBezTo>
                  <a:cubicBezTo>
                    <a:pt x="367" y="144"/>
                    <a:pt x="505" y="131"/>
                    <a:pt x="547" y="83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3" y="14"/>
                    <a:pt x="510" y="28"/>
                    <a:pt x="474" y="40"/>
                  </a:cubicBezTo>
                  <a:cubicBezTo>
                    <a:pt x="420" y="58"/>
                    <a:pt x="349" y="68"/>
                    <a:pt x="274" y="68"/>
                  </a:cubicBezTo>
                  <a:close/>
                  <a:moveTo>
                    <a:pt x="274" y="68"/>
                  </a:moveTo>
                  <a:cubicBezTo>
                    <a:pt x="274" y="68"/>
                    <a:pt x="274" y="68"/>
                    <a:pt x="274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1" name="Freeform 21">
              <a:extLst>
                <a:ext uri="{FF2B5EF4-FFF2-40B4-BE49-F238E27FC236}">
                  <a16:creationId xmlns:a16="http://schemas.microsoft.com/office/drawing/2014/main" id="{F440335B-5DC7-B445-B72D-40869547C2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466"/>
              <a:ext cx="335" cy="103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0" y="77"/>
                </a:cxn>
                <a:cxn ang="0">
                  <a:pos x="74" y="137"/>
                </a:cxn>
                <a:cxn ang="0">
                  <a:pos x="206" y="165"/>
                </a:cxn>
                <a:cxn ang="0">
                  <a:pos x="269" y="167"/>
                </a:cxn>
                <a:cxn ang="0">
                  <a:pos x="333" y="165"/>
                </a:cxn>
                <a:cxn ang="0">
                  <a:pos x="465" y="137"/>
                </a:cxn>
                <a:cxn ang="0">
                  <a:pos x="539" y="77"/>
                </a:cxn>
                <a:cxn ang="0">
                  <a:pos x="270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539" h="167">
                  <a:moveTo>
                    <a:pt x="270" y="0"/>
                  </a:moveTo>
                  <a:cubicBezTo>
                    <a:pt x="133" y="0"/>
                    <a:pt x="20" y="34"/>
                    <a:pt x="0" y="77"/>
                  </a:cubicBezTo>
                  <a:cubicBezTo>
                    <a:pt x="2" y="98"/>
                    <a:pt x="30" y="120"/>
                    <a:pt x="74" y="137"/>
                  </a:cubicBezTo>
                  <a:cubicBezTo>
                    <a:pt x="111" y="151"/>
                    <a:pt x="157" y="160"/>
                    <a:pt x="206" y="165"/>
                  </a:cubicBezTo>
                  <a:cubicBezTo>
                    <a:pt x="227" y="166"/>
                    <a:pt x="248" y="167"/>
                    <a:pt x="269" y="167"/>
                  </a:cubicBezTo>
                  <a:cubicBezTo>
                    <a:pt x="291" y="167"/>
                    <a:pt x="312" y="166"/>
                    <a:pt x="333" y="165"/>
                  </a:cubicBezTo>
                  <a:cubicBezTo>
                    <a:pt x="382" y="160"/>
                    <a:pt x="428" y="151"/>
                    <a:pt x="465" y="137"/>
                  </a:cubicBezTo>
                  <a:cubicBezTo>
                    <a:pt x="509" y="120"/>
                    <a:pt x="537" y="98"/>
                    <a:pt x="539" y="77"/>
                  </a:cubicBezTo>
                  <a:cubicBezTo>
                    <a:pt x="519" y="34"/>
                    <a:pt x="406" y="0"/>
                    <a:pt x="270" y="0"/>
                  </a:cubicBezTo>
                  <a:close/>
                  <a:moveTo>
                    <a:pt x="270" y="0"/>
                  </a:moveTo>
                  <a:cubicBezTo>
                    <a:pt x="270" y="0"/>
                    <a:pt x="270" y="0"/>
                    <a:pt x="27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41FE9F3A-8163-AB41-9CDD-3587B666D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8" y="1538"/>
              <a:ext cx="340" cy="84"/>
            </a:xfrm>
            <a:custGeom>
              <a:avLst/>
              <a:gdLst/>
              <a:ahLst/>
              <a:cxnLst>
                <a:cxn ang="0">
                  <a:pos x="476" y="42"/>
                </a:cxn>
                <a:cxn ang="0">
                  <a:pos x="456" y="49"/>
                </a:cxn>
                <a:cxn ang="0">
                  <a:pos x="274" y="74"/>
                </a:cxn>
                <a:cxn ang="0">
                  <a:pos x="91" y="49"/>
                </a:cxn>
                <a:cxn ang="0">
                  <a:pos x="71" y="42"/>
                </a:cxn>
                <a:cxn ang="0">
                  <a:pos x="0" y="0"/>
                </a:cxn>
                <a:cxn ang="0">
                  <a:pos x="0" y="45"/>
                </a:cxn>
                <a:cxn ang="0">
                  <a:pos x="0" y="49"/>
                </a:cxn>
                <a:cxn ang="0">
                  <a:pos x="274" y="136"/>
                </a:cxn>
                <a:cxn ang="0">
                  <a:pos x="547" y="49"/>
                </a:cxn>
                <a:cxn ang="0">
                  <a:pos x="547" y="45"/>
                </a:cxn>
                <a:cxn ang="0">
                  <a:pos x="547" y="0"/>
                </a:cxn>
                <a:cxn ang="0">
                  <a:pos x="476" y="42"/>
                </a:cxn>
                <a:cxn ang="0">
                  <a:pos x="476" y="42"/>
                </a:cxn>
                <a:cxn ang="0">
                  <a:pos x="476" y="42"/>
                </a:cxn>
              </a:cxnLst>
              <a:rect l="0" t="0" r="r" b="b"/>
              <a:pathLst>
                <a:path w="547" h="136">
                  <a:moveTo>
                    <a:pt x="476" y="42"/>
                  </a:moveTo>
                  <a:cubicBezTo>
                    <a:pt x="470" y="44"/>
                    <a:pt x="463" y="47"/>
                    <a:pt x="456" y="49"/>
                  </a:cubicBezTo>
                  <a:cubicBezTo>
                    <a:pt x="405" y="65"/>
                    <a:pt x="341" y="74"/>
                    <a:pt x="274" y="74"/>
                  </a:cubicBezTo>
                  <a:cubicBezTo>
                    <a:pt x="207" y="74"/>
                    <a:pt x="142" y="65"/>
                    <a:pt x="91" y="49"/>
                  </a:cubicBezTo>
                  <a:cubicBezTo>
                    <a:pt x="84" y="47"/>
                    <a:pt x="77" y="44"/>
                    <a:pt x="71" y="42"/>
                  </a:cubicBezTo>
                  <a:cubicBezTo>
                    <a:pt x="39" y="30"/>
                    <a:pt x="15" y="16"/>
                    <a:pt x="0" y="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6" y="98"/>
                    <a:pt x="126" y="136"/>
                    <a:pt x="274" y="136"/>
                  </a:cubicBezTo>
                  <a:cubicBezTo>
                    <a:pt x="421" y="136"/>
                    <a:pt x="541" y="97"/>
                    <a:pt x="547" y="49"/>
                  </a:cubicBezTo>
                  <a:cubicBezTo>
                    <a:pt x="547" y="47"/>
                    <a:pt x="547" y="46"/>
                    <a:pt x="547" y="45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532" y="16"/>
                    <a:pt x="508" y="30"/>
                    <a:pt x="476" y="42"/>
                  </a:cubicBezTo>
                  <a:close/>
                  <a:moveTo>
                    <a:pt x="476" y="42"/>
                  </a:moveTo>
                  <a:cubicBezTo>
                    <a:pt x="476" y="42"/>
                    <a:pt x="476" y="42"/>
                    <a:pt x="476" y="4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87E8A137-A5A9-7C4B-AE6D-386D770DB4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5" y="1705"/>
              <a:ext cx="31" cy="31"/>
            </a:xfrm>
            <a:custGeom>
              <a:avLst/>
              <a:gdLst/>
              <a:ahLst/>
              <a:cxnLst>
                <a:cxn ang="0">
                  <a:pos x="15" y="44"/>
                </a:cxn>
                <a:cxn ang="0">
                  <a:pos x="45" y="35"/>
                </a:cxn>
                <a:cxn ang="0">
                  <a:pos x="35" y="5"/>
                </a:cxn>
                <a:cxn ang="0">
                  <a:pos x="6" y="15"/>
                </a:cxn>
                <a:cxn ang="0">
                  <a:pos x="15" y="44"/>
                </a:cxn>
                <a:cxn ang="0">
                  <a:pos x="15" y="44"/>
                </a:cxn>
                <a:cxn ang="0">
                  <a:pos x="15" y="44"/>
                </a:cxn>
              </a:cxnLst>
              <a:rect l="0" t="0" r="r" b="b"/>
              <a:pathLst>
                <a:path w="50" h="50">
                  <a:moveTo>
                    <a:pt x="15" y="44"/>
                  </a:moveTo>
                  <a:cubicBezTo>
                    <a:pt x="26" y="50"/>
                    <a:pt x="39" y="45"/>
                    <a:pt x="45" y="35"/>
                  </a:cubicBezTo>
                  <a:cubicBezTo>
                    <a:pt x="50" y="24"/>
                    <a:pt x="46" y="11"/>
                    <a:pt x="35" y="5"/>
                  </a:cubicBezTo>
                  <a:cubicBezTo>
                    <a:pt x="24" y="0"/>
                    <a:pt x="11" y="4"/>
                    <a:pt x="6" y="15"/>
                  </a:cubicBezTo>
                  <a:cubicBezTo>
                    <a:pt x="0" y="25"/>
                    <a:pt x="5" y="39"/>
                    <a:pt x="15" y="44"/>
                  </a:cubicBezTo>
                  <a:close/>
                  <a:moveTo>
                    <a:pt x="15" y="44"/>
                  </a:moveTo>
                  <a:cubicBezTo>
                    <a:pt x="15" y="44"/>
                    <a:pt x="15" y="44"/>
                    <a:pt x="1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25B0B0A1-3656-764B-A5DF-BC66705EE9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8" y="1662"/>
              <a:ext cx="75" cy="72"/>
            </a:xfrm>
            <a:custGeom>
              <a:avLst/>
              <a:gdLst/>
              <a:ahLst/>
              <a:cxnLst>
                <a:cxn ang="0">
                  <a:pos x="45" y="115"/>
                </a:cxn>
                <a:cxn ang="0">
                  <a:pos x="110" y="100"/>
                </a:cxn>
                <a:cxn ang="0">
                  <a:pos x="113" y="96"/>
                </a:cxn>
                <a:cxn ang="0">
                  <a:pos x="109" y="86"/>
                </a:cxn>
                <a:cxn ang="0">
                  <a:pos x="59" y="67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111" y="78"/>
                </a:cxn>
                <a:cxn ang="0">
                  <a:pos x="120" y="72"/>
                </a:cxn>
                <a:cxn ang="0">
                  <a:pos x="120" y="67"/>
                </a:cxn>
                <a:cxn ang="0">
                  <a:pos x="74" y="18"/>
                </a:cxn>
                <a:cxn ang="0">
                  <a:pos x="21" y="29"/>
                </a:cxn>
                <a:cxn ang="0">
                  <a:pos x="3" y="46"/>
                </a:cxn>
                <a:cxn ang="0">
                  <a:pos x="1" y="49"/>
                </a:cxn>
                <a:cxn ang="0">
                  <a:pos x="1" y="53"/>
                </a:cxn>
                <a:cxn ang="0">
                  <a:pos x="7" y="76"/>
                </a:cxn>
                <a:cxn ang="0">
                  <a:pos x="45" y="115"/>
                </a:cxn>
                <a:cxn ang="0">
                  <a:pos x="45" y="115"/>
                </a:cxn>
                <a:cxn ang="0">
                  <a:pos x="45" y="115"/>
                </a:cxn>
              </a:cxnLst>
              <a:rect l="0" t="0" r="r" b="b"/>
              <a:pathLst>
                <a:path w="121" h="116">
                  <a:moveTo>
                    <a:pt x="45" y="115"/>
                  </a:moveTo>
                  <a:cubicBezTo>
                    <a:pt x="54" y="115"/>
                    <a:pt x="93" y="110"/>
                    <a:pt x="110" y="100"/>
                  </a:cubicBezTo>
                  <a:cubicBezTo>
                    <a:pt x="112" y="99"/>
                    <a:pt x="113" y="98"/>
                    <a:pt x="113" y="96"/>
                  </a:cubicBezTo>
                  <a:cubicBezTo>
                    <a:pt x="115" y="92"/>
                    <a:pt x="113" y="88"/>
                    <a:pt x="109" y="86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7"/>
                    <a:pt x="58" y="67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5" y="78"/>
                    <a:pt x="119" y="76"/>
                    <a:pt x="120" y="72"/>
                  </a:cubicBezTo>
                  <a:cubicBezTo>
                    <a:pt x="121" y="71"/>
                    <a:pt x="121" y="69"/>
                    <a:pt x="120" y="67"/>
                  </a:cubicBezTo>
                  <a:cubicBezTo>
                    <a:pt x="112" y="49"/>
                    <a:pt x="82" y="23"/>
                    <a:pt x="74" y="18"/>
                  </a:cubicBezTo>
                  <a:cubicBezTo>
                    <a:pt x="50" y="0"/>
                    <a:pt x="36" y="14"/>
                    <a:pt x="21" y="29"/>
                  </a:cubicBezTo>
                  <a:cubicBezTo>
                    <a:pt x="16" y="35"/>
                    <a:pt x="10" y="41"/>
                    <a:pt x="3" y="46"/>
                  </a:cubicBezTo>
                  <a:cubicBezTo>
                    <a:pt x="2" y="46"/>
                    <a:pt x="1" y="47"/>
                    <a:pt x="1" y="49"/>
                  </a:cubicBezTo>
                  <a:cubicBezTo>
                    <a:pt x="0" y="50"/>
                    <a:pt x="0" y="52"/>
                    <a:pt x="1" y="53"/>
                  </a:cubicBezTo>
                  <a:cubicBezTo>
                    <a:pt x="4" y="61"/>
                    <a:pt x="6" y="69"/>
                    <a:pt x="7" y="76"/>
                  </a:cubicBezTo>
                  <a:cubicBezTo>
                    <a:pt x="11" y="97"/>
                    <a:pt x="15" y="116"/>
                    <a:pt x="45" y="115"/>
                  </a:cubicBezTo>
                  <a:close/>
                  <a:moveTo>
                    <a:pt x="45" y="115"/>
                  </a:moveTo>
                  <a:cubicBezTo>
                    <a:pt x="45" y="115"/>
                    <a:pt x="45" y="115"/>
                    <a:pt x="45" y="11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53FBC42C-073F-F844-AB8E-2A2381CD4E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9" y="1733"/>
              <a:ext cx="68" cy="72"/>
            </a:xfrm>
            <a:custGeom>
              <a:avLst/>
              <a:gdLst/>
              <a:ahLst/>
              <a:cxnLst>
                <a:cxn ang="0">
                  <a:pos x="98" y="88"/>
                </a:cxn>
                <a:cxn ang="0">
                  <a:pos x="99" y="87"/>
                </a:cxn>
                <a:cxn ang="0">
                  <a:pos x="106" y="58"/>
                </a:cxn>
                <a:cxn ang="0">
                  <a:pos x="109" y="22"/>
                </a:cxn>
                <a:cxn ang="0">
                  <a:pos x="103" y="16"/>
                </a:cxn>
                <a:cxn ang="0">
                  <a:pos x="95" y="18"/>
                </a:cxn>
                <a:cxn ang="0">
                  <a:pos x="59" y="57"/>
                </a:cxn>
                <a:cxn ang="0">
                  <a:pos x="58" y="57"/>
                </a:cxn>
                <a:cxn ang="0">
                  <a:pos x="58" y="56"/>
                </a:cxn>
                <a:cxn ang="0">
                  <a:pos x="58" y="56"/>
                </a:cxn>
                <a:cxn ang="0">
                  <a:pos x="89" y="12"/>
                </a:cxn>
                <a:cxn ang="0">
                  <a:pos x="90" y="10"/>
                </a:cxn>
                <a:cxn ang="0">
                  <a:pos x="88" y="3"/>
                </a:cxn>
                <a:cxn ang="0">
                  <a:pos x="82" y="0"/>
                </a:cxn>
                <a:cxn ang="0">
                  <a:pos x="19" y="24"/>
                </a:cxn>
                <a:cxn ang="0">
                  <a:pos x="3" y="42"/>
                </a:cxn>
                <a:cxn ang="0">
                  <a:pos x="10" y="77"/>
                </a:cxn>
                <a:cxn ang="0">
                  <a:pos x="18" y="100"/>
                </a:cxn>
                <a:cxn ang="0">
                  <a:pos x="24" y="105"/>
                </a:cxn>
                <a:cxn ang="0">
                  <a:pos x="48" y="108"/>
                </a:cxn>
                <a:cxn ang="0">
                  <a:pos x="98" y="88"/>
                </a:cxn>
                <a:cxn ang="0">
                  <a:pos x="98" y="88"/>
                </a:cxn>
                <a:cxn ang="0">
                  <a:pos x="98" y="88"/>
                </a:cxn>
              </a:cxnLst>
              <a:rect l="0" t="0" r="r" b="b"/>
              <a:pathLst>
                <a:path w="110" h="116">
                  <a:moveTo>
                    <a:pt x="98" y="88"/>
                  </a:moveTo>
                  <a:cubicBezTo>
                    <a:pt x="98" y="88"/>
                    <a:pt x="99" y="88"/>
                    <a:pt x="99" y="87"/>
                  </a:cubicBezTo>
                  <a:cubicBezTo>
                    <a:pt x="100" y="83"/>
                    <a:pt x="103" y="72"/>
                    <a:pt x="106" y="58"/>
                  </a:cubicBezTo>
                  <a:cubicBezTo>
                    <a:pt x="108" y="47"/>
                    <a:pt x="110" y="32"/>
                    <a:pt x="109" y="22"/>
                  </a:cubicBezTo>
                  <a:cubicBezTo>
                    <a:pt x="108" y="19"/>
                    <a:pt x="106" y="16"/>
                    <a:pt x="103" y="16"/>
                  </a:cubicBezTo>
                  <a:cubicBezTo>
                    <a:pt x="100" y="15"/>
                    <a:pt x="97" y="16"/>
                    <a:pt x="95" y="18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57"/>
                    <a:pt x="59" y="57"/>
                    <a:pt x="58" y="57"/>
                  </a:cubicBezTo>
                  <a:cubicBezTo>
                    <a:pt x="58" y="57"/>
                    <a:pt x="58" y="57"/>
                    <a:pt x="58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1"/>
                    <a:pt x="90" y="10"/>
                  </a:cubicBezTo>
                  <a:cubicBezTo>
                    <a:pt x="90" y="8"/>
                    <a:pt x="90" y="5"/>
                    <a:pt x="88" y="3"/>
                  </a:cubicBezTo>
                  <a:cubicBezTo>
                    <a:pt x="87" y="1"/>
                    <a:pt x="85" y="0"/>
                    <a:pt x="82" y="0"/>
                  </a:cubicBezTo>
                  <a:cubicBezTo>
                    <a:pt x="62" y="1"/>
                    <a:pt x="27" y="19"/>
                    <a:pt x="19" y="24"/>
                  </a:cubicBezTo>
                  <a:cubicBezTo>
                    <a:pt x="11" y="29"/>
                    <a:pt x="6" y="35"/>
                    <a:pt x="3" y="42"/>
                  </a:cubicBezTo>
                  <a:cubicBezTo>
                    <a:pt x="0" y="53"/>
                    <a:pt x="5" y="65"/>
                    <a:pt x="10" y="77"/>
                  </a:cubicBezTo>
                  <a:cubicBezTo>
                    <a:pt x="13" y="85"/>
                    <a:pt x="16" y="92"/>
                    <a:pt x="18" y="100"/>
                  </a:cubicBezTo>
                  <a:cubicBezTo>
                    <a:pt x="19" y="103"/>
                    <a:pt x="21" y="105"/>
                    <a:pt x="24" y="105"/>
                  </a:cubicBezTo>
                  <a:cubicBezTo>
                    <a:pt x="32" y="105"/>
                    <a:pt x="40" y="107"/>
                    <a:pt x="48" y="108"/>
                  </a:cubicBezTo>
                  <a:cubicBezTo>
                    <a:pt x="69" y="112"/>
                    <a:pt x="88" y="116"/>
                    <a:pt x="98" y="88"/>
                  </a:cubicBezTo>
                  <a:close/>
                  <a:moveTo>
                    <a:pt x="98" y="88"/>
                  </a:moveTo>
                  <a:cubicBezTo>
                    <a:pt x="98" y="88"/>
                    <a:pt x="98" y="88"/>
                    <a:pt x="98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5ED38CFC-6AF8-BC45-843F-179C91450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1" y="1660"/>
              <a:ext cx="74" cy="70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13" y="89"/>
                </a:cxn>
                <a:cxn ang="0">
                  <a:pos x="9" y="94"/>
                </a:cxn>
                <a:cxn ang="0">
                  <a:pos x="13" y="103"/>
                </a:cxn>
                <a:cxn ang="0">
                  <a:pos x="79" y="114"/>
                </a:cxn>
                <a:cxn ang="0">
                  <a:pos x="110" y="94"/>
                </a:cxn>
                <a:cxn ang="0">
                  <a:pos x="114" y="73"/>
                </a:cxn>
                <a:cxn ang="0">
                  <a:pos x="119" y="50"/>
                </a:cxn>
                <a:cxn ang="0">
                  <a:pos x="116" y="42"/>
                </a:cxn>
                <a:cxn ang="0">
                  <a:pos x="97" y="27"/>
                </a:cxn>
                <a:cxn ang="0">
                  <a:pos x="44" y="19"/>
                </a:cxn>
                <a:cxn ang="0">
                  <a:pos x="1" y="71"/>
                </a:cxn>
                <a:cxn ang="0">
                  <a:pos x="3" y="79"/>
                </a:cxn>
                <a:cxn ang="0">
                  <a:pos x="10" y="81"/>
                </a:cxn>
                <a:cxn ang="0">
                  <a:pos x="62" y="66"/>
                </a:cxn>
                <a:cxn ang="0">
                  <a:pos x="62" y="66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  <a:cxn ang="0">
                  <a:pos x="62" y="67"/>
                </a:cxn>
              </a:cxnLst>
              <a:rect l="0" t="0" r="r" b="b"/>
              <a:pathLst>
                <a:path w="120" h="114">
                  <a:moveTo>
                    <a:pt x="62" y="67"/>
                  </a:moveTo>
                  <a:cubicBezTo>
                    <a:pt x="13" y="89"/>
                    <a:pt x="13" y="89"/>
                    <a:pt x="13" y="89"/>
                  </a:cubicBezTo>
                  <a:cubicBezTo>
                    <a:pt x="11" y="90"/>
                    <a:pt x="10" y="92"/>
                    <a:pt x="9" y="94"/>
                  </a:cubicBezTo>
                  <a:cubicBezTo>
                    <a:pt x="8" y="97"/>
                    <a:pt x="10" y="101"/>
                    <a:pt x="13" y="103"/>
                  </a:cubicBezTo>
                  <a:cubicBezTo>
                    <a:pt x="30" y="112"/>
                    <a:pt x="70" y="114"/>
                    <a:pt x="79" y="114"/>
                  </a:cubicBezTo>
                  <a:cubicBezTo>
                    <a:pt x="96" y="114"/>
                    <a:pt x="105" y="108"/>
                    <a:pt x="110" y="94"/>
                  </a:cubicBezTo>
                  <a:cubicBezTo>
                    <a:pt x="112" y="88"/>
                    <a:pt x="113" y="81"/>
                    <a:pt x="114" y="73"/>
                  </a:cubicBezTo>
                  <a:cubicBezTo>
                    <a:pt x="115" y="65"/>
                    <a:pt x="116" y="57"/>
                    <a:pt x="119" y="50"/>
                  </a:cubicBezTo>
                  <a:cubicBezTo>
                    <a:pt x="120" y="47"/>
                    <a:pt x="119" y="44"/>
                    <a:pt x="116" y="42"/>
                  </a:cubicBezTo>
                  <a:cubicBezTo>
                    <a:pt x="109" y="38"/>
                    <a:pt x="103" y="33"/>
                    <a:pt x="97" y="27"/>
                  </a:cubicBezTo>
                  <a:cubicBezTo>
                    <a:pt x="81" y="13"/>
                    <a:pt x="67" y="0"/>
                    <a:pt x="44" y="19"/>
                  </a:cubicBezTo>
                  <a:cubicBezTo>
                    <a:pt x="37" y="25"/>
                    <a:pt x="8" y="52"/>
                    <a:pt x="1" y="71"/>
                  </a:cubicBezTo>
                  <a:cubicBezTo>
                    <a:pt x="0" y="73"/>
                    <a:pt x="1" y="76"/>
                    <a:pt x="3" y="79"/>
                  </a:cubicBezTo>
                  <a:cubicBezTo>
                    <a:pt x="5" y="81"/>
                    <a:pt x="8" y="82"/>
                    <a:pt x="10" y="81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6"/>
                    <a:pt x="62" y="66"/>
                    <a:pt x="62" y="67"/>
                  </a:cubicBezTo>
                  <a:cubicBezTo>
                    <a:pt x="62" y="67"/>
                    <a:pt x="62" y="67"/>
                    <a:pt x="62" y="67"/>
                  </a:cubicBezTo>
                  <a:close/>
                  <a:moveTo>
                    <a:pt x="62" y="67"/>
                  </a:moveTo>
                  <a:cubicBezTo>
                    <a:pt x="62" y="67"/>
                    <a:pt x="62" y="67"/>
                    <a:pt x="62" y="6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6AC6909C-8844-F34C-9278-A889A8FF74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" y="1623"/>
              <a:ext cx="72" cy="76"/>
            </a:xfrm>
            <a:custGeom>
              <a:avLst/>
              <a:gdLst/>
              <a:ahLst/>
              <a:cxnLst>
                <a:cxn ang="0">
                  <a:pos x="78" y="13"/>
                </a:cxn>
                <a:cxn ang="0">
                  <a:pos x="57" y="1"/>
                </a:cxn>
                <a:cxn ang="0">
                  <a:pos x="49" y="2"/>
                </a:cxn>
                <a:cxn ang="0">
                  <a:pos x="29" y="15"/>
                </a:cxn>
                <a:cxn ang="0">
                  <a:pos x="2" y="39"/>
                </a:cxn>
                <a:cxn ang="0">
                  <a:pos x="4" y="63"/>
                </a:cxn>
                <a:cxn ang="0">
                  <a:pos x="39" y="120"/>
                </a:cxn>
                <a:cxn ang="0">
                  <a:pos x="46" y="121"/>
                </a:cxn>
                <a:cxn ang="0">
                  <a:pos x="51" y="116"/>
                </a:cxn>
                <a:cxn ang="0">
                  <a:pos x="52" y="114"/>
                </a:cxn>
                <a:cxn ang="0">
                  <a:pos x="55" y="61"/>
                </a:cxn>
                <a:cxn ang="0">
                  <a:pos x="55" y="61"/>
                </a:cxn>
                <a:cxn ang="0">
                  <a:pos x="55" y="60"/>
                </a:cxn>
                <a:cxn ang="0">
                  <a:pos x="55" y="61"/>
                </a:cxn>
                <a:cxn ang="0">
                  <a:pos x="61" y="114"/>
                </a:cxn>
                <a:cxn ang="0">
                  <a:pos x="66" y="121"/>
                </a:cxn>
                <a:cxn ang="0">
                  <a:pos x="74" y="119"/>
                </a:cxn>
                <a:cxn ang="0">
                  <a:pos x="94" y="89"/>
                </a:cxn>
                <a:cxn ang="0">
                  <a:pos x="106" y="61"/>
                </a:cxn>
                <a:cxn ang="0">
                  <a:pos x="106" y="60"/>
                </a:cxn>
                <a:cxn ang="0">
                  <a:pos x="78" y="13"/>
                </a:cxn>
                <a:cxn ang="0">
                  <a:pos x="78" y="13"/>
                </a:cxn>
                <a:cxn ang="0">
                  <a:pos x="78" y="13"/>
                </a:cxn>
              </a:cxnLst>
              <a:rect l="0" t="0" r="r" b="b"/>
              <a:pathLst>
                <a:path w="115" h="122">
                  <a:moveTo>
                    <a:pt x="78" y="13"/>
                  </a:moveTo>
                  <a:cubicBezTo>
                    <a:pt x="71" y="10"/>
                    <a:pt x="64" y="6"/>
                    <a:pt x="57" y="1"/>
                  </a:cubicBezTo>
                  <a:cubicBezTo>
                    <a:pt x="55" y="0"/>
                    <a:pt x="52" y="0"/>
                    <a:pt x="49" y="2"/>
                  </a:cubicBezTo>
                  <a:cubicBezTo>
                    <a:pt x="43" y="7"/>
                    <a:pt x="36" y="11"/>
                    <a:pt x="29" y="15"/>
                  </a:cubicBezTo>
                  <a:cubicBezTo>
                    <a:pt x="17" y="22"/>
                    <a:pt x="6" y="28"/>
                    <a:pt x="2" y="39"/>
                  </a:cubicBezTo>
                  <a:cubicBezTo>
                    <a:pt x="0" y="46"/>
                    <a:pt x="1" y="53"/>
                    <a:pt x="4" y="63"/>
                  </a:cubicBezTo>
                  <a:cubicBezTo>
                    <a:pt x="7" y="71"/>
                    <a:pt x="24" y="107"/>
                    <a:pt x="39" y="120"/>
                  </a:cubicBezTo>
                  <a:cubicBezTo>
                    <a:pt x="41" y="122"/>
                    <a:pt x="44" y="122"/>
                    <a:pt x="46" y="121"/>
                  </a:cubicBezTo>
                  <a:cubicBezTo>
                    <a:pt x="49" y="121"/>
                    <a:pt x="51" y="119"/>
                    <a:pt x="51" y="116"/>
                  </a:cubicBezTo>
                  <a:cubicBezTo>
                    <a:pt x="52" y="116"/>
                    <a:pt x="52" y="115"/>
                    <a:pt x="52" y="114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1"/>
                    <a:pt x="55" y="61"/>
                  </a:cubicBezTo>
                  <a:cubicBezTo>
                    <a:pt x="61" y="114"/>
                    <a:pt x="61" y="114"/>
                    <a:pt x="61" y="114"/>
                  </a:cubicBezTo>
                  <a:cubicBezTo>
                    <a:pt x="61" y="117"/>
                    <a:pt x="63" y="119"/>
                    <a:pt x="66" y="121"/>
                  </a:cubicBezTo>
                  <a:cubicBezTo>
                    <a:pt x="68" y="122"/>
                    <a:pt x="72" y="121"/>
                    <a:pt x="74" y="119"/>
                  </a:cubicBezTo>
                  <a:cubicBezTo>
                    <a:pt x="81" y="112"/>
                    <a:pt x="89" y="99"/>
                    <a:pt x="94" y="89"/>
                  </a:cubicBezTo>
                  <a:cubicBezTo>
                    <a:pt x="100" y="76"/>
                    <a:pt x="104" y="65"/>
                    <a:pt x="106" y="61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15" y="32"/>
                    <a:pt x="97" y="23"/>
                    <a:pt x="78" y="13"/>
                  </a:cubicBezTo>
                  <a:close/>
                  <a:moveTo>
                    <a:pt x="78" y="13"/>
                  </a:moveTo>
                  <a:cubicBezTo>
                    <a:pt x="78" y="13"/>
                    <a:pt x="78" y="13"/>
                    <a:pt x="78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337B3C77-2778-A64B-8D78-1686B1C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6" y="1745"/>
              <a:ext cx="107" cy="100"/>
            </a:xfrm>
            <a:custGeom>
              <a:avLst/>
              <a:gdLst/>
              <a:ahLst/>
              <a:cxnLst>
                <a:cxn ang="0">
                  <a:pos x="92" y="80"/>
                </a:cxn>
                <a:cxn ang="0">
                  <a:pos x="92" y="79"/>
                </a:cxn>
                <a:cxn ang="0">
                  <a:pos x="93" y="80"/>
                </a:cxn>
                <a:cxn ang="0">
                  <a:pos x="148" y="134"/>
                </a:cxn>
                <a:cxn ang="0">
                  <a:pos x="156" y="137"/>
                </a:cxn>
                <a:cxn ang="0">
                  <a:pos x="163" y="134"/>
                </a:cxn>
                <a:cxn ang="0">
                  <a:pos x="167" y="127"/>
                </a:cxn>
                <a:cxn ang="0">
                  <a:pos x="148" y="32"/>
                </a:cxn>
                <a:cxn ang="0">
                  <a:pos x="107" y="0"/>
                </a:cxn>
                <a:cxn ang="0">
                  <a:pos x="74" y="6"/>
                </a:cxn>
                <a:cxn ang="0">
                  <a:pos x="39" y="12"/>
                </a:cxn>
                <a:cxn ang="0">
                  <a:pos x="34" y="14"/>
                </a:cxn>
                <a:cxn ang="0">
                  <a:pos x="31" y="20"/>
                </a:cxn>
                <a:cxn ang="0">
                  <a:pos x="21" y="53"/>
                </a:cxn>
                <a:cxn ang="0">
                  <a:pos x="37" y="130"/>
                </a:cxn>
                <a:cxn ang="0">
                  <a:pos x="130" y="160"/>
                </a:cxn>
                <a:cxn ang="0">
                  <a:pos x="130" y="160"/>
                </a:cxn>
                <a:cxn ang="0">
                  <a:pos x="137" y="158"/>
                </a:cxn>
                <a:cxn ang="0">
                  <a:pos x="139" y="142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  <a:cxn ang="0">
                  <a:pos x="92" y="80"/>
                </a:cxn>
              </a:cxnLst>
              <a:rect l="0" t="0" r="r" b="b"/>
              <a:pathLst>
                <a:path w="171" h="160">
                  <a:moveTo>
                    <a:pt x="92" y="80"/>
                  </a:moveTo>
                  <a:cubicBezTo>
                    <a:pt x="92" y="79"/>
                    <a:pt x="92" y="79"/>
                    <a:pt x="92" y="79"/>
                  </a:cubicBezTo>
                  <a:cubicBezTo>
                    <a:pt x="92" y="79"/>
                    <a:pt x="93" y="79"/>
                    <a:pt x="93" y="80"/>
                  </a:cubicBezTo>
                  <a:cubicBezTo>
                    <a:pt x="148" y="134"/>
                    <a:pt x="148" y="134"/>
                    <a:pt x="148" y="134"/>
                  </a:cubicBezTo>
                  <a:cubicBezTo>
                    <a:pt x="150" y="136"/>
                    <a:pt x="153" y="137"/>
                    <a:pt x="156" y="137"/>
                  </a:cubicBezTo>
                  <a:cubicBezTo>
                    <a:pt x="159" y="137"/>
                    <a:pt x="161" y="136"/>
                    <a:pt x="163" y="134"/>
                  </a:cubicBezTo>
                  <a:cubicBezTo>
                    <a:pt x="166" y="133"/>
                    <a:pt x="167" y="130"/>
                    <a:pt x="167" y="127"/>
                  </a:cubicBezTo>
                  <a:cubicBezTo>
                    <a:pt x="171" y="99"/>
                    <a:pt x="153" y="44"/>
                    <a:pt x="148" y="32"/>
                  </a:cubicBezTo>
                  <a:cubicBezTo>
                    <a:pt x="138" y="7"/>
                    <a:pt x="123" y="0"/>
                    <a:pt x="107" y="0"/>
                  </a:cubicBezTo>
                  <a:cubicBezTo>
                    <a:pt x="97" y="0"/>
                    <a:pt x="85" y="3"/>
                    <a:pt x="74" y="6"/>
                  </a:cubicBezTo>
                  <a:cubicBezTo>
                    <a:pt x="63" y="9"/>
                    <a:pt x="51" y="11"/>
                    <a:pt x="39" y="12"/>
                  </a:cubicBezTo>
                  <a:cubicBezTo>
                    <a:pt x="37" y="12"/>
                    <a:pt x="36" y="13"/>
                    <a:pt x="34" y="14"/>
                  </a:cubicBezTo>
                  <a:cubicBezTo>
                    <a:pt x="33" y="16"/>
                    <a:pt x="31" y="18"/>
                    <a:pt x="31" y="20"/>
                  </a:cubicBezTo>
                  <a:cubicBezTo>
                    <a:pt x="29" y="31"/>
                    <a:pt x="25" y="42"/>
                    <a:pt x="21" y="53"/>
                  </a:cubicBezTo>
                  <a:cubicBezTo>
                    <a:pt x="10" y="82"/>
                    <a:pt x="0" y="109"/>
                    <a:pt x="37" y="130"/>
                  </a:cubicBezTo>
                  <a:cubicBezTo>
                    <a:pt x="50" y="136"/>
                    <a:pt x="101" y="160"/>
                    <a:pt x="130" y="160"/>
                  </a:cubicBezTo>
                  <a:cubicBezTo>
                    <a:pt x="130" y="160"/>
                    <a:pt x="130" y="160"/>
                    <a:pt x="130" y="160"/>
                  </a:cubicBezTo>
                  <a:cubicBezTo>
                    <a:pt x="133" y="160"/>
                    <a:pt x="135" y="159"/>
                    <a:pt x="137" y="158"/>
                  </a:cubicBezTo>
                  <a:cubicBezTo>
                    <a:pt x="142" y="154"/>
                    <a:pt x="143" y="147"/>
                    <a:pt x="139" y="142"/>
                  </a:cubicBezTo>
                  <a:cubicBezTo>
                    <a:pt x="92" y="80"/>
                    <a:pt x="92" y="80"/>
                    <a:pt x="92" y="80"/>
                  </a:cubicBezTo>
                  <a:cubicBezTo>
                    <a:pt x="92" y="80"/>
                    <a:pt x="92" y="80"/>
                    <a:pt x="92" y="80"/>
                  </a:cubicBezTo>
                  <a:close/>
                  <a:moveTo>
                    <a:pt x="92" y="80"/>
                  </a:moveTo>
                  <a:cubicBezTo>
                    <a:pt x="92" y="80"/>
                    <a:pt x="92" y="80"/>
                    <a:pt x="92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8196BABE-DD84-F141-8B09-D1AB8AAFD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0" y="1893"/>
              <a:ext cx="105" cy="110"/>
            </a:xfrm>
            <a:custGeom>
              <a:avLst/>
              <a:gdLst/>
              <a:ahLst/>
              <a:cxnLst>
                <a:cxn ang="0">
                  <a:pos x="111" y="2"/>
                </a:cxn>
                <a:cxn ang="0">
                  <a:pos x="104" y="0"/>
                </a:cxn>
                <a:cxn ang="0">
                  <a:pos x="97" y="2"/>
                </a:cxn>
                <a:cxn ang="0">
                  <a:pos x="93" y="10"/>
                </a:cxn>
                <a:cxn ang="0">
                  <a:pos x="88" y="88"/>
                </a:cxn>
                <a:cxn ang="0">
                  <a:pos x="88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7" y="88"/>
                </a:cxn>
                <a:cxn ang="0">
                  <a:pos x="80" y="10"/>
                </a:cxn>
                <a:cxn ang="0">
                  <a:pos x="73" y="1"/>
                </a:cxn>
                <a:cxn ang="0">
                  <a:pos x="69" y="0"/>
                </a:cxn>
                <a:cxn ang="0">
                  <a:pos x="61" y="3"/>
                </a:cxn>
                <a:cxn ang="0">
                  <a:pos x="13" y="88"/>
                </a:cxn>
                <a:cxn ang="0">
                  <a:pos x="52" y="156"/>
                </a:cxn>
                <a:cxn ang="0">
                  <a:pos x="83" y="174"/>
                </a:cxn>
                <a:cxn ang="0">
                  <a:pos x="88" y="176"/>
                </a:cxn>
                <a:cxn ang="0">
                  <a:pos x="94" y="174"/>
                </a:cxn>
                <a:cxn ang="0">
                  <a:pos x="124" y="155"/>
                </a:cxn>
                <a:cxn ang="0">
                  <a:pos x="150" y="139"/>
                </a:cxn>
                <a:cxn ang="0">
                  <a:pos x="161" y="86"/>
                </a:cxn>
                <a:cxn ang="0">
                  <a:pos x="111" y="2"/>
                </a:cxn>
                <a:cxn ang="0">
                  <a:pos x="111" y="2"/>
                </a:cxn>
                <a:cxn ang="0">
                  <a:pos x="111" y="2"/>
                </a:cxn>
              </a:cxnLst>
              <a:rect l="0" t="0" r="r" b="b"/>
              <a:pathLst>
                <a:path w="169" h="176">
                  <a:moveTo>
                    <a:pt x="111" y="2"/>
                  </a:moveTo>
                  <a:cubicBezTo>
                    <a:pt x="109" y="1"/>
                    <a:pt x="106" y="0"/>
                    <a:pt x="104" y="0"/>
                  </a:cubicBezTo>
                  <a:cubicBezTo>
                    <a:pt x="101" y="0"/>
                    <a:pt x="99" y="1"/>
                    <a:pt x="97" y="2"/>
                  </a:cubicBezTo>
                  <a:cubicBezTo>
                    <a:pt x="94" y="4"/>
                    <a:pt x="93" y="7"/>
                    <a:pt x="93" y="10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79" y="6"/>
                    <a:pt x="77" y="3"/>
                    <a:pt x="73" y="1"/>
                  </a:cubicBezTo>
                  <a:cubicBezTo>
                    <a:pt x="72" y="0"/>
                    <a:pt x="70" y="0"/>
                    <a:pt x="69" y="0"/>
                  </a:cubicBezTo>
                  <a:cubicBezTo>
                    <a:pt x="66" y="0"/>
                    <a:pt x="63" y="1"/>
                    <a:pt x="61" y="3"/>
                  </a:cubicBezTo>
                  <a:cubicBezTo>
                    <a:pt x="40" y="22"/>
                    <a:pt x="18" y="75"/>
                    <a:pt x="13" y="88"/>
                  </a:cubicBezTo>
                  <a:cubicBezTo>
                    <a:pt x="0" y="128"/>
                    <a:pt x="25" y="142"/>
                    <a:pt x="52" y="156"/>
                  </a:cubicBezTo>
                  <a:cubicBezTo>
                    <a:pt x="63" y="161"/>
                    <a:pt x="73" y="167"/>
                    <a:pt x="83" y="174"/>
                  </a:cubicBezTo>
                  <a:cubicBezTo>
                    <a:pt x="84" y="175"/>
                    <a:pt x="86" y="176"/>
                    <a:pt x="88" y="176"/>
                  </a:cubicBezTo>
                  <a:cubicBezTo>
                    <a:pt x="90" y="176"/>
                    <a:pt x="92" y="175"/>
                    <a:pt x="94" y="174"/>
                  </a:cubicBezTo>
                  <a:cubicBezTo>
                    <a:pt x="103" y="166"/>
                    <a:pt x="113" y="161"/>
                    <a:pt x="124" y="155"/>
                  </a:cubicBezTo>
                  <a:cubicBezTo>
                    <a:pt x="133" y="150"/>
                    <a:pt x="142" y="145"/>
                    <a:pt x="150" y="139"/>
                  </a:cubicBezTo>
                  <a:cubicBezTo>
                    <a:pt x="166" y="125"/>
                    <a:pt x="169" y="109"/>
                    <a:pt x="161" y="86"/>
                  </a:cubicBezTo>
                  <a:cubicBezTo>
                    <a:pt x="156" y="73"/>
                    <a:pt x="133" y="21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45374E62-32E6-F141-9DE1-E44E853381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7" y="1847"/>
              <a:ext cx="108" cy="95"/>
            </a:xfrm>
            <a:custGeom>
              <a:avLst/>
              <a:gdLst/>
              <a:ahLst/>
              <a:cxnLst>
                <a:cxn ang="0">
                  <a:pos x="171" y="54"/>
                </a:cxn>
                <a:cxn ang="0">
                  <a:pos x="162" y="50"/>
                </a:cxn>
                <a:cxn ang="0">
                  <a:pos x="159" y="50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1"/>
                </a:cxn>
                <a:cxn ang="0">
                  <a:pos x="84" y="70"/>
                </a:cxn>
                <a:cxn ang="0">
                  <a:pos x="84" y="70"/>
                </a:cxn>
                <a:cxn ang="0">
                  <a:pos x="155" y="39"/>
                </a:cxn>
                <a:cxn ang="0">
                  <a:pos x="158" y="37"/>
                </a:cxn>
                <a:cxn ang="0">
                  <a:pos x="162" y="27"/>
                </a:cxn>
                <a:cxn ang="0">
                  <a:pos x="156" y="18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27" y="10"/>
                </a:cxn>
                <a:cxn ang="0">
                  <a:pos x="8" y="59"/>
                </a:cxn>
                <a:cxn ang="0">
                  <a:pos x="1" y="94"/>
                </a:cxn>
                <a:cxn ang="0">
                  <a:pos x="5" y="104"/>
                </a:cxn>
                <a:cxn ang="0">
                  <a:pos x="32" y="126"/>
                </a:cxn>
                <a:cxn ang="0">
                  <a:pos x="78" y="153"/>
                </a:cxn>
                <a:cxn ang="0">
                  <a:pos x="109" y="140"/>
                </a:cxn>
                <a:cxn ang="0">
                  <a:pos x="110" y="139"/>
                </a:cxn>
                <a:cxn ang="0">
                  <a:pos x="142" y="108"/>
                </a:cxn>
                <a:cxn ang="0">
                  <a:pos x="172" y="66"/>
                </a:cxn>
                <a:cxn ang="0">
                  <a:pos x="171" y="54"/>
                </a:cxn>
                <a:cxn ang="0">
                  <a:pos x="171" y="54"/>
                </a:cxn>
                <a:cxn ang="0">
                  <a:pos x="171" y="54"/>
                </a:cxn>
              </a:cxnLst>
              <a:rect l="0" t="0" r="r" b="b"/>
              <a:pathLst>
                <a:path w="174" h="153">
                  <a:moveTo>
                    <a:pt x="171" y="54"/>
                  </a:moveTo>
                  <a:cubicBezTo>
                    <a:pt x="169" y="51"/>
                    <a:pt x="165" y="50"/>
                    <a:pt x="162" y="50"/>
                  </a:cubicBezTo>
                  <a:cubicBezTo>
                    <a:pt x="161" y="50"/>
                    <a:pt x="160" y="50"/>
                    <a:pt x="159" y="50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1"/>
                    <a:pt x="83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6" y="38"/>
                    <a:pt x="157" y="38"/>
                    <a:pt x="158" y="37"/>
                  </a:cubicBezTo>
                  <a:cubicBezTo>
                    <a:pt x="161" y="35"/>
                    <a:pt x="162" y="31"/>
                    <a:pt x="162" y="27"/>
                  </a:cubicBezTo>
                  <a:cubicBezTo>
                    <a:pt x="161" y="23"/>
                    <a:pt x="159" y="20"/>
                    <a:pt x="156" y="18"/>
                  </a:cubicBezTo>
                  <a:cubicBezTo>
                    <a:pt x="131" y="5"/>
                    <a:pt x="74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6" y="0"/>
                    <a:pt x="35" y="4"/>
                    <a:pt x="27" y="10"/>
                  </a:cubicBezTo>
                  <a:cubicBezTo>
                    <a:pt x="14" y="21"/>
                    <a:pt x="11" y="40"/>
                    <a:pt x="8" y="59"/>
                  </a:cubicBezTo>
                  <a:cubicBezTo>
                    <a:pt x="7" y="71"/>
                    <a:pt x="5" y="82"/>
                    <a:pt x="1" y="94"/>
                  </a:cubicBezTo>
                  <a:cubicBezTo>
                    <a:pt x="0" y="98"/>
                    <a:pt x="1" y="102"/>
                    <a:pt x="5" y="104"/>
                  </a:cubicBezTo>
                  <a:cubicBezTo>
                    <a:pt x="15" y="111"/>
                    <a:pt x="24" y="119"/>
                    <a:pt x="32" y="126"/>
                  </a:cubicBezTo>
                  <a:cubicBezTo>
                    <a:pt x="47" y="140"/>
                    <a:pt x="61" y="153"/>
                    <a:pt x="78" y="153"/>
                  </a:cubicBezTo>
                  <a:cubicBezTo>
                    <a:pt x="87" y="153"/>
                    <a:pt x="97" y="149"/>
                    <a:pt x="109" y="140"/>
                  </a:cubicBezTo>
                  <a:cubicBezTo>
                    <a:pt x="109" y="140"/>
                    <a:pt x="110" y="139"/>
                    <a:pt x="110" y="139"/>
                  </a:cubicBezTo>
                  <a:cubicBezTo>
                    <a:pt x="115" y="135"/>
                    <a:pt x="128" y="123"/>
                    <a:pt x="142" y="108"/>
                  </a:cubicBezTo>
                  <a:cubicBezTo>
                    <a:pt x="153" y="97"/>
                    <a:pt x="167" y="80"/>
                    <a:pt x="172" y="66"/>
                  </a:cubicBezTo>
                  <a:cubicBezTo>
                    <a:pt x="174" y="62"/>
                    <a:pt x="174" y="57"/>
                    <a:pt x="171" y="54"/>
                  </a:cubicBezTo>
                  <a:close/>
                  <a:moveTo>
                    <a:pt x="171" y="54"/>
                  </a:moveTo>
                  <a:cubicBezTo>
                    <a:pt x="171" y="54"/>
                    <a:pt x="171" y="54"/>
                    <a:pt x="171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D5D4AFC2-B12C-D848-B9F0-9D6CAF58B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" y="1737"/>
              <a:ext cx="105" cy="102"/>
            </a:xfrm>
            <a:custGeom>
              <a:avLst/>
              <a:gdLst/>
              <a:ahLst/>
              <a:cxnLst>
                <a:cxn ang="0">
                  <a:pos x="40" y="148"/>
                </a:cxn>
                <a:cxn ang="0">
                  <a:pos x="41" y="159"/>
                </a:cxn>
                <a:cxn ang="0">
                  <a:pos x="49" y="164"/>
                </a:cxn>
                <a:cxn ang="0">
                  <a:pos x="52" y="163"/>
                </a:cxn>
                <a:cxn ang="0">
                  <a:pos x="99" y="141"/>
                </a:cxn>
                <a:cxn ang="0">
                  <a:pos x="135" y="116"/>
                </a:cxn>
                <a:cxn ang="0">
                  <a:pos x="136" y="115"/>
                </a:cxn>
                <a:cxn ang="0">
                  <a:pos x="138" y="37"/>
                </a:cxn>
                <a:cxn ang="0">
                  <a:pos x="121" y="6"/>
                </a:cxn>
                <a:cxn ang="0">
                  <a:pos x="112" y="0"/>
                </a:cxn>
                <a:cxn ang="0">
                  <a:pos x="111" y="0"/>
                </a:cxn>
                <a:cxn ang="0">
                  <a:pos x="92" y="1"/>
                </a:cxn>
                <a:cxn ang="0">
                  <a:pos x="76" y="1"/>
                </a:cxn>
                <a:cxn ang="0">
                  <a:pos x="62" y="1"/>
                </a:cxn>
                <a:cxn ang="0">
                  <a:pos x="24" y="10"/>
                </a:cxn>
                <a:cxn ang="0">
                  <a:pos x="9" y="41"/>
                </a:cxn>
                <a:cxn ang="0">
                  <a:pos x="9" y="138"/>
                </a:cxn>
                <a:cxn ang="0">
                  <a:pos x="16" y="145"/>
                </a:cxn>
                <a:cxn ang="0">
                  <a:pos x="19" y="146"/>
                </a:cxn>
                <a:cxn ang="0">
                  <a:pos x="27" y="143"/>
                </a:cxn>
                <a:cxn ang="0">
                  <a:pos x="29" y="141"/>
                </a:cxn>
                <a:cxn ang="0">
                  <a:pos x="72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7"/>
                </a:cxn>
                <a:cxn ang="0">
                  <a:pos x="73" y="78"/>
                </a:cxn>
                <a:cxn ang="0">
                  <a:pos x="40" y="148"/>
                </a:cxn>
                <a:cxn ang="0">
                  <a:pos x="40" y="148"/>
                </a:cxn>
                <a:cxn ang="0">
                  <a:pos x="40" y="148"/>
                </a:cxn>
              </a:cxnLst>
              <a:rect l="0" t="0" r="r" b="b"/>
              <a:pathLst>
                <a:path w="169" h="164">
                  <a:moveTo>
                    <a:pt x="40" y="148"/>
                  </a:moveTo>
                  <a:cubicBezTo>
                    <a:pt x="38" y="152"/>
                    <a:pt x="38" y="156"/>
                    <a:pt x="41" y="159"/>
                  </a:cubicBezTo>
                  <a:cubicBezTo>
                    <a:pt x="43" y="162"/>
                    <a:pt x="46" y="164"/>
                    <a:pt x="49" y="164"/>
                  </a:cubicBezTo>
                  <a:cubicBezTo>
                    <a:pt x="50" y="164"/>
                    <a:pt x="51" y="164"/>
                    <a:pt x="52" y="163"/>
                  </a:cubicBezTo>
                  <a:cubicBezTo>
                    <a:pt x="67" y="160"/>
                    <a:pt x="86" y="150"/>
                    <a:pt x="99" y="141"/>
                  </a:cubicBezTo>
                  <a:cubicBezTo>
                    <a:pt x="116" y="130"/>
                    <a:pt x="130" y="120"/>
                    <a:pt x="135" y="116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69" y="87"/>
                    <a:pt x="154" y="62"/>
                    <a:pt x="138" y="37"/>
                  </a:cubicBezTo>
                  <a:cubicBezTo>
                    <a:pt x="132" y="27"/>
                    <a:pt x="125" y="17"/>
                    <a:pt x="121" y="6"/>
                  </a:cubicBezTo>
                  <a:cubicBezTo>
                    <a:pt x="119" y="2"/>
                    <a:pt x="116" y="0"/>
                    <a:pt x="112" y="0"/>
                  </a:cubicBezTo>
                  <a:cubicBezTo>
                    <a:pt x="112" y="0"/>
                    <a:pt x="112" y="0"/>
                    <a:pt x="111" y="0"/>
                  </a:cubicBezTo>
                  <a:cubicBezTo>
                    <a:pt x="105" y="1"/>
                    <a:pt x="98" y="1"/>
                    <a:pt x="92" y="1"/>
                  </a:cubicBezTo>
                  <a:cubicBezTo>
                    <a:pt x="86" y="1"/>
                    <a:pt x="81" y="1"/>
                    <a:pt x="76" y="1"/>
                  </a:cubicBezTo>
                  <a:cubicBezTo>
                    <a:pt x="71" y="1"/>
                    <a:pt x="66" y="1"/>
                    <a:pt x="62" y="1"/>
                  </a:cubicBezTo>
                  <a:cubicBezTo>
                    <a:pt x="47" y="1"/>
                    <a:pt x="34" y="2"/>
                    <a:pt x="24" y="10"/>
                  </a:cubicBezTo>
                  <a:cubicBezTo>
                    <a:pt x="17" y="17"/>
                    <a:pt x="11" y="27"/>
                    <a:pt x="9" y="41"/>
                  </a:cubicBezTo>
                  <a:cubicBezTo>
                    <a:pt x="6" y="54"/>
                    <a:pt x="0" y="111"/>
                    <a:pt x="9" y="138"/>
                  </a:cubicBezTo>
                  <a:cubicBezTo>
                    <a:pt x="10" y="142"/>
                    <a:pt x="13" y="145"/>
                    <a:pt x="16" y="145"/>
                  </a:cubicBezTo>
                  <a:cubicBezTo>
                    <a:pt x="17" y="146"/>
                    <a:pt x="18" y="146"/>
                    <a:pt x="19" y="146"/>
                  </a:cubicBezTo>
                  <a:cubicBezTo>
                    <a:pt x="22" y="146"/>
                    <a:pt x="24" y="145"/>
                    <a:pt x="27" y="143"/>
                  </a:cubicBezTo>
                  <a:cubicBezTo>
                    <a:pt x="27" y="143"/>
                    <a:pt x="28" y="142"/>
                    <a:pt x="29" y="141"/>
                  </a:cubicBezTo>
                  <a:cubicBezTo>
                    <a:pt x="72" y="77"/>
                    <a:pt x="72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4" y="77"/>
                    <a:pt x="74" y="77"/>
                    <a:pt x="73" y="78"/>
                  </a:cubicBezTo>
                  <a:lnTo>
                    <a:pt x="40" y="148"/>
                  </a:lnTo>
                  <a:close/>
                  <a:moveTo>
                    <a:pt x="40" y="148"/>
                  </a:moveTo>
                  <a:cubicBezTo>
                    <a:pt x="40" y="148"/>
                    <a:pt x="40" y="148"/>
                    <a:pt x="40" y="14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4624EA4-BB6F-DC40-A65C-F4EA81EA4E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834"/>
              <a:ext cx="110" cy="95"/>
            </a:xfrm>
            <a:custGeom>
              <a:avLst/>
              <a:gdLst/>
              <a:ahLst/>
              <a:cxnLst>
                <a:cxn ang="0">
                  <a:pos x="163" y="52"/>
                </a:cxn>
                <a:cxn ang="0">
                  <a:pos x="114" y="0"/>
                </a:cxn>
                <a:cxn ang="0">
                  <a:pos x="104" y="1"/>
                </a:cxn>
                <a:cxn ang="0">
                  <a:pos x="11" y="32"/>
                </a:cxn>
                <a:cxn ang="0">
                  <a:pos x="7" y="43"/>
                </a:cxn>
                <a:cxn ang="0">
                  <a:pos x="15" y="52"/>
                </a:cxn>
                <a:cxn ang="0">
                  <a:pos x="90" y="73"/>
                </a:cxn>
                <a:cxn ang="0">
                  <a:pos x="90" y="73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90" y="74"/>
                </a:cxn>
                <a:cxn ang="0">
                  <a:pos x="13" y="64"/>
                </a:cxn>
                <a:cxn ang="0">
                  <a:pos x="11" y="64"/>
                </a:cxn>
                <a:cxn ang="0">
                  <a:pos x="4" y="67"/>
                </a:cxn>
                <a:cxn ang="0">
                  <a:pos x="0" y="77"/>
                </a:cxn>
                <a:cxn ang="0">
                  <a:pos x="1" y="81"/>
                </a:cxn>
                <a:cxn ang="0">
                  <a:pos x="75" y="145"/>
                </a:cxn>
                <a:cxn ang="0">
                  <a:pos x="102" y="154"/>
                </a:cxn>
                <a:cxn ang="0">
                  <a:pos x="128" y="144"/>
                </a:cxn>
                <a:cxn ang="0">
                  <a:pos x="149" y="121"/>
                </a:cxn>
                <a:cxn ang="0">
                  <a:pos x="157" y="112"/>
                </a:cxn>
                <a:cxn ang="0">
                  <a:pos x="173" y="96"/>
                </a:cxn>
                <a:cxn ang="0">
                  <a:pos x="175" y="85"/>
                </a:cxn>
                <a:cxn ang="0">
                  <a:pos x="163" y="52"/>
                </a:cxn>
                <a:cxn ang="0">
                  <a:pos x="163" y="52"/>
                </a:cxn>
                <a:cxn ang="0">
                  <a:pos x="163" y="52"/>
                </a:cxn>
              </a:cxnLst>
              <a:rect l="0" t="0" r="r" b="b"/>
              <a:pathLst>
                <a:path w="177" h="154">
                  <a:moveTo>
                    <a:pt x="163" y="52"/>
                  </a:moveTo>
                  <a:cubicBezTo>
                    <a:pt x="155" y="25"/>
                    <a:pt x="147" y="0"/>
                    <a:pt x="114" y="0"/>
                  </a:cubicBezTo>
                  <a:cubicBezTo>
                    <a:pt x="111" y="0"/>
                    <a:pt x="107" y="0"/>
                    <a:pt x="104" y="1"/>
                  </a:cubicBezTo>
                  <a:cubicBezTo>
                    <a:pt x="90" y="3"/>
                    <a:pt x="34" y="15"/>
                    <a:pt x="11" y="32"/>
                  </a:cubicBezTo>
                  <a:cubicBezTo>
                    <a:pt x="8" y="35"/>
                    <a:pt x="6" y="39"/>
                    <a:pt x="7" y="43"/>
                  </a:cubicBezTo>
                  <a:cubicBezTo>
                    <a:pt x="8" y="47"/>
                    <a:pt x="11" y="51"/>
                    <a:pt x="15" y="52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90" y="74"/>
                    <a:pt x="90" y="74"/>
                    <a:pt x="90" y="7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2" y="64"/>
                    <a:pt x="12" y="64"/>
                    <a:pt x="11" y="64"/>
                  </a:cubicBezTo>
                  <a:cubicBezTo>
                    <a:pt x="9" y="64"/>
                    <a:pt x="6" y="65"/>
                    <a:pt x="4" y="67"/>
                  </a:cubicBezTo>
                  <a:cubicBezTo>
                    <a:pt x="1" y="69"/>
                    <a:pt x="0" y="73"/>
                    <a:pt x="0" y="77"/>
                  </a:cubicBezTo>
                  <a:cubicBezTo>
                    <a:pt x="0" y="78"/>
                    <a:pt x="1" y="80"/>
                    <a:pt x="1" y="81"/>
                  </a:cubicBezTo>
                  <a:cubicBezTo>
                    <a:pt x="16" y="106"/>
                    <a:pt x="63" y="138"/>
                    <a:pt x="75" y="145"/>
                  </a:cubicBezTo>
                  <a:cubicBezTo>
                    <a:pt x="85" y="151"/>
                    <a:pt x="94" y="154"/>
                    <a:pt x="102" y="154"/>
                  </a:cubicBezTo>
                  <a:cubicBezTo>
                    <a:pt x="111" y="154"/>
                    <a:pt x="120" y="151"/>
                    <a:pt x="128" y="144"/>
                  </a:cubicBezTo>
                  <a:cubicBezTo>
                    <a:pt x="135" y="138"/>
                    <a:pt x="142" y="130"/>
                    <a:pt x="149" y="121"/>
                  </a:cubicBezTo>
                  <a:cubicBezTo>
                    <a:pt x="152" y="118"/>
                    <a:pt x="154" y="115"/>
                    <a:pt x="157" y="112"/>
                  </a:cubicBezTo>
                  <a:cubicBezTo>
                    <a:pt x="162" y="106"/>
                    <a:pt x="167" y="101"/>
                    <a:pt x="173" y="96"/>
                  </a:cubicBezTo>
                  <a:cubicBezTo>
                    <a:pt x="176" y="93"/>
                    <a:pt x="177" y="88"/>
                    <a:pt x="175" y="85"/>
                  </a:cubicBezTo>
                  <a:cubicBezTo>
                    <a:pt x="170" y="74"/>
                    <a:pt x="166" y="63"/>
                    <a:pt x="163" y="52"/>
                  </a:cubicBezTo>
                  <a:close/>
                  <a:moveTo>
                    <a:pt x="163" y="52"/>
                  </a:moveTo>
                  <a:cubicBezTo>
                    <a:pt x="163" y="52"/>
                    <a:pt x="163" y="52"/>
                    <a:pt x="163" y="5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3" name="Freeform 33">
              <a:extLst>
                <a:ext uri="{FF2B5EF4-FFF2-40B4-BE49-F238E27FC236}">
                  <a16:creationId xmlns:a16="http://schemas.microsoft.com/office/drawing/2014/main" id="{1D7E97FD-199E-C240-BB8F-C000848201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8" y="1839"/>
              <a:ext cx="43" cy="39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0" y="4"/>
                </a:cxn>
                <a:cxn ang="0">
                  <a:pos x="9" y="48"/>
                </a:cxn>
                <a:cxn ang="0">
                  <a:pos x="36" y="63"/>
                </a:cxn>
                <a:cxn ang="0">
                  <a:pos x="52" y="59"/>
                </a:cxn>
                <a:cxn ang="0">
                  <a:pos x="59" y="53"/>
                </a:cxn>
                <a:cxn ang="0">
                  <a:pos x="63" y="15"/>
                </a:cxn>
                <a:cxn ang="0">
                  <a:pos x="36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</a:cxnLst>
              <a:rect l="0" t="0" r="r" b="b"/>
              <a:pathLst>
                <a:path w="70" h="63">
                  <a:moveTo>
                    <a:pt x="33" y="0"/>
                  </a:moveTo>
                  <a:cubicBezTo>
                    <a:pt x="28" y="0"/>
                    <a:pt x="24" y="2"/>
                    <a:pt x="20" y="4"/>
                  </a:cubicBezTo>
                  <a:cubicBezTo>
                    <a:pt x="5" y="13"/>
                    <a:pt x="0" y="33"/>
                    <a:pt x="9" y="48"/>
                  </a:cubicBezTo>
                  <a:cubicBezTo>
                    <a:pt x="15" y="58"/>
                    <a:pt x="25" y="63"/>
                    <a:pt x="36" y="63"/>
                  </a:cubicBezTo>
                  <a:cubicBezTo>
                    <a:pt x="41" y="63"/>
                    <a:pt x="47" y="62"/>
                    <a:pt x="52" y="59"/>
                  </a:cubicBezTo>
                  <a:cubicBezTo>
                    <a:pt x="55" y="57"/>
                    <a:pt x="57" y="55"/>
                    <a:pt x="59" y="53"/>
                  </a:cubicBezTo>
                  <a:cubicBezTo>
                    <a:pt x="68" y="43"/>
                    <a:pt x="70" y="27"/>
                    <a:pt x="63" y="15"/>
                  </a:cubicBezTo>
                  <a:cubicBezTo>
                    <a:pt x="57" y="5"/>
                    <a:pt x="46" y="0"/>
                    <a:pt x="36" y="0"/>
                  </a:cubicBezTo>
                  <a:cubicBezTo>
                    <a:pt x="35" y="0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74" name="Group 36">
            <a:extLst>
              <a:ext uri="{FF2B5EF4-FFF2-40B4-BE49-F238E27FC236}">
                <a16:creationId xmlns:a16="http://schemas.microsoft.com/office/drawing/2014/main" id="{6ECBD363-493C-E443-AE3B-7A2796F2E2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9558" y="3041306"/>
            <a:ext cx="635171" cy="585060"/>
            <a:chOff x="419" y="2309"/>
            <a:chExt cx="507" cy="467"/>
          </a:xfrm>
          <a:solidFill>
            <a:schemeClr val="bg1"/>
          </a:solidFill>
        </p:grpSpPr>
        <p:sp>
          <p:nvSpPr>
            <p:cNvPr id="275" name="Freeform 37">
              <a:extLst>
                <a:ext uri="{FF2B5EF4-FFF2-40B4-BE49-F238E27FC236}">
                  <a16:creationId xmlns:a16="http://schemas.microsoft.com/office/drawing/2014/main" id="{A2AC5073-BC75-424C-BD3C-0B18FB9D9D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close/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close/>
                  <a:moveTo>
                    <a:pt x="290" y="318"/>
                  </a:moveTo>
                  <a:lnTo>
                    <a:pt x="290" y="31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6" name="Freeform 38">
              <a:extLst>
                <a:ext uri="{FF2B5EF4-FFF2-40B4-BE49-F238E27FC236}">
                  <a16:creationId xmlns:a16="http://schemas.microsoft.com/office/drawing/2014/main" id="{6CD27AC9-5EFD-2849-88E4-9ED5B98231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" y="2309"/>
              <a:ext cx="481" cy="467"/>
            </a:xfrm>
            <a:custGeom>
              <a:avLst/>
              <a:gdLst/>
              <a:ahLst/>
              <a:cxnLst>
                <a:cxn ang="0">
                  <a:pos x="465" y="361"/>
                </a:cxn>
                <a:cxn ang="0">
                  <a:pos x="439" y="387"/>
                </a:cxn>
                <a:cxn ang="0">
                  <a:pos x="360" y="308"/>
                </a:cxn>
                <a:cxn ang="0">
                  <a:pos x="406" y="261"/>
                </a:cxn>
                <a:cxn ang="0">
                  <a:pos x="384" y="236"/>
                </a:cxn>
                <a:cxn ang="0">
                  <a:pos x="356" y="264"/>
                </a:cxn>
                <a:cxn ang="0">
                  <a:pos x="162" y="71"/>
                </a:cxn>
                <a:cxn ang="0">
                  <a:pos x="148" y="83"/>
                </a:cxn>
                <a:cxn ang="0">
                  <a:pos x="136" y="70"/>
                </a:cxn>
                <a:cxn ang="0">
                  <a:pos x="118" y="87"/>
                </a:cxn>
                <a:cxn ang="0">
                  <a:pos x="31" y="0"/>
                </a:cxn>
                <a:cxn ang="0">
                  <a:pos x="0" y="2"/>
                </a:cxn>
                <a:cxn ang="0">
                  <a:pos x="103" y="104"/>
                </a:cxn>
                <a:cxn ang="0">
                  <a:pos x="85" y="120"/>
                </a:cxn>
                <a:cxn ang="0">
                  <a:pos x="99" y="134"/>
                </a:cxn>
                <a:cxn ang="0">
                  <a:pos x="85" y="146"/>
                </a:cxn>
                <a:cxn ang="0">
                  <a:pos x="280" y="341"/>
                </a:cxn>
                <a:cxn ang="0">
                  <a:pos x="252" y="368"/>
                </a:cxn>
                <a:cxn ang="0">
                  <a:pos x="274" y="391"/>
                </a:cxn>
                <a:cxn ang="0">
                  <a:pos x="321" y="344"/>
                </a:cxn>
                <a:cxn ang="0">
                  <a:pos x="403" y="424"/>
                </a:cxn>
                <a:cxn ang="0">
                  <a:pos x="377" y="450"/>
                </a:cxn>
                <a:cxn ang="0">
                  <a:pos x="394" y="467"/>
                </a:cxn>
                <a:cxn ang="0">
                  <a:pos x="481" y="379"/>
                </a:cxn>
                <a:cxn ang="0">
                  <a:pos x="465" y="361"/>
                </a:cxn>
                <a:cxn ang="0">
                  <a:pos x="290" y="318"/>
                </a:cxn>
                <a:cxn ang="0">
                  <a:pos x="217" y="245"/>
                </a:cxn>
                <a:cxn ang="0">
                  <a:pos x="261" y="203"/>
                </a:cxn>
                <a:cxn ang="0">
                  <a:pos x="333" y="275"/>
                </a:cxn>
                <a:cxn ang="0">
                  <a:pos x="290" y="318"/>
                </a:cxn>
                <a:cxn ang="0">
                  <a:pos x="290" y="318"/>
                </a:cxn>
                <a:cxn ang="0">
                  <a:pos x="290" y="318"/>
                </a:cxn>
              </a:cxnLst>
              <a:rect l="0" t="0" r="r" b="b"/>
              <a:pathLst>
                <a:path w="481" h="467">
                  <a:moveTo>
                    <a:pt x="465" y="361"/>
                  </a:moveTo>
                  <a:lnTo>
                    <a:pt x="439" y="387"/>
                  </a:lnTo>
                  <a:lnTo>
                    <a:pt x="360" y="308"/>
                  </a:lnTo>
                  <a:lnTo>
                    <a:pt x="406" y="261"/>
                  </a:lnTo>
                  <a:lnTo>
                    <a:pt x="384" y="236"/>
                  </a:lnTo>
                  <a:lnTo>
                    <a:pt x="356" y="264"/>
                  </a:lnTo>
                  <a:lnTo>
                    <a:pt x="162" y="71"/>
                  </a:lnTo>
                  <a:lnTo>
                    <a:pt x="148" y="83"/>
                  </a:lnTo>
                  <a:lnTo>
                    <a:pt x="136" y="70"/>
                  </a:lnTo>
                  <a:lnTo>
                    <a:pt x="118" y="87"/>
                  </a:lnTo>
                  <a:lnTo>
                    <a:pt x="31" y="0"/>
                  </a:lnTo>
                  <a:lnTo>
                    <a:pt x="0" y="2"/>
                  </a:lnTo>
                  <a:lnTo>
                    <a:pt x="103" y="104"/>
                  </a:lnTo>
                  <a:lnTo>
                    <a:pt x="85" y="120"/>
                  </a:lnTo>
                  <a:lnTo>
                    <a:pt x="99" y="134"/>
                  </a:lnTo>
                  <a:lnTo>
                    <a:pt x="85" y="146"/>
                  </a:lnTo>
                  <a:lnTo>
                    <a:pt x="280" y="341"/>
                  </a:lnTo>
                  <a:lnTo>
                    <a:pt x="252" y="368"/>
                  </a:lnTo>
                  <a:lnTo>
                    <a:pt x="274" y="391"/>
                  </a:lnTo>
                  <a:lnTo>
                    <a:pt x="321" y="344"/>
                  </a:lnTo>
                  <a:lnTo>
                    <a:pt x="403" y="424"/>
                  </a:lnTo>
                  <a:lnTo>
                    <a:pt x="377" y="450"/>
                  </a:lnTo>
                  <a:lnTo>
                    <a:pt x="394" y="467"/>
                  </a:lnTo>
                  <a:lnTo>
                    <a:pt x="481" y="379"/>
                  </a:lnTo>
                  <a:lnTo>
                    <a:pt x="465" y="361"/>
                  </a:lnTo>
                  <a:moveTo>
                    <a:pt x="290" y="318"/>
                  </a:moveTo>
                  <a:lnTo>
                    <a:pt x="217" y="245"/>
                  </a:lnTo>
                  <a:lnTo>
                    <a:pt x="261" y="203"/>
                  </a:lnTo>
                  <a:lnTo>
                    <a:pt x="333" y="275"/>
                  </a:lnTo>
                  <a:lnTo>
                    <a:pt x="290" y="318"/>
                  </a:lnTo>
                  <a:moveTo>
                    <a:pt x="290" y="318"/>
                  </a:moveTo>
                  <a:lnTo>
                    <a:pt x="290" y="31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77" name="Freeform 39">
              <a:extLst>
                <a:ext uri="{FF2B5EF4-FFF2-40B4-BE49-F238E27FC236}">
                  <a16:creationId xmlns:a16="http://schemas.microsoft.com/office/drawing/2014/main" id="{D50ABC2A-EB39-F74A-B6E6-521F50D67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" y="2321"/>
              <a:ext cx="49" cy="101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14" y="58"/>
                </a:cxn>
                <a:cxn ang="0">
                  <a:pos x="28" y="35"/>
                </a:cxn>
                <a:cxn ang="0">
                  <a:pos x="14" y="0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0" y="35"/>
                </a:cxn>
              </a:cxnLst>
              <a:rect l="0" t="0" r="r" b="b"/>
              <a:pathLst>
                <a:path w="28" h="58">
                  <a:moveTo>
                    <a:pt x="0" y="35"/>
                  </a:moveTo>
                  <a:cubicBezTo>
                    <a:pt x="0" y="51"/>
                    <a:pt x="6" y="58"/>
                    <a:pt x="14" y="58"/>
                  </a:cubicBezTo>
                  <a:cubicBezTo>
                    <a:pt x="22" y="58"/>
                    <a:pt x="28" y="51"/>
                    <a:pt x="28" y="35"/>
                  </a:cubicBezTo>
                  <a:cubicBezTo>
                    <a:pt x="28" y="18"/>
                    <a:pt x="14" y="0"/>
                    <a:pt x="14" y="0"/>
                  </a:cubicBezTo>
                  <a:cubicBezTo>
                    <a:pt x="14" y="0"/>
                    <a:pt x="0" y="18"/>
                    <a:pt x="0" y="35"/>
                  </a:cubicBezTo>
                  <a:close/>
                  <a:moveTo>
                    <a:pt x="0" y="35"/>
                  </a:moveTo>
                  <a:cubicBezTo>
                    <a:pt x="0" y="35"/>
                    <a:pt x="0" y="35"/>
                    <a:pt x="0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78" name="Group 42">
            <a:extLst>
              <a:ext uri="{FF2B5EF4-FFF2-40B4-BE49-F238E27FC236}">
                <a16:creationId xmlns:a16="http://schemas.microsoft.com/office/drawing/2014/main" id="{56FE6F88-D0BB-F64E-BE9D-74EE8454F0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40470" y="3009874"/>
            <a:ext cx="647183" cy="616492"/>
            <a:chOff x="2111" y="2341"/>
            <a:chExt cx="485" cy="462"/>
          </a:xfrm>
          <a:solidFill>
            <a:schemeClr val="bg1"/>
          </a:solidFill>
        </p:grpSpPr>
        <p:sp>
          <p:nvSpPr>
            <p:cNvPr id="279" name="Freeform 43">
              <a:extLst>
                <a:ext uri="{FF2B5EF4-FFF2-40B4-BE49-F238E27FC236}">
                  <a16:creationId xmlns:a16="http://schemas.microsoft.com/office/drawing/2014/main" id="{9B176F83-654D-C248-B136-4D29955FF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341"/>
              <a:ext cx="485" cy="462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39" y="6"/>
                </a:cxn>
                <a:cxn ang="0">
                  <a:pos x="39" y="58"/>
                </a:cxn>
                <a:cxn ang="0">
                  <a:pos x="45" y="64"/>
                </a:cxn>
                <a:cxn ang="0">
                  <a:pos x="71" y="64"/>
                </a:cxn>
                <a:cxn ang="0">
                  <a:pos x="65" y="84"/>
                </a:cxn>
                <a:cxn ang="0">
                  <a:pos x="38" y="89"/>
                </a:cxn>
                <a:cxn ang="0">
                  <a:pos x="32" y="89"/>
                </a:cxn>
                <a:cxn ang="0">
                  <a:pos x="16" y="73"/>
                </a:cxn>
                <a:cxn ang="0">
                  <a:pos x="16" y="61"/>
                </a:cxn>
                <a:cxn ang="0">
                  <a:pos x="25" y="45"/>
                </a:cxn>
                <a:cxn ang="0">
                  <a:pos x="12" y="29"/>
                </a:cxn>
                <a:cxn ang="0">
                  <a:pos x="0" y="45"/>
                </a:cxn>
                <a:cxn ang="0">
                  <a:pos x="9" y="61"/>
                </a:cxn>
                <a:cxn ang="0">
                  <a:pos x="9" y="73"/>
                </a:cxn>
                <a:cxn ang="0">
                  <a:pos x="32" y="97"/>
                </a:cxn>
                <a:cxn ang="0">
                  <a:pos x="38" y="97"/>
                </a:cxn>
                <a:cxn ang="0">
                  <a:pos x="43" y="97"/>
                </a:cxn>
                <a:cxn ang="0">
                  <a:pos x="70" y="89"/>
                </a:cxn>
                <a:cxn ang="0">
                  <a:pos x="78" y="64"/>
                </a:cxn>
                <a:cxn ang="0">
                  <a:pos x="96" y="64"/>
                </a:cxn>
                <a:cxn ang="0">
                  <a:pos x="102" y="58"/>
                </a:cxn>
                <a:cxn ang="0">
                  <a:pos x="102" y="6"/>
                </a:cxn>
                <a:cxn ang="0">
                  <a:pos x="96" y="0"/>
                </a:cxn>
                <a:cxn ang="0">
                  <a:pos x="45" y="0"/>
                </a:cxn>
                <a:cxn ang="0">
                  <a:pos x="72" y="54"/>
                </a:cxn>
                <a:cxn ang="0">
                  <a:pos x="49" y="32"/>
                </a:cxn>
                <a:cxn ang="0">
                  <a:pos x="72" y="10"/>
                </a:cxn>
                <a:cxn ang="0">
                  <a:pos x="94" y="32"/>
                </a:cxn>
                <a:cxn ang="0">
                  <a:pos x="72" y="54"/>
                </a:cxn>
                <a:cxn ang="0">
                  <a:pos x="72" y="54"/>
                </a:cxn>
                <a:cxn ang="0">
                  <a:pos x="72" y="54"/>
                </a:cxn>
              </a:cxnLst>
              <a:rect l="0" t="0" r="r" b="b"/>
              <a:pathLst>
                <a:path w="102" h="97">
                  <a:moveTo>
                    <a:pt x="45" y="0"/>
                  </a:moveTo>
                  <a:cubicBezTo>
                    <a:pt x="42" y="0"/>
                    <a:pt x="39" y="3"/>
                    <a:pt x="39" y="6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9" y="61"/>
                    <a:pt x="42" y="64"/>
                    <a:pt x="45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73"/>
                    <a:pt x="69" y="80"/>
                    <a:pt x="65" y="84"/>
                  </a:cubicBezTo>
                  <a:cubicBezTo>
                    <a:pt x="59" y="90"/>
                    <a:pt x="48" y="90"/>
                    <a:pt x="38" y="89"/>
                  </a:cubicBezTo>
                  <a:cubicBezTo>
                    <a:pt x="36" y="89"/>
                    <a:pt x="34" y="89"/>
                    <a:pt x="32" y="89"/>
                  </a:cubicBezTo>
                  <a:cubicBezTo>
                    <a:pt x="17" y="89"/>
                    <a:pt x="16" y="74"/>
                    <a:pt x="16" y="73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21" y="59"/>
                    <a:pt x="25" y="53"/>
                    <a:pt x="25" y="45"/>
                  </a:cubicBezTo>
                  <a:cubicBezTo>
                    <a:pt x="25" y="36"/>
                    <a:pt x="19" y="29"/>
                    <a:pt x="12" y="29"/>
                  </a:cubicBezTo>
                  <a:cubicBezTo>
                    <a:pt x="6" y="29"/>
                    <a:pt x="0" y="36"/>
                    <a:pt x="0" y="45"/>
                  </a:cubicBezTo>
                  <a:cubicBezTo>
                    <a:pt x="0" y="52"/>
                    <a:pt x="4" y="58"/>
                    <a:pt x="9" y="61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81"/>
                    <a:pt x="14" y="97"/>
                    <a:pt x="32" y="97"/>
                  </a:cubicBezTo>
                  <a:cubicBezTo>
                    <a:pt x="34" y="97"/>
                    <a:pt x="36" y="97"/>
                    <a:pt x="38" y="97"/>
                  </a:cubicBezTo>
                  <a:cubicBezTo>
                    <a:pt x="39" y="97"/>
                    <a:pt x="41" y="97"/>
                    <a:pt x="43" y="97"/>
                  </a:cubicBezTo>
                  <a:cubicBezTo>
                    <a:pt x="53" y="97"/>
                    <a:pt x="63" y="96"/>
                    <a:pt x="70" y="89"/>
                  </a:cubicBezTo>
                  <a:cubicBezTo>
                    <a:pt x="75" y="84"/>
                    <a:pt x="78" y="76"/>
                    <a:pt x="78" y="64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100" y="64"/>
                    <a:pt x="102" y="61"/>
                    <a:pt x="102" y="58"/>
                  </a:cubicBezTo>
                  <a:cubicBezTo>
                    <a:pt x="102" y="6"/>
                    <a:pt x="102" y="6"/>
                    <a:pt x="102" y="6"/>
                  </a:cubicBezTo>
                  <a:cubicBezTo>
                    <a:pt x="102" y="3"/>
                    <a:pt x="100" y="0"/>
                    <a:pt x="96" y="0"/>
                  </a:cubicBezTo>
                  <a:lnTo>
                    <a:pt x="45" y="0"/>
                  </a:lnTo>
                  <a:close/>
                  <a:moveTo>
                    <a:pt x="72" y="54"/>
                  </a:moveTo>
                  <a:cubicBezTo>
                    <a:pt x="59" y="54"/>
                    <a:pt x="49" y="44"/>
                    <a:pt x="49" y="32"/>
                  </a:cubicBezTo>
                  <a:cubicBezTo>
                    <a:pt x="49" y="20"/>
                    <a:pt x="59" y="10"/>
                    <a:pt x="72" y="10"/>
                  </a:cubicBezTo>
                  <a:cubicBezTo>
                    <a:pt x="84" y="10"/>
                    <a:pt x="94" y="20"/>
                    <a:pt x="94" y="32"/>
                  </a:cubicBezTo>
                  <a:cubicBezTo>
                    <a:pt x="94" y="44"/>
                    <a:pt x="84" y="54"/>
                    <a:pt x="72" y="54"/>
                  </a:cubicBezTo>
                  <a:close/>
                  <a:moveTo>
                    <a:pt x="72" y="54"/>
                  </a:moveTo>
                  <a:cubicBezTo>
                    <a:pt x="72" y="54"/>
                    <a:pt x="72" y="54"/>
                    <a:pt x="72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0" name="Freeform 44">
              <a:extLst>
                <a:ext uri="{FF2B5EF4-FFF2-40B4-BE49-F238E27FC236}">
                  <a16:creationId xmlns:a16="http://schemas.microsoft.com/office/drawing/2014/main" id="{0DD1C581-7F18-FF43-9ED9-32F36D859A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72" y="2413"/>
              <a:ext cx="162" cy="16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0" y="17"/>
                </a:cxn>
                <a:cxn ang="0">
                  <a:pos x="17" y="3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17" y="30"/>
                </a:cxn>
                <a:cxn ang="0">
                  <a:pos x="4" y="17"/>
                </a:cxn>
                <a:cxn ang="0">
                  <a:pos x="17" y="4"/>
                </a:cxn>
                <a:cxn ang="0">
                  <a:pos x="30" y="17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</a:cxnLst>
              <a:rect l="0" t="0" r="r" b="b"/>
              <a:pathLst>
                <a:path w="34" h="34"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lose/>
                  <a:moveTo>
                    <a:pt x="17" y="30"/>
                  </a:moveTo>
                  <a:cubicBezTo>
                    <a:pt x="17" y="30"/>
                    <a:pt x="17" y="30"/>
                    <a:pt x="17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1" name="Freeform 45">
              <a:extLst>
                <a:ext uri="{FF2B5EF4-FFF2-40B4-BE49-F238E27FC236}">
                  <a16:creationId xmlns:a16="http://schemas.microsoft.com/office/drawing/2014/main" id="{33A6CFBC-1F04-4D45-92C8-017D596B81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451"/>
              <a:ext cx="9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FEBFE872-D24A-C54D-B86A-F4FE0D431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522"/>
              <a:ext cx="10" cy="1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2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3" name="Freeform 47">
              <a:extLst>
                <a:ext uri="{FF2B5EF4-FFF2-40B4-BE49-F238E27FC236}">
                  <a16:creationId xmlns:a16="http://schemas.microsoft.com/office/drawing/2014/main" id="{119E5308-8D1F-FB41-B223-3F5F78288D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6" y="2489"/>
              <a:ext cx="9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4" name="Freeform 48">
              <a:extLst>
                <a:ext uri="{FF2B5EF4-FFF2-40B4-BE49-F238E27FC236}">
                  <a16:creationId xmlns:a16="http://schemas.microsoft.com/office/drawing/2014/main" id="{57679E7D-FA5D-4F4C-9EF3-F55D8F65C5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6" y="2489"/>
              <a:ext cx="10" cy="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5" name="Freeform 49">
              <a:extLst>
                <a:ext uri="{FF2B5EF4-FFF2-40B4-BE49-F238E27FC236}">
                  <a16:creationId xmlns:a16="http://schemas.microsoft.com/office/drawing/2014/main" id="{8D1B9F2B-DAA3-AE42-B5AD-449EB4E90E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522"/>
              <a:ext cx="9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1" y="0"/>
                    <a:pt x="1" y="0"/>
                    <a:pt x="0" y="1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6" name="Freeform 50">
              <a:extLst>
                <a:ext uri="{FF2B5EF4-FFF2-40B4-BE49-F238E27FC236}">
                  <a16:creationId xmlns:a16="http://schemas.microsoft.com/office/drawing/2014/main" id="{94F78519-A232-BB45-A21A-BB647FABE3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2451"/>
              <a:ext cx="10" cy="1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2"/>
                    <a:pt x="2" y="3"/>
                    <a:pt x="1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2" y="0"/>
                    <a:pt x="2" y="1"/>
                    <a:pt x="2" y="2"/>
                  </a:cubicBezTo>
                  <a:close/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7" name="Freeform 51">
              <a:extLst>
                <a:ext uri="{FF2B5EF4-FFF2-40B4-BE49-F238E27FC236}">
                  <a16:creationId xmlns:a16="http://schemas.microsoft.com/office/drawing/2014/main" id="{D163357D-67E2-4845-B385-4CCC43A0E5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9" y="2455"/>
              <a:ext cx="28" cy="5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0" y="8"/>
                </a:cxn>
                <a:cxn ang="0">
                  <a:pos x="3" y="11"/>
                </a:cxn>
                <a:cxn ang="0">
                  <a:pos x="6" y="8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6" h="11">
                  <a:moveTo>
                    <a:pt x="4" y="5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3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0"/>
                    <a:pt x="1" y="11"/>
                    <a:pt x="3" y="11"/>
                  </a:cubicBezTo>
                  <a:cubicBezTo>
                    <a:pt x="4" y="11"/>
                    <a:pt x="6" y="10"/>
                    <a:pt x="6" y="8"/>
                  </a:cubicBezTo>
                  <a:cubicBezTo>
                    <a:pt x="6" y="7"/>
                    <a:pt x="5" y="6"/>
                    <a:pt x="4" y="5"/>
                  </a:cubicBezTo>
                  <a:close/>
                  <a:moveTo>
                    <a:pt x="4" y="5"/>
                  </a:moveTo>
                  <a:cubicBezTo>
                    <a:pt x="4" y="5"/>
                    <a:pt x="4" y="5"/>
                    <a:pt x="4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8" name="Freeform 52">
              <a:extLst>
                <a:ext uri="{FF2B5EF4-FFF2-40B4-BE49-F238E27FC236}">
                  <a16:creationId xmlns:a16="http://schemas.microsoft.com/office/drawing/2014/main" id="{336C1316-FFBE-F340-AF60-BD499D788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4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89" name="Freeform 53">
              <a:extLst>
                <a:ext uri="{FF2B5EF4-FFF2-40B4-BE49-F238E27FC236}">
                  <a16:creationId xmlns:a16="http://schemas.microsoft.com/office/drawing/2014/main" id="{E7203949-B6CC-C542-8B59-D7CBD03E1E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8" y="2536"/>
              <a:ext cx="10" cy="1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0" name="Group 107">
            <a:extLst>
              <a:ext uri="{FF2B5EF4-FFF2-40B4-BE49-F238E27FC236}">
                <a16:creationId xmlns:a16="http://schemas.microsoft.com/office/drawing/2014/main" id="{FF5C2D6E-CEF3-E545-8FEC-C392CB50515E}"/>
              </a:ext>
            </a:extLst>
          </p:cNvPr>
          <p:cNvGrpSpPr/>
          <p:nvPr/>
        </p:nvGrpSpPr>
        <p:grpSpPr>
          <a:xfrm>
            <a:off x="4527997" y="3059247"/>
            <a:ext cx="564124" cy="567119"/>
            <a:chOff x="7839075" y="1611313"/>
            <a:chExt cx="896938" cy="901700"/>
          </a:xfrm>
          <a:solidFill>
            <a:schemeClr val="bg1"/>
          </a:solidFill>
        </p:grpSpPr>
        <p:sp>
          <p:nvSpPr>
            <p:cNvPr id="291" name="Freeform 73">
              <a:extLst>
                <a:ext uri="{FF2B5EF4-FFF2-40B4-BE49-F238E27FC236}">
                  <a16:creationId xmlns:a16="http://schemas.microsoft.com/office/drawing/2014/main" id="{99C274D3-1E21-FC4B-8CD6-6ABF1B5F9A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9075" y="1611313"/>
              <a:ext cx="896938" cy="901700"/>
            </a:xfrm>
            <a:custGeom>
              <a:avLst/>
              <a:gdLst/>
              <a:ahLst/>
              <a:cxnLst>
                <a:cxn ang="0">
                  <a:pos x="289" y="212"/>
                </a:cxn>
                <a:cxn ang="0">
                  <a:pos x="105" y="28"/>
                </a:cxn>
                <a:cxn ang="0">
                  <a:pos x="111" y="22"/>
                </a:cxn>
                <a:cxn ang="0">
                  <a:pos x="89" y="0"/>
                </a:cxn>
                <a:cxn ang="0">
                  <a:pos x="0" y="89"/>
                </a:cxn>
                <a:cxn ang="0">
                  <a:pos x="22" y="111"/>
                </a:cxn>
                <a:cxn ang="0">
                  <a:pos x="28" y="105"/>
                </a:cxn>
                <a:cxn ang="0">
                  <a:pos x="212" y="290"/>
                </a:cxn>
                <a:cxn ang="0">
                  <a:pos x="289" y="290"/>
                </a:cxn>
                <a:cxn ang="0">
                  <a:pos x="289" y="212"/>
                </a:cxn>
                <a:cxn ang="0">
                  <a:pos x="273" y="273"/>
                </a:cxn>
                <a:cxn ang="0">
                  <a:pos x="226" y="273"/>
                </a:cxn>
                <a:cxn ang="0">
                  <a:pos x="52" y="99"/>
                </a:cxn>
                <a:cxn ang="0">
                  <a:pos x="99" y="52"/>
                </a:cxn>
                <a:cxn ang="0">
                  <a:pos x="273" y="226"/>
                </a:cxn>
                <a:cxn ang="0">
                  <a:pos x="273" y="273"/>
                </a:cxn>
                <a:cxn ang="0">
                  <a:pos x="273" y="273"/>
                </a:cxn>
                <a:cxn ang="0">
                  <a:pos x="273" y="273"/>
                </a:cxn>
              </a:cxnLst>
              <a:rect l="0" t="0" r="r" b="b"/>
              <a:pathLst>
                <a:path w="310" h="311">
                  <a:moveTo>
                    <a:pt x="289" y="212"/>
                  </a:moveTo>
                  <a:cubicBezTo>
                    <a:pt x="105" y="28"/>
                    <a:pt x="105" y="28"/>
                    <a:pt x="105" y="28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33" y="311"/>
                    <a:pt x="268" y="311"/>
                    <a:pt x="289" y="290"/>
                  </a:cubicBezTo>
                  <a:cubicBezTo>
                    <a:pt x="310" y="268"/>
                    <a:pt x="310" y="234"/>
                    <a:pt x="289" y="212"/>
                  </a:cubicBezTo>
                  <a:close/>
                  <a:moveTo>
                    <a:pt x="273" y="273"/>
                  </a:moveTo>
                  <a:cubicBezTo>
                    <a:pt x="260" y="286"/>
                    <a:pt x="239" y="286"/>
                    <a:pt x="226" y="273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273" y="226"/>
                    <a:pt x="273" y="226"/>
                    <a:pt x="273" y="226"/>
                  </a:cubicBezTo>
                  <a:cubicBezTo>
                    <a:pt x="286" y="239"/>
                    <a:pt x="286" y="260"/>
                    <a:pt x="273" y="273"/>
                  </a:cubicBezTo>
                  <a:close/>
                  <a:moveTo>
                    <a:pt x="273" y="273"/>
                  </a:moveTo>
                  <a:cubicBezTo>
                    <a:pt x="273" y="273"/>
                    <a:pt x="273" y="273"/>
                    <a:pt x="273" y="2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2" name="Freeform 74">
              <a:extLst>
                <a:ext uri="{FF2B5EF4-FFF2-40B4-BE49-F238E27FC236}">
                  <a16:creationId xmlns:a16="http://schemas.microsoft.com/office/drawing/2014/main" id="{C2A30E2C-B750-844F-84C6-CA38B84EB5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75625" y="1993900"/>
              <a:ext cx="447675" cy="403225"/>
            </a:xfrm>
            <a:custGeom>
              <a:avLst/>
              <a:gdLst/>
              <a:ahLst/>
              <a:cxnLst>
                <a:cxn ang="0">
                  <a:pos x="56" y="13"/>
                </a:cxn>
                <a:cxn ang="0">
                  <a:pos x="31" y="9"/>
                </a:cxn>
                <a:cxn ang="0">
                  <a:pos x="0" y="12"/>
                </a:cxn>
                <a:cxn ang="0">
                  <a:pos x="120" y="131"/>
                </a:cxn>
                <a:cxn ang="0">
                  <a:pos x="147" y="131"/>
                </a:cxn>
                <a:cxn ang="0">
                  <a:pos x="147" y="104"/>
                </a:cxn>
                <a:cxn ang="0">
                  <a:pos x="56" y="13"/>
                </a:cxn>
                <a:cxn ang="0">
                  <a:pos x="56" y="13"/>
                </a:cxn>
                <a:cxn ang="0">
                  <a:pos x="56" y="13"/>
                </a:cxn>
              </a:cxnLst>
              <a:rect l="0" t="0" r="r" b="b"/>
              <a:pathLst>
                <a:path w="155" h="139">
                  <a:moveTo>
                    <a:pt x="56" y="13"/>
                  </a:moveTo>
                  <a:cubicBezTo>
                    <a:pt x="56" y="13"/>
                    <a:pt x="42" y="0"/>
                    <a:pt x="31" y="9"/>
                  </a:cubicBezTo>
                  <a:cubicBezTo>
                    <a:pt x="19" y="18"/>
                    <a:pt x="0" y="12"/>
                    <a:pt x="0" y="1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7" y="139"/>
                    <a:pt x="139" y="139"/>
                    <a:pt x="147" y="131"/>
                  </a:cubicBezTo>
                  <a:cubicBezTo>
                    <a:pt x="155" y="124"/>
                    <a:pt x="155" y="111"/>
                    <a:pt x="147" y="104"/>
                  </a:cubicBezTo>
                  <a:lnTo>
                    <a:pt x="56" y="13"/>
                  </a:lnTo>
                  <a:close/>
                  <a:moveTo>
                    <a:pt x="56" y="13"/>
                  </a:moveTo>
                  <a:cubicBezTo>
                    <a:pt x="56" y="13"/>
                    <a:pt x="56" y="13"/>
                    <a:pt x="56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293" name="Group 69">
            <a:extLst>
              <a:ext uri="{FF2B5EF4-FFF2-40B4-BE49-F238E27FC236}">
                <a16:creationId xmlns:a16="http://schemas.microsoft.com/office/drawing/2014/main" id="{B09DD1B7-86E5-D240-8701-D4708BE81E05}"/>
              </a:ext>
            </a:extLst>
          </p:cNvPr>
          <p:cNvGrpSpPr/>
          <p:nvPr/>
        </p:nvGrpSpPr>
        <p:grpSpPr>
          <a:xfrm>
            <a:off x="7598842" y="3169102"/>
            <a:ext cx="621369" cy="457264"/>
            <a:chOff x="8085138" y="895350"/>
            <a:chExt cx="619125" cy="455613"/>
          </a:xfrm>
          <a:solidFill>
            <a:schemeClr val="bg1"/>
          </a:solidFill>
        </p:grpSpPr>
        <p:sp>
          <p:nvSpPr>
            <p:cNvPr id="294" name="Freeform 87">
              <a:extLst>
                <a:ext uri="{FF2B5EF4-FFF2-40B4-BE49-F238E27FC236}">
                  <a16:creationId xmlns:a16="http://schemas.microsoft.com/office/drawing/2014/main" id="{014DDADA-D6AC-4647-AB8A-749574429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138" y="895350"/>
              <a:ext cx="369888" cy="328613"/>
            </a:xfrm>
            <a:custGeom>
              <a:avLst/>
              <a:gdLst/>
              <a:ahLst/>
              <a:cxnLst>
                <a:cxn ang="0">
                  <a:pos x="80" y="113"/>
                </a:cxn>
                <a:cxn ang="0">
                  <a:pos x="82" y="104"/>
                </a:cxn>
                <a:cxn ang="0">
                  <a:pos x="119" y="47"/>
                </a:cxn>
                <a:cxn ang="0">
                  <a:pos x="128" y="41"/>
                </a:cxn>
                <a:cxn ang="0">
                  <a:pos x="72" y="6"/>
                </a:cxn>
                <a:cxn ang="0">
                  <a:pos x="49" y="0"/>
                </a:cxn>
                <a:cxn ang="0">
                  <a:pos x="12" y="21"/>
                </a:cxn>
                <a:cxn ang="0">
                  <a:pos x="26" y="80"/>
                </a:cxn>
                <a:cxn ang="0">
                  <a:pos x="80" y="113"/>
                </a:cxn>
                <a:cxn ang="0">
                  <a:pos x="23" y="28"/>
                </a:cxn>
                <a:cxn ang="0">
                  <a:pos x="49" y="13"/>
                </a:cxn>
                <a:cxn ang="0">
                  <a:pos x="65" y="18"/>
                </a:cxn>
                <a:cxn ang="0">
                  <a:pos x="104" y="41"/>
                </a:cxn>
                <a:cxn ang="0">
                  <a:pos x="72" y="92"/>
                </a:cxn>
                <a:cxn ang="0">
                  <a:pos x="33" y="69"/>
                </a:cxn>
                <a:cxn ang="0">
                  <a:pos x="23" y="28"/>
                </a:cxn>
                <a:cxn ang="0">
                  <a:pos x="23" y="28"/>
                </a:cxn>
                <a:cxn ang="0">
                  <a:pos x="23" y="28"/>
                </a:cxn>
              </a:cxnLst>
              <a:rect l="0" t="0" r="r" b="b"/>
              <a:pathLst>
                <a:path w="128" h="113">
                  <a:moveTo>
                    <a:pt x="80" y="113"/>
                  </a:moveTo>
                  <a:cubicBezTo>
                    <a:pt x="82" y="104"/>
                    <a:pt x="82" y="104"/>
                    <a:pt x="82" y="104"/>
                  </a:cubicBezTo>
                  <a:cubicBezTo>
                    <a:pt x="86" y="86"/>
                    <a:pt x="95" y="61"/>
                    <a:pt x="119" y="47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65" y="2"/>
                    <a:pt x="57" y="0"/>
                    <a:pt x="49" y="0"/>
                  </a:cubicBezTo>
                  <a:cubicBezTo>
                    <a:pt x="34" y="0"/>
                    <a:pt x="20" y="8"/>
                    <a:pt x="12" y="21"/>
                  </a:cubicBezTo>
                  <a:cubicBezTo>
                    <a:pt x="0" y="41"/>
                    <a:pt x="6" y="68"/>
                    <a:pt x="26" y="80"/>
                  </a:cubicBezTo>
                  <a:lnTo>
                    <a:pt x="80" y="113"/>
                  </a:lnTo>
                  <a:close/>
                  <a:moveTo>
                    <a:pt x="23" y="28"/>
                  </a:moveTo>
                  <a:cubicBezTo>
                    <a:pt x="29" y="19"/>
                    <a:pt x="38" y="13"/>
                    <a:pt x="49" y="13"/>
                  </a:cubicBezTo>
                  <a:cubicBezTo>
                    <a:pt x="55" y="13"/>
                    <a:pt x="60" y="15"/>
                    <a:pt x="65" y="18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85" y="56"/>
                    <a:pt x="76" y="77"/>
                    <a:pt x="72" y="92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19" y="60"/>
                    <a:pt x="15" y="42"/>
                    <a:pt x="23" y="28"/>
                  </a:cubicBezTo>
                  <a:close/>
                  <a:moveTo>
                    <a:pt x="23" y="28"/>
                  </a:moveTo>
                  <a:cubicBezTo>
                    <a:pt x="23" y="28"/>
                    <a:pt x="23" y="28"/>
                    <a:pt x="23" y="2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5" name="Freeform 88">
              <a:extLst>
                <a:ext uri="{FF2B5EF4-FFF2-40B4-BE49-F238E27FC236}">
                  <a16:creationId xmlns:a16="http://schemas.microsoft.com/office/drawing/2014/main" id="{6A421F57-3B81-9D4E-80E6-AAC04D6302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1838" y="1038225"/>
              <a:ext cx="352425" cy="312738"/>
            </a:xfrm>
            <a:custGeom>
              <a:avLst/>
              <a:gdLst/>
              <a:ahLst/>
              <a:cxnLst>
                <a:cxn ang="0">
                  <a:pos x="97" y="31"/>
                </a:cxn>
                <a:cxn ang="0">
                  <a:pos x="46" y="0"/>
                </a:cxn>
                <a:cxn ang="0">
                  <a:pos x="45" y="1"/>
                </a:cxn>
                <a:cxn ang="0">
                  <a:pos x="30" y="10"/>
                </a:cxn>
                <a:cxn ang="0">
                  <a:pos x="79" y="40"/>
                </a:cxn>
                <a:cxn ang="0">
                  <a:pos x="80" y="45"/>
                </a:cxn>
                <a:cxn ang="0">
                  <a:pos x="77" y="47"/>
                </a:cxn>
                <a:cxn ang="0">
                  <a:pos x="74" y="46"/>
                </a:cxn>
                <a:cxn ang="0">
                  <a:pos x="24" y="15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54" y="102"/>
                </a:cxn>
                <a:cxn ang="0">
                  <a:pos x="75" y="108"/>
                </a:cxn>
                <a:cxn ang="0">
                  <a:pos x="111" y="88"/>
                </a:cxn>
                <a:cxn ang="0">
                  <a:pos x="97" y="31"/>
                </a:cxn>
                <a:cxn ang="0">
                  <a:pos x="97" y="31"/>
                </a:cxn>
                <a:cxn ang="0">
                  <a:pos x="97" y="31"/>
                </a:cxn>
              </a:cxnLst>
              <a:rect l="0" t="0" r="r" b="b"/>
              <a:pathLst>
                <a:path w="122" h="108">
                  <a:moveTo>
                    <a:pt x="97" y="31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9" y="3"/>
                    <a:pt x="34" y="6"/>
                    <a:pt x="30" y="1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0" y="41"/>
                    <a:pt x="81" y="43"/>
                    <a:pt x="80" y="45"/>
                  </a:cubicBezTo>
                  <a:cubicBezTo>
                    <a:pt x="79" y="46"/>
                    <a:pt x="78" y="47"/>
                    <a:pt x="77" y="47"/>
                  </a:cubicBezTo>
                  <a:cubicBezTo>
                    <a:pt x="76" y="47"/>
                    <a:pt x="75" y="47"/>
                    <a:pt x="74" y="46"/>
                  </a:cubicBezTo>
                  <a:cubicBezTo>
                    <a:pt x="74" y="46"/>
                    <a:pt x="24" y="15"/>
                    <a:pt x="24" y="15"/>
                  </a:cubicBezTo>
                  <a:cubicBezTo>
                    <a:pt x="6" y="32"/>
                    <a:pt x="1" y="56"/>
                    <a:pt x="0" y="6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60" y="106"/>
                    <a:pt x="68" y="108"/>
                    <a:pt x="75" y="108"/>
                  </a:cubicBezTo>
                  <a:cubicBezTo>
                    <a:pt x="90" y="108"/>
                    <a:pt x="103" y="100"/>
                    <a:pt x="111" y="88"/>
                  </a:cubicBezTo>
                  <a:cubicBezTo>
                    <a:pt x="122" y="69"/>
                    <a:pt x="116" y="43"/>
                    <a:pt x="97" y="31"/>
                  </a:cubicBez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296" name="Freeform 18">
            <a:extLst>
              <a:ext uri="{FF2B5EF4-FFF2-40B4-BE49-F238E27FC236}">
                <a16:creationId xmlns:a16="http://schemas.microsoft.com/office/drawing/2014/main" id="{5BFD5245-277F-A444-8590-038848A07FCA}"/>
              </a:ext>
            </a:extLst>
          </p:cNvPr>
          <p:cNvSpPr>
            <a:spLocks noEditPoints="1"/>
          </p:cNvSpPr>
          <p:nvPr/>
        </p:nvSpPr>
        <p:spPr bwMode="auto">
          <a:xfrm>
            <a:off x="6611833" y="3085632"/>
            <a:ext cx="579064" cy="540734"/>
          </a:xfrm>
          <a:custGeom>
            <a:avLst/>
            <a:gdLst/>
            <a:ahLst/>
            <a:cxnLst>
              <a:cxn ang="0">
                <a:pos x="136" y="124"/>
              </a:cxn>
              <a:cxn ang="0">
                <a:pos x="139" y="116"/>
              </a:cxn>
              <a:cxn ang="0">
                <a:pos x="55" y="24"/>
              </a:cxn>
              <a:cxn ang="0">
                <a:pos x="44" y="28"/>
              </a:cxn>
              <a:cxn ang="0">
                <a:pos x="37" y="19"/>
              </a:cxn>
              <a:cxn ang="0">
                <a:pos x="25" y="8"/>
              </a:cxn>
              <a:cxn ang="0">
                <a:pos x="3" y="44"/>
              </a:cxn>
              <a:cxn ang="0">
                <a:pos x="20" y="39"/>
              </a:cxn>
              <a:cxn ang="0">
                <a:pos x="24" y="49"/>
              </a:cxn>
              <a:cxn ang="0">
                <a:pos x="108" y="133"/>
              </a:cxn>
              <a:cxn ang="0">
                <a:pos x="133" y="128"/>
              </a:cxn>
              <a:cxn ang="0">
                <a:pos x="176" y="163"/>
              </a:cxn>
              <a:cxn ang="0">
                <a:pos x="133" y="116"/>
              </a:cxn>
              <a:cxn ang="0">
                <a:pos x="112" y="127"/>
              </a:cxn>
              <a:cxn ang="0">
                <a:pos x="34" y="50"/>
              </a:cxn>
              <a:cxn ang="0">
                <a:pos x="19" y="29"/>
              </a:cxn>
              <a:cxn ang="0">
                <a:pos x="8" y="39"/>
              </a:cxn>
              <a:cxn ang="0">
                <a:pos x="30" y="12"/>
              </a:cxn>
              <a:cxn ang="0">
                <a:pos x="32" y="14"/>
              </a:cxn>
              <a:cxn ang="0">
                <a:pos x="40" y="34"/>
              </a:cxn>
              <a:cxn ang="0">
                <a:pos x="51" y="30"/>
              </a:cxn>
              <a:cxn ang="0">
                <a:pos x="63" y="41"/>
              </a:cxn>
              <a:cxn ang="0">
                <a:pos x="50" y="59"/>
              </a:cxn>
              <a:cxn ang="0">
                <a:pos x="66" y="44"/>
              </a:cxn>
              <a:cxn ang="0">
                <a:pos x="70" y="47"/>
              </a:cxn>
              <a:cxn ang="0">
                <a:pos x="60" y="58"/>
              </a:cxn>
              <a:cxn ang="0">
                <a:pos x="63" y="61"/>
              </a:cxn>
              <a:cxn ang="0">
                <a:pos x="73" y="50"/>
              </a:cxn>
              <a:cxn ang="0">
                <a:pos x="76" y="53"/>
              </a:cxn>
              <a:cxn ang="0">
                <a:pos x="64" y="71"/>
              </a:cxn>
              <a:cxn ang="0">
                <a:pos x="80" y="56"/>
              </a:cxn>
              <a:cxn ang="0">
                <a:pos x="83" y="59"/>
              </a:cxn>
              <a:cxn ang="0">
                <a:pos x="79" y="64"/>
              </a:cxn>
              <a:cxn ang="0">
                <a:pos x="68" y="76"/>
              </a:cxn>
              <a:cxn ang="0">
                <a:pos x="106" y="115"/>
              </a:cxn>
              <a:cxn ang="0">
                <a:pos x="107" y="117"/>
              </a:cxn>
              <a:cxn ang="0">
                <a:pos x="115" y="123"/>
              </a:cxn>
              <a:cxn ang="0">
                <a:pos x="130" y="107"/>
              </a:cxn>
              <a:cxn ang="0">
                <a:pos x="122" y="100"/>
              </a:cxn>
              <a:cxn ang="0">
                <a:pos x="84" y="65"/>
              </a:cxn>
              <a:cxn ang="0">
                <a:pos x="87" y="62"/>
              </a:cxn>
              <a:cxn ang="0">
                <a:pos x="133" y="116"/>
              </a:cxn>
              <a:cxn ang="0">
                <a:pos x="116" y="118"/>
              </a:cxn>
              <a:cxn ang="0">
                <a:pos x="114" y="118"/>
              </a:cxn>
              <a:cxn ang="0">
                <a:pos x="77" y="82"/>
              </a:cxn>
              <a:cxn ang="0">
                <a:pos x="116" y="116"/>
              </a:cxn>
              <a:cxn ang="0">
                <a:pos x="116" y="116"/>
              </a:cxn>
            </a:cxnLst>
            <a:rect l="0" t="0" r="r" b="b"/>
            <a:pathLst>
              <a:path w="176" h="164">
                <a:moveTo>
                  <a:pt x="175" y="160"/>
                </a:moveTo>
                <a:cubicBezTo>
                  <a:pt x="136" y="124"/>
                  <a:pt x="136" y="124"/>
                  <a:pt x="136" y="124"/>
                </a:cubicBezTo>
                <a:cubicBezTo>
                  <a:pt x="138" y="122"/>
                  <a:pt x="139" y="119"/>
                  <a:pt x="139" y="117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41" y="101"/>
                  <a:pt x="140" y="100"/>
                  <a:pt x="138" y="99"/>
                </a:cubicBezTo>
                <a:cubicBezTo>
                  <a:pt x="55" y="24"/>
                  <a:pt x="55" y="24"/>
                  <a:pt x="55" y="24"/>
                </a:cubicBezTo>
                <a:cubicBezTo>
                  <a:pt x="53" y="22"/>
                  <a:pt x="49" y="22"/>
                  <a:pt x="47" y="24"/>
                </a:cubicBezTo>
                <a:cubicBezTo>
                  <a:pt x="44" y="28"/>
                  <a:pt x="44" y="28"/>
                  <a:pt x="44" y="28"/>
                </a:cubicBezTo>
                <a:cubicBezTo>
                  <a:pt x="36" y="21"/>
                  <a:pt x="36" y="21"/>
                  <a:pt x="36" y="21"/>
                </a:cubicBezTo>
                <a:cubicBezTo>
                  <a:pt x="37" y="19"/>
                  <a:pt x="37" y="19"/>
                  <a:pt x="37" y="19"/>
                </a:cubicBezTo>
                <a:cubicBezTo>
                  <a:pt x="43" y="13"/>
                  <a:pt x="44" y="7"/>
                  <a:pt x="40" y="4"/>
                </a:cubicBezTo>
                <a:cubicBezTo>
                  <a:pt x="36" y="0"/>
                  <a:pt x="30" y="2"/>
                  <a:pt x="25" y="8"/>
                </a:cubicBezTo>
                <a:cubicBezTo>
                  <a:pt x="6" y="29"/>
                  <a:pt x="6" y="29"/>
                  <a:pt x="6" y="29"/>
                </a:cubicBezTo>
                <a:cubicBezTo>
                  <a:pt x="1" y="35"/>
                  <a:pt x="0" y="41"/>
                  <a:pt x="3" y="44"/>
                </a:cubicBezTo>
                <a:cubicBezTo>
                  <a:pt x="7" y="48"/>
                  <a:pt x="13" y="46"/>
                  <a:pt x="18" y="40"/>
                </a:cubicBezTo>
                <a:cubicBezTo>
                  <a:pt x="20" y="39"/>
                  <a:pt x="20" y="39"/>
                  <a:pt x="20" y="39"/>
                </a:cubicBezTo>
                <a:cubicBezTo>
                  <a:pt x="27" y="46"/>
                  <a:pt x="27" y="46"/>
                  <a:pt x="27" y="46"/>
                </a:cubicBezTo>
                <a:cubicBezTo>
                  <a:pt x="24" y="49"/>
                  <a:pt x="24" y="49"/>
                  <a:pt x="24" y="49"/>
                </a:cubicBezTo>
                <a:cubicBezTo>
                  <a:pt x="22" y="51"/>
                  <a:pt x="22" y="55"/>
                  <a:pt x="25" y="57"/>
                </a:cubicBezTo>
                <a:cubicBezTo>
                  <a:pt x="108" y="133"/>
                  <a:pt x="108" y="133"/>
                  <a:pt x="108" y="133"/>
                </a:cubicBezTo>
                <a:cubicBezTo>
                  <a:pt x="112" y="136"/>
                  <a:pt x="126" y="132"/>
                  <a:pt x="126" y="132"/>
                </a:cubicBezTo>
                <a:cubicBezTo>
                  <a:pt x="128" y="131"/>
                  <a:pt x="131" y="130"/>
                  <a:pt x="133" y="128"/>
                </a:cubicBezTo>
                <a:cubicBezTo>
                  <a:pt x="172" y="163"/>
                  <a:pt x="172" y="163"/>
                  <a:pt x="172" y="163"/>
                </a:cubicBezTo>
                <a:cubicBezTo>
                  <a:pt x="173" y="164"/>
                  <a:pt x="175" y="164"/>
                  <a:pt x="176" y="163"/>
                </a:cubicBezTo>
                <a:cubicBezTo>
                  <a:pt x="176" y="162"/>
                  <a:pt x="176" y="161"/>
                  <a:pt x="175" y="160"/>
                </a:cubicBezTo>
                <a:close/>
                <a:moveTo>
                  <a:pt x="133" y="116"/>
                </a:moveTo>
                <a:cubicBezTo>
                  <a:pt x="132" y="119"/>
                  <a:pt x="127" y="124"/>
                  <a:pt x="124" y="125"/>
                </a:cubicBezTo>
                <a:cubicBezTo>
                  <a:pt x="120" y="126"/>
                  <a:pt x="114" y="127"/>
                  <a:pt x="112" y="127"/>
                </a:cubicBezTo>
                <a:cubicBezTo>
                  <a:pt x="30" y="53"/>
                  <a:pt x="30" y="53"/>
                  <a:pt x="30" y="53"/>
                </a:cubicBezTo>
                <a:cubicBezTo>
                  <a:pt x="34" y="50"/>
                  <a:pt x="34" y="50"/>
                  <a:pt x="34" y="50"/>
                </a:cubicBezTo>
                <a:cubicBezTo>
                  <a:pt x="36" y="47"/>
                  <a:pt x="36" y="43"/>
                  <a:pt x="33" y="41"/>
                </a:cubicBezTo>
                <a:cubicBezTo>
                  <a:pt x="19" y="29"/>
                  <a:pt x="19" y="29"/>
                  <a:pt x="19" y="29"/>
                </a:cubicBezTo>
                <a:cubicBezTo>
                  <a:pt x="13" y="36"/>
                  <a:pt x="13" y="36"/>
                  <a:pt x="13" y="36"/>
                </a:cubicBezTo>
                <a:cubicBezTo>
                  <a:pt x="11" y="38"/>
                  <a:pt x="9" y="39"/>
                  <a:pt x="8" y="39"/>
                </a:cubicBezTo>
                <a:cubicBezTo>
                  <a:pt x="8" y="38"/>
                  <a:pt x="9" y="36"/>
                  <a:pt x="11" y="34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0"/>
                  <a:pt x="34" y="9"/>
                  <a:pt x="35" y="9"/>
                </a:cubicBezTo>
                <a:cubicBezTo>
                  <a:pt x="35" y="10"/>
                  <a:pt x="34" y="12"/>
                  <a:pt x="32" y="14"/>
                </a:cubicBezTo>
                <a:cubicBezTo>
                  <a:pt x="26" y="21"/>
                  <a:pt x="26" y="21"/>
                  <a:pt x="26" y="21"/>
                </a:cubicBezTo>
                <a:cubicBezTo>
                  <a:pt x="40" y="34"/>
                  <a:pt x="40" y="34"/>
                  <a:pt x="40" y="34"/>
                </a:cubicBezTo>
                <a:cubicBezTo>
                  <a:pt x="42" y="36"/>
                  <a:pt x="46" y="36"/>
                  <a:pt x="48" y="33"/>
                </a:cubicBezTo>
                <a:cubicBezTo>
                  <a:pt x="51" y="30"/>
                  <a:pt x="51" y="30"/>
                  <a:pt x="51" y="30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1"/>
                  <a:pt x="63" y="41"/>
                  <a:pt x="63" y="41"/>
                </a:cubicBezTo>
                <a:cubicBezTo>
                  <a:pt x="50" y="55"/>
                  <a:pt x="50" y="55"/>
                  <a:pt x="50" y="55"/>
                </a:cubicBezTo>
                <a:cubicBezTo>
                  <a:pt x="49" y="56"/>
                  <a:pt x="49" y="58"/>
                  <a:pt x="50" y="59"/>
                </a:cubicBezTo>
                <a:cubicBezTo>
                  <a:pt x="51" y="59"/>
                  <a:pt x="52" y="59"/>
                  <a:pt x="53" y="58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4"/>
                  <a:pt x="66" y="44"/>
                  <a:pt x="67" y="44"/>
                </a:cubicBezTo>
                <a:cubicBezTo>
                  <a:pt x="70" y="47"/>
                  <a:pt x="70" y="47"/>
                  <a:pt x="70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9"/>
                  <a:pt x="59" y="60"/>
                  <a:pt x="60" y="61"/>
                </a:cubicBezTo>
                <a:cubicBezTo>
                  <a:pt x="61" y="62"/>
                  <a:pt x="62" y="62"/>
                  <a:pt x="63" y="61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3" y="50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6" y="53"/>
                  <a:pt x="76" y="53"/>
                </a:cubicBezTo>
                <a:cubicBezTo>
                  <a:pt x="63" y="67"/>
                  <a:pt x="63" y="67"/>
                  <a:pt x="63" y="67"/>
                </a:cubicBezTo>
                <a:cubicBezTo>
                  <a:pt x="63" y="68"/>
                  <a:pt x="63" y="70"/>
                  <a:pt x="64" y="71"/>
                </a:cubicBezTo>
                <a:cubicBezTo>
                  <a:pt x="65" y="72"/>
                  <a:pt x="66" y="72"/>
                  <a:pt x="67" y="71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3" y="59"/>
                  <a:pt x="83" y="59"/>
                  <a:pt x="83" y="59"/>
                </a:cubicBezTo>
                <a:cubicBezTo>
                  <a:pt x="83" y="59"/>
                  <a:pt x="83" y="59"/>
                  <a:pt x="83" y="59"/>
                </a:cubicBezTo>
                <a:cubicBezTo>
                  <a:pt x="79" y="64"/>
                  <a:pt x="79" y="64"/>
                  <a:pt x="79" y="64"/>
                </a:cubicBezTo>
                <a:cubicBezTo>
                  <a:pt x="79" y="64"/>
                  <a:pt x="79" y="64"/>
                  <a:pt x="78" y="64"/>
                </a:cubicBezTo>
                <a:cubicBezTo>
                  <a:pt x="68" y="76"/>
                  <a:pt x="68" y="76"/>
                  <a:pt x="68" y="76"/>
                </a:cubicBezTo>
                <a:cubicBezTo>
                  <a:pt x="67" y="77"/>
                  <a:pt x="66" y="79"/>
                  <a:pt x="68" y="80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07" y="117"/>
                  <a:pt x="107" y="117"/>
                  <a:pt x="107" y="117"/>
                </a:cubicBezTo>
                <a:cubicBezTo>
                  <a:pt x="115" y="123"/>
                  <a:pt x="115" y="123"/>
                  <a:pt x="115" y="123"/>
                </a:cubicBezTo>
                <a:cubicBezTo>
                  <a:pt x="115" y="123"/>
                  <a:pt x="121" y="123"/>
                  <a:pt x="125" y="119"/>
                </a:cubicBezTo>
                <a:cubicBezTo>
                  <a:pt x="130" y="114"/>
                  <a:pt x="130" y="107"/>
                  <a:pt x="130" y="107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1" y="99"/>
                  <a:pt x="121" y="99"/>
                  <a:pt x="121" y="99"/>
                </a:cubicBezTo>
                <a:cubicBezTo>
                  <a:pt x="84" y="65"/>
                  <a:pt x="84" y="65"/>
                  <a:pt x="84" y="65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133" y="104"/>
                  <a:pt x="133" y="104"/>
                  <a:pt x="133" y="104"/>
                </a:cubicBezTo>
                <a:cubicBezTo>
                  <a:pt x="134" y="108"/>
                  <a:pt x="134" y="110"/>
                  <a:pt x="133" y="116"/>
                </a:cubicBezTo>
                <a:close/>
                <a:moveTo>
                  <a:pt x="116" y="116"/>
                </a:moveTo>
                <a:cubicBezTo>
                  <a:pt x="117" y="117"/>
                  <a:pt x="117" y="118"/>
                  <a:pt x="116" y="118"/>
                </a:cubicBezTo>
                <a:cubicBezTo>
                  <a:pt x="116" y="119"/>
                  <a:pt x="116" y="119"/>
                  <a:pt x="115" y="119"/>
                </a:cubicBezTo>
                <a:cubicBezTo>
                  <a:pt x="115" y="119"/>
                  <a:pt x="114" y="119"/>
                  <a:pt x="114" y="118"/>
                </a:cubicBezTo>
                <a:cubicBezTo>
                  <a:pt x="77" y="84"/>
                  <a:pt x="77" y="84"/>
                  <a:pt x="77" y="84"/>
                </a:cubicBezTo>
                <a:cubicBezTo>
                  <a:pt x="77" y="84"/>
                  <a:pt x="77" y="82"/>
                  <a:pt x="77" y="82"/>
                </a:cubicBezTo>
                <a:cubicBezTo>
                  <a:pt x="78" y="81"/>
                  <a:pt x="79" y="81"/>
                  <a:pt x="79" y="82"/>
                </a:cubicBezTo>
                <a:lnTo>
                  <a:pt x="116" y="116"/>
                </a:lnTo>
                <a:close/>
                <a:moveTo>
                  <a:pt x="116" y="116"/>
                </a:moveTo>
                <a:cubicBezTo>
                  <a:pt x="116" y="116"/>
                  <a:pt x="116" y="116"/>
                  <a:pt x="116" y="116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297" name="Group 11">
            <a:extLst>
              <a:ext uri="{FF2B5EF4-FFF2-40B4-BE49-F238E27FC236}">
                <a16:creationId xmlns:a16="http://schemas.microsoft.com/office/drawing/2014/main" id="{3F6B4643-CC97-3C4C-873C-97EC1809EE5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539527" y="3019336"/>
            <a:ext cx="441330" cy="607030"/>
            <a:chOff x="1787" y="2114"/>
            <a:chExt cx="277" cy="381"/>
          </a:xfrm>
          <a:solidFill>
            <a:schemeClr val="bg1"/>
          </a:solidFill>
        </p:grpSpPr>
        <p:sp>
          <p:nvSpPr>
            <p:cNvPr id="298" name="Freeform 12">
              <a:extLst>
                <a:ext uri="{FF2B5EF4-FFF2-40B4-BE49-F238E27FC236}">
                  <a16:creationId xmlns:a16="http://schemas.microsoft.com/office/drawing/2014/main" id="{42CE0FC3-B6F0-6B49-86F8-8596675A2B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7" y="2114"/>
              <a:ext cx="277" cy="381"/>
            </a:xfrm>
            <a:custGeom>
              <a:avLst/>
              <a:gdLst/>
              <a:ahLst/>
              <a:cxnLst>
                <a:cxn ang="0">
                  <a:pos x="55" y="19"/>
                </a:cxn>
                <a:cxn ang="0">
                  <a:pos x="55" y="17"/>
                </a:cxn>
                <a:cxn ang="0">
                  <a:pos x="51" y="12"/>
                </a:cxn>
                <a:cxn ang="0">
                  <a:pos x="45" y="12"/>
                </a:cxn>
                <a:cxn ang="0">
                  <a:pos x="46" y="9"/>
                </a:cxn>
                <a:cxn ang="0">
                  <a:pos x="37" y="0"/>
                </a:cxn>
                <a:cxn ang="0">
                  <a:pos x="29" y="9"/>
                </a:cxn>
                <a:cxn ang="0">
                  <a:pos x="30" y="12"/>
                </a:cxn>
                <a:cxn ang="0">
                  <a:pos x="21" y="12"/>
                </a:cxn>
                <a:cxn ang="0">
                  <a:pos x="17" y="17"/>
                </a:cxn>
                <a:cxn ang="0">
                  <a:pos x="17" y="19"/>
                </a:cxn>
                <a:cxn ang="0">
                  <a:pos x="7" y="19"/>
                </a:cxn>
                <a:cxn ang="0">
                  <a:pos x="0" y="26"/>
                </a:cxn>
                <a:cxn ang="0">
                  <a:pos x="0" y="96"/>
                </a:cxn>
                <a:cxn ang="0">
                  <a:pos x="7" y="102"/>
                </a:cxn>
                <a:cxn ang="0">
                  <a:pos x="66" y="102"/>
                </a:cxn>
                <a:cxn ang="0">
                  <a:pos x="73" y="96"/>
                </a:cxn>
                <a:cxn ang="0">
                  <a:pos x="73" y="26"/>
                </a:cxn>
                <a:cxn ang="0">
                  <a:pos x="66" y="19"/>
                </a:cxn>
                <a:cxn ang="0">
                  <a:pos x="55" y="19"/>
                </a:cxn>
                <a:cxn ang="0">
                  <a:pos x="32" y="9"/>
                </a:cxn>
                <a:cxn ang="0">
                  <a:pos x="37" y="3"/>
                </a:cxn>
                <a:cxn ang="0">
                  <a:pos x="42" y="9"/>
                </a:cxn>
                <a:cxn ang="0">
                  <a:pos x="41" y="12"/>
                </a:cxn>
                <a:cxn ang="0">
                  <a:pos x="34" y="12"/>
                </a:cxn>
                <a:cxn ang="0">
                  <a:pos x="32" y="9"/>
                </a:cxn>
                <a:cxn ang="0">
                  <a:pos x="66" y="92"/>
                </a:cxn>
                <a:cxn ang="0">
                  <a:pos x="62" y="95"/>
                </a:cxn>
                <a:cxn ang="0">
                  <a:pos x="10" y="95"/>
                </a:cxn>
                <a:cxn ang="0">
                  <a:pos x="7" y="92"/>
                </a:cxn>
                <a:cxn ang="0">
                  <a:pos x="7" y="30"/>
                </a:cxn>
                <a:cxn ang="0">
                  <a:pos x="10" y="26"/>
                </a:cxn>
                <a:cxn ang="0">
                  <a:pos x="17" y="26"/>
                </a:cxn>
                <a:cxn ang="0">
                  <a:pos x="21" y="30"/>
                </a:cxn>
                <a:cxn ang="0">
                  <a:pos x="52" y="30"/>
                </a:cxn>
                <a:cxn ang="0">
                  <a:pos x="55" y="26"/>
                </a:cxn>
                <a:cxn ang="0">
                  <a:pos x="62" y="26"/>
                </a:cxn>
                <a:cxn ang="0">
                  <a:pos x="66" y="30"/>
                </a:cxn>
                <a:cxn ang="0">
                  <a:pos x="66" y="92"/>
                </a:cxn>
                <a:cxn ang="0">
                  <a:pos x="66" y="92"/>
                </a:cxn>
                <a:cxn ang="0">
                  <a:pos x="66" y="92"/>
                </a:cxn>
              </a:cxnLst>
              <a:rect l="0" t="0" r="r" b="b"/>
              <a:pathLst>
                <a:path w="73" h="102">
                  <a:moveTo>
                    <a:pt x="55" y="19"/>
                  </a:moveTo>
                  <a:cubicBezTo>
                    <a:pt x="55" y="17"/>
                    <a:pt x="55" y="17"/>
                    <a:pt x="55" y="17"/>
                  </a:cubicBezTo>
                  <a:cubicBezTo>
                    <a:pt x="55" y="14"/>
                    <a:pt x="53" y="12"/>
                    <a:pt x="51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1"/>
                    <a:pt x="46" y="10"/>
                    <a:pt x="46" y="9"/>
                  </a:cubicBezTo>
                  <a:cubicBezTo>
                    <a:pt x="46" y="4"/>
                    <a:pt x="42" y="0"/>
                    <a:pt x="37" y="0"/>
                  </a:cubicBezTo>
                  <a:cubicBezTo>
                    <a:pt x="33" y="0"/>
                    <a:pt x="29" y="4"/>
                    <a:pt x="29" y="9"/>
                  </a:cubicBezTo>
                  <a:cubicBezTo>
                    <a:pt x="29" y="10"/>
                    <a:pt x="29" y="11"/>
                    <a:pt x="30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9" y="12"/>
                    <a:pt x="17" y="14"/>
                    <a:pt x="17" y="17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3" y="19"/>
                    <a:pt x="0" y="22"/>
                    <a:pt x="0" y="2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9"/>
                    <a:pt x="3" y="102"/>
                    <a:pt x="7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0" y="102"/>
                    <a:pt x="73" y="99"/>
                    <a:pt x="73" y="96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2"/>
                    <a:pt x="70" y="19"/>
                    <a:pt x="66" y="19"/>
                  </a:cubicBezTo>
                  <a:lnTo>
                    <a:pt x="55" y="19"/>
                  </a:lnTo>
                  <a:close/>
                  <a:moveTo>
                    <a:pt x="32" y="9"/>
                  </a:moveTo>
                  <a:cubicBezTo>
                    <a:pt x="32" y="6"/>
                    <a:pt x="35" y="3"/>
                    <a:pt x="37" y="3"/>
                  </a:cubicBezTo>
                  <a:cubicBezTo>
                    <a:pt x="40" y="3"/>
                    <a:pt x="42" y="6"/>
                    <a:pt x="42" y="9"/>
                  </a:cubicBezTo>
                  <a:cubicBezTo>
                    <a:pt x="42" y="10"/>
                    <a:pt x="42" y="11"/>
                    <a:pt x="41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3" y="11"/>
                    <a:pt x="32" y="10"/>
                    <a:pt x="32" y="9"/>
                  </a:cubicBezTo>
                  <a:close/>
                  <a:moveTo>
                    <a:pt x="66" y="92"/>
                  </a:moveTo>
                  <a:cubicBezTo>
                    <a:pt x="66" y="94"/>
                    <a:pt x="64" y="95"/>
                    <a:pt x="62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9" y="95"/>
                    <a:pt x="7" y="94"/>
                    <a:pt x="7" y="92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8"/>
                    <a:pt x="9" y="26"/>
                    <a:pt x="10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8"/>
                    <a:pt x="19" y="30"/>
                    <a:pt x="21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4" y="30"/>
                    <a:pt x="55" y="28"/>
                    <a:pt x="55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4" y="26"/>
                    <a:pt x="66" y="28"/>
                    <a:pt x="66" y="30"/>
                  </a:cubicBezTo>
                  <a:lnTo>
                    <a:pt x="66" y="92"/>
                  </a:lnTo>
                  <a:close/>
                  <a:moveTo>
                    <a:pt x="66" y="92"/>
                  </a:moveTo>
                  <a:cubicBezTo>
                    <a:pt x="66" y="92"/>
                    <a:pt x="66" y="92"/>
                    <a:pt x="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99" name="Freeform 13">
              <a:extLst>
                <a:ext uri="{FF2B5EF4-FFF2-40B4-BE49-F238E27FC236}">
                  <a16:creationId xmlns:a16="http://schemas.microsoft.com/office/drawing/2014/main" id="{8EB15737-A183-BE40-BE21-8D43E3EC4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2304"/>
              <a:ext cx="99" cy="75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6" y="7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1" y="9"/>
                </a:cxn>
                <a:cxn ang="0">
                  <a:pos x="1" y="12"/>
                </a:cxn>
                <a:cxn ang="0">
                  <a:pos x="9" y="20"/>
                </a:cxn>
                <a:cxn ang="0">
                  <a:pos x="11" y="20"/>
                </a:cxn>
                <a:cxn ang="0">
                  <a:pos x="12" y="20"/>
                </a:cxn>
                <a:cxn ang="0">
                  <a:pos x="25" y="6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</a:cxnLst>
              <a:rect l="0" t="0" r="r" b="b"/>
              <a:pathLst>
                <a:path w="26" h="20">
                  <a:moveTo>
                    <a:pt x="11" y="12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1" y="20"/>
                    <a:pt x="12" y="20"/>
                    <a:pt x="12" y="2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5"/>
                    <a:pt x="26" y="3"/>
                    <a:pt x="25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1" y="0"/>
                    <a:pt x="21" y="1"/>
                    <a:pt x="20" y="1"/>
                  </a:cubicBezTo>
                  <a:lnTo>
                    <a:pt x="11" y="12"/>
                  </a:lnTo>
                  <a:close/>
                  <a:moveTo>
                    <a:pt x="11" y="12"/>
                  </a:moveTo>
                  <a:cubicBezTo>
                    <a:pt x="11" y="12"/>
                    <a:pt x="11" y="12"/>
                    <a:pt x="11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0" name="Freeform 14">
              <a:extLst>
                <a:ext uri="{FF2B5EF4-FFF2-40B4-BE49-F238E27FC236}">
                  <a16:creationId xmlns:a16="http://schemas.microsoft.com/office/drawing/2014/main" id="{DC408968-D3EC-FE4A-AAC1-E29A498D5C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2245"/>
              <a:ext cx="193" cy="186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25"/>
                </a:cxn>
                <a:cxn ang="0">
                  <a:pos x="25" y="50"/>
                </a:cxn>
                <a:cxn ang="0">
                  <a:pos x="51" y="25"/>
                </a:cxn>
                <a:cxn ang="0">
                  <a:pos x="25" y="0"/>
                </a:cxn>
                <a:cxn ang="0">
                  <a:pos x="25" y="44"/>
                </a:cxn>
                <a:cxn ang="0">
                  <a:pos x="7" y="25"/>
                </a:cxn>
                <a:cxn ang="0">
                  <a:pos x="25" y="7"/>
                </a:cxn>
                <a:cxn ang="0">
                  <a:pos x="44" y="25"/>
                </a:cxn>
                <a:cxn ang="0">
                  <a:pos x="25" y="44"/>
                </a:cxn>
                <a:cxn ang="0">
                  <a:pos x="25" y="44"/>
                </a:cxn>
                <a:cxn ang="0">
                  <a:pos x="25" y="44"/>
                </a:cxn>
              </a:cxnLst>
              <a:rect l="0" t="0" r="r" b="b"/>
              <a:pathLst>
                <a:path w="51" h="50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1" y="39"/>
                    <a:pt x="51" y="25"/>
                  </a:cubicBezTo>
                  <a:cubicBezTo>
                    <a:pt x="51" y="11"/>
                    <a:pt x="39" y="0"/>
                    <a:pt x="25" y="0"/>
                  </a:cubicBezTo>
                  <a:close/>
                  <a:moveTo>
                    <a:pt x="25" y="44"/>
                  </a:moveTo>
                  <a:cubicBezTo>
                    <a:pt x="15" y="44"/>
                    <a:pt x="7" y="35"/>
                    <a:pt x="7" y="25"/>
                  </a:cubicBezTo>
                  <a:cubicBezTo>
                    <a:pt x="7" y="15"/>
                    <a:pt x="15" y="7"/>
                    <a:pt x="25" y="7"/>
                  </a:cubicBezTo>
                  <a:cubicBezTo>
                    <a:pt x="35" y="7"/>
                    <a:pt x="44" y="15"/>
                    <a:pt x="44" y="25"/>
                  </a:cubicBezTo>
                  <a:cubicBezTo>
                    <a:pt x="44" y="35"/>
                    <a:pt x="35" y="44"/>
                    <a:pt x="25" y="44"/>
                  </a:cubicBezTo>
                  <a:close/>
                  <a:moveTo>
                    <a:pt x="25" y="44"/>
                  </a:moveTo>
                  <a:cubicBezTo>
                    <a:pt x="25" y="44"/>
                    <a:pt x="25" y="44"/>
                    <a:pt x="2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01" name="Group 17">
            <a:extLst>
              <a:ext uri="{FF2B5EF4-FFF2-40B4-BE49-F238E27FC236}">
                <a16:creationId xmlns:a16="http://schemas.microsoft.com/office/drawing/2014/main" id="{55E58864-2403-FF4A-8372-931A5700B4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628156" y="3054828"/>
            <a:ext cx="503426" cy="571538"/>
            <a:chOff x="1340" y="2128"/>
            <a:chExt cx="340" cy="386"/>
          </a:xfrm>
          <a:solidFill>
            <a:schemeClr val="bg1"/>
          </a:solidFill>
        </p:grpSpPr>
        <p:sp>
          <p:nvSpPr>
            <p:cNvPr id="302" name="Freeform 18">
              <a:extLst>
                <a:ext uri="{FF2B5EF4-FFF2-40B4-BE49-F238E27FC236}">
                  <a16:creationId xmlns:a16="http://schemas.microsoft.com/office/drawing/2014/main" id="{F760E235-1DAF-5D4A-9A99-647F44B12F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0" y="2128"/>
              <a:ext cx="340" cy="386"/>
            </a:xfrm>
            <a:custGeom>
              <a:avLst/>
              <a:gdLst/>
              <a:ahLst/>
              <a:cxnLst>
                <a:cxn ang="0">
                  <a:pos x="141" y="75"/>
                </a:cxn>
                <a:cxn ang="0">
                  <a:pos x="118" y="53"/>
                </a:cxn>
                <a:cxn ang="0">
                  <a:pos x="96" y="75"/>
                </a:cxn>
                <a:cxn ang="0">
                  <a:pos x="115" y="96"/>
                </a:cxn>
                <a:cxn ang="0">
                  <a:pos x="115" y="120"/>
                </a:cxn>
                <a:cxn ang="0">
                  <a:pos x="82" y="153"/>
                </a:cxn>
                <a:cxn ang="0">
                  <a:pos x="49" y="120"/>
                </a:cxn>
                <a:cxn ang="0">
                  <a:pos x="49" y="93"/>
                </a:cxn>
                <a:cxn ang="0">
                  <a:pos x="73" y="78"/>
                </a:cxn>
                <a:cxn ang="0">
                  <a:pos x="75" y="74"/>
                </a:cxn>
                <a:cxn ang="0">
                  <a:pos x="90" y="30"/>
                </a:cxn>
                <a:cxn ang="0">
                  <a:pos x="66" y="3"/>
                </a:cxn>
                <a:cxn ang="0">
                  <a:pos x="66" y="3"/>
                </a:cxn>
                <a:cxn ang="0">
                  <a:pos x="60" y="0"/>
                </a:cxn>
                <a:cxn ang="0">
                  <a:pos x="55" y="6"/>
                </a:cxn>
                <a:cxn ang="0">
                  <a:pos x="60" y="12"/>
                </a:cxn>
                <a:cxn ang="0">
                  <a:pos x="64" y="10"/>
                </a:cxn>
                <a:cxn ang="0">
                  <a:pos x="64" y="11"/>
                </a:cxn>
                <a:cxn ang="0">
                  <a:pos x="83" y="30"/>
                </a:cxn>
                <a:cxn ang="0">
                  <a:pos x="69" y="69"/>
                </a:cxn>
                <a:cxn ang="0">
                  <a:pos x="65" y="71"/>
                </a:cxn>
                <a:cxn ang="0">
                  <a:pos x="45" y="82"/>
                </a:cxn>
                <a:cxn ang="0">
                  <a:pos x="26" y="71"/>
                </a:cxn>
                <a:cxn ang="0">
                  <a:pos x="22" y="69"/>
                </a:cxn>
                <a:cxn ang="0">
                  <a:pos x="7" y="30"/>
                </a:cxn>
                <a:cxn ang="0">
                  <a:pos x="27" y="11"/>
                </a:cxn>
                <a:cxn ang="0">
                  <a:pos x="27" y="10"/>
                </a:cxn>
                <a:cxn ang="0">
                  <a:pos x="30" y="12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25" y="3"/>
                </a:cxn>
                <a:cxn ang="0">
                  <a:pos x="25" y="3"/>
                </a:cxn>
                <a:cxn ang="0">
                  <a:pos x="0" y="30"/>
                </a:cxn>
                <a:cxn ang="0">
                  <a:pos x="16" y="74"/>
                </a:cxn>
                <a:cxn ang="0">
                  <a:pos x="17" y="78"/>
                </a:cxn>
                <a:cxn ang="0">
                  <a:pos x="42" y="93"/>
                </a:cxn>
                <a:cxn ang="0">
                  <a:pos x="42" y="120"/>
                </a:cxn>
                <a:cxn ang="0">
                  <a:pos x="82" y="160"/>
                </a:cxn>
                <a:cxn ang="0">
                  <a:pos x="122" y="120"/>
                </a:cxn>
                <a:cxn ang="0">
                  <a:pos x="122" y="96"/>
                </a:cxn>
                <a:cxn ang="0">
                  <a:pos x="141" y="75"/>
                </a:cxn>
                <a:cxn ang="0">
                  <a:pos x="118" y="90"/>
                </a:cxn>
                <a:cxn ang="0">
                  <a:pos x="104" y="75"/>
                </a:cxn>
                <a:cxn ang="0">
                  <a:pos x="118" y="60"/>
                </a:cxn>
                <a:cxn ang="0">
                  <a:pos x="133" y="75"/>
                </a:cxn>
                <a:cxn ang="0">
                  <a:pos x="118" y="90"/>
                </a:cxn>
                <a:cxn ang="0">
                  <a:pos x="118" y="90"/>
                </a:cxn>
                <a:cxn ang="0">
                  <a:pos x="118" y="90"/>
                </a:cxn>
              </a:cxnLst>
              <a:rect l="0" t="0" r="r" b="b"/>
              <a:pathLst>
                <a:path w="141" h="160">
                  <a:moveTo>
                    <a:pt x="141" y="75"/>
                  </a:moveTo>
                  <a:cubicBezTo>
                    <a:pt x="141" y="62"/>
                    <a:pt x="131" y="53"/>
                    <a:pt x="118" y="53"/>
                  </a:cubicBezTo>
                  <a:cubicBezTo>
                    <a:pt x="106" y="53"/>
                    <a:pt x="96" y="62"/>
                    <a:pt x="96" y="75"/>
                  </a:cubicBezTo>
                  <a:cubicBezTo>
                    <a:pt x="96" y="86"/>
                    <a:pt x="104" y="95"/>
                    <a:pt x="115" y="96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5" y="138"/>
                    <a:pt x="100" y="153"/>
                    <a:pt x="82" y="153"/>
                  </a:cubicBezTo>
                  <a:cubicBezTo>
                    <a:pt x="64" y="153"/>
                    <a:pt x="49" y="138"/>
                    <a:pt x="49" y="120"/>
                  </a:cubicBezTo>
                  <a:cubicBezTo>
                    <a:pt x="49" y="93"/>
                    <a:pt x="49" y="93"/>
                    <a:pt x="49" y="93"/>
                  </a:cubicBezTo>
                  <a:cubicBezTo>
                    <a:pt x="58" y="92"/>
                    <a:pt x="66" y="87"/>
                    <a:pt x="73" y="78"/>
                  </a:cubicBezTo>
                  <a:cubicBezTo>
                    <a:pt x="74" y="77"/>
                    <a:pt x="75" y="75"/>
                    <a:pt x="75" y="74"/>
                  </a:cubicBezTo>
                  <a:cubicBezTo>
                    <a:pt x="84" y="61"/>
                    <a:pt x="90" y="43"/>
                    <a:pt x="90" y="30"/>
                  </a:cubicBezTo>
                  <a:cubicBezTo>
                    <a:pt x="90" y="9"/>
                    <a:pt x="81" y="7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5" y="1"/>
                    <a:pt x="63" y="0"/>
                    <a:pt x="60" y="0"/>
                  </a:cubicBezTo>
                  <a:cubicBezTo>
                    <a:pt x="57" y="0"/>
                    <a:pt x="55" y="3"/>
                    <a:pt x="55" y="6"/>
                  </a:cubicBezTo>
                  <a:cubicBezTo>
                    <a:pt x="55" y="9"/>
                    <a:pt x="57" y="12"/>
                    <a:pt x="60" y="12"/>
                  </a:cubicBezTo>
                  <a:cubicBezTo>
                    <a:pt x="62" y="12"/>
                    <a:pt x="63" y="11"/>
                    <a:pt x="64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79" y="14"/>
                    <a:pt x="83" y="15"/>
                    <a:pt x="83" y="30"/>
                  </a:cubicBezTo>
                  <a:cubicBezTo>
                    <a:pt x="83" y="42"/>
                    <a:pt x="77" y="58"/>
                    <a:pt x="69" y="69"/>
                  </a:cubicBezTo>
                  <a:cubicBezTo>
                    <a:pt x="67" y="69"/>
                    <a:pt x="66" y="70"/>
                    <a:pt x="65" y="71"/>
                  </a:cubicBezTo>
                  <a:cubicBezTo>
                    <a:pt x="61" y="76"/>
                    <a:pt x="54" y="82"/>
                    <a:pt x="45" y="82"/>
                  </a:cubicBezTo>
                  <a:cubicBezTo>
                    <a:pt x="37" y="82"/>
                    <a:pt x="30" y="76"/>
                    <a:pt x="26" y="71"/>
                  </a:cubicBezTo>
                  <a:cubicBezTo>
                    <a:pt x="25" y="70"/>
                    <a:pt x="23" y="69"/>
                    <a:pt x="22" y="69"/>
                  </a:cubicBezTo>
                  <a:cubicBezTo>
                    <a:pt x="13" y="58"/>
                    <a:pt x="7" y="42"/>
                    <a:pt x="7" y="30"/>
                  </a:cubicBezTo>
                  <a:cubicBezTo>
                    <a:pt x="7" y="15"/>
                    <a:pt x="11" y="14"/>
                    <a:pt x="27" y="11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8" y="11"/>
                    <a:pt x="29" y="12"/>
                    <a:pt x="30" y="12"/>
                  </a:cubicBezTo>
                  <a:cubicBezTo>
                    <a:pt x="33" y="12"/>
                    <a:pt x="36" y="9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ubicBezTo>
                    <a:pt x="28" y="0"/>
                    <a:pt x="26" y="1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9" y="7"/>
                    <a:pt x="0" y="9"/>
                    <a:pt x="0" y="30"/>
                  </a:cubicBezTo>
                  <a:cubicBezTo>
                    <a:pt x="0" y="43"/>
                    <a:pt x="6" y="61"/>
                    <a:pt x="16" y="74"/>
                  </a:cubicBezTo>
                  <a:cubicBezTo>
                    <a:pt x="16" y="76"/>
                    <a:pt x="16" y="77"/>
                    <a:pt x="17" y="78"/>
                  </a:cubicBezTo>
                  <a:cubicBezTo>
                    <a:pt x="25" y="87"/>
                    <a:pt x="33" y="92"/>
                    <a:pt x="42" y="93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42"/>
                    <a:pt x="60" y="160"/>
                    <a:pt x="82" y="160"/>
                  </a:cubicBezTo>
                  <a:cubicBezTo>
                    <a:pt x="104" y="160"/>
                    <a:pt x="122" y="142"/>
                    <a:pt x="122" y="120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33" y="95"/>
                    <a:pt x="141" y="86"/>
                    <a:pt x="141" y="75"/>
                  </a:cubicBezTo>
                  <a:close/>
                  <a:moveTo>
                    <a:pt x="118" y="90"/>
                  </a:moveTo>
                  <a:cubicBezTo>
                    <a:pt x="110" y="90"/>
                    <a:pt x="104" y="83"/>
                    <a:pt x="104" y="75"/>
                  </a:cubicBezTo>
                  <a:cubicBezTo>
                    <a:pt x="104" y="67"/>
                    <a:pt x="110" y="60"/>
                    <a:pt x="118" y="60"/>
                  </a:cubicBezTo>
                  <a:cubicBezTo>
                    <a:pt x="127" y="60"/>
                    <a:pt x="133" y="67"/>
                    <a:pt x="133" y="75"/>
                  </a:cubicBezTo>
                  <a:cubicBezTo>
                    <a:pt x="133" y="83"/>
                    <a:pt x="127" y="90"/>
                    <a:pt x="118" y="90"/>
                  </a:cubicBezTo>
                  <a:close/>
                  <a:moveTo>
                    <a:pt x="118" y="90"/>
                  </a:moveTo>
                  <a:cubicBezTo>
                    <a:pt x="118" y="90"/>
                    <a:pt x="118" y="90"/>
                    <a:pt x="118" y="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3" name="Freeform 19">
              <a:extLst>
                <a:ext uri="{FF2B5EF4-FFF2-40B4-BE49-F238E27FC236}">
                  <a16:creationId xmlns:a16="http://schemas.microsoft.com/office/drawing/2014/main" id="{577E285E-6D48-DB45-82AC-173F7FCED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8" y="2282"/>
              <a:ext cx="56" cy="5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11"/>
                </a:cxn>
                <a:cxn ang="0">
                  <a:pos x="11" y="22"/>
                </a:cxn>
                <a:cxn ang="0">
                  <a:pos x="23" y="1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3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lose/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04" name="Group 66">
            <a:extLst>
              <a:ext uri="{FF2B5EF4-FFF2-40B4-BE49-F238E27FC236}">
                <a16:creationId xmlns:a16="http://schemas.microsoft.com/office/drawing/2014/main" id="{233E87AF-480F-E645-A4DA-116A8637E1F8}"/>
              </a:ext>
            </a:extLst>
          </p:cNvPr>
          <p:cNvGrpSpPr/>
          <p:nvPr/>
        </p:nvGrpSpPr>
        <p:grpSpPr>
          <a:xfrm>
            <a:off x="8346174" y="1966349"/>
            <a:ext cx="897650" cy="705812"/>
            <a:chOff x="1981200" y="1838326"/>
            <a:chExt cx="393700" cy="309563"/>
          </a:xfrm>
        </p:grpSpPr>
        <p:sp>
          <p:nvSpPr>
            <p:cNvPr id="305" name="Freeform 5">
              <a:extLst>
                <a:ext uri="{FF2B5EF4-FFF2-40B4-BE49-F238E27FC236}">
                  <a16:creationId xmlns:a16="http://schemas.microsoft.com/office/drawing/2014/main" id="{4EB4482C-D80D-8C4B-86BD-29C0A5F3B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838326"/>
              <a:ext cx="393700" cy="96838"/>
            </a:xfrm>
            <a:custGeom>
              <a:avLst/>
              <a:gdLst/>
              <a:ahLst/>
              <a:cxnLst>
                <a:cxn ang="0">
                  <a:pos x="96" y="14"/>
                </a:cxn>
                <a:cxn ang="0">
                  <a:pos x="72" y="14"/>
                </a:cxn>
                <a:cxn ang="0">
                  <a:pos x="72" y="3"/>
                </a:cxn>
                <a:cxn ang="0">
                  <a:pos x="68" y="0"/>
                </a:cxn>
                <a:cxn ang="0">
                  <a:pos x="35" y="0"/>
                </a:cxn>
                <a:cxn ang="0">
                  <a:pos x="32" y="3"/>
                </a:cxn>
                <a:cxn ang="0">
                  <a:pos x="32" y="14"/>
                </a:cxn>
                <a:cxn ang="0">
                  <a:pos x="7" y="14"/>
                </a:cxn>
                <a:cxn ang="0">
                  <a:pos x="0" y="19"/>
                </a:cxn>
                <a:cxn ang="0">
                  <a:pos x="0" y="25"/>
                </a:cxn>
                <a:cxn ang="0">
                  <a:pos x="102" y="25"/>
                </a:cxn>
                <a:cxn ang="0">
                  <a:pos x="102" y="20"/>
                </a:cxn>
                <a:cxn ang="0">
                  <a:pos x="96" y="14"/>
                </a:cxn>
                <a:cxn ang="0">
                  <a:pos x="65" y="14"/>
                </a:cxn>
                <a:cxn ang="0">
                  <a:pos x="39" y="14"/>
                </a:cxn>
                <a:cxn ang="0">
                  <a:pos x="39" y="7"/>
                </a:cxn>
                <a:cxn ang="0">
                  <a:pos x="65" y="7"/>
                </a:cxn>
                <a:cxn ang="0">
                  <a:pos x="65" y="14"/>
                </a:cxn>
                <a:cxn ang="0">
                  <a:pos x="65" y="14"/>
                </a:cxn>
                <a:cxn ang="0">
                  <a:pos x="65" y="14"/>
                </a:cxn>
              </a:cxnLst>
              <a:rect l="0" t="0" r="r" b="b"/>
              <a:pathLst>
                <a:path w="102" h="25">
                  <a:moveTo>
                    <a:pt x="96" y="14"/>
                  </a:moveTo>
                  <a:cubicBezTo>
                    <a:pt x="72" y="14"/>
                    <a:pt x="72" y="14"/>
                    <a:pt x="72" y="1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2"/>
                    <a:pt x="70" y="0"/>
                    <a:pt x="68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2" y="2"/>
                    <a:pt x="32" y="3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6"/>
                    <a:pt x="0" y="1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17"/>
                    <a:pt x="100" y="14"/>
                    <a:pt x="96" y="14"/>
                  </a:cubicBezTo>
                  <a:close/>
                  <a:moveTo>
                    <a:pt x="65" y="14"/>
                  </a:moveTo>
                  <a:cubicBezTo>
                    <a:pt x="39" y="14"/>
                    <a:pt x="39" y="14"/>
                    <a:pt x="39" y="14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65" y="7"/>
                    <a:pt x="65" y="7"/>
                    <a:pt x="65" y="7"/>
                  </a:cubicBezTo>
                  <a:lnTo>
                    <a:pt x="65" y="14"/>
                  </a:lnTo>
                  <a:close/>
                  <a:moveTo>
                    <a:pt x="65" y="14"/>
                  </a:moveTo>
                  <a:cubicBezTo>
                    <a:pt x="65" y="14"/>
                    <a:pt x="65" y="14"/>
                    <a:pt x="65" y="14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6" name="Freeform 6">
              <a:extLst>
                <a:ext uri="{FF2B5EF4-FFF2-40B4-BE49-F238E27FC236}">
                  <a16:creationId xmlns:a16="http://schemas.microsoft.com/office/drawing/2014/main" id="{1B64F2DF-2FAE-0C42-AEC2-9D37940FE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81200" y="1949451"/>
              <a:ext cx="393700" cy="198438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5" y="51"/>
                </a:cxn>
                <a:cxn ang="0">
                  <a:pos x="97" y="51"/>
                </a:cxn>
                <a:cxn ang="0">
                  <a:pos x="102" y="46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46"/>
                </a:cxn>
                <a:cxn ang="0">
                  <a:pos x="51" y="7"/>
                </a:cxn>
                <a:cxn ang="0">
                  <a:pos x="69" y="25"/>
                </a:cxn>
                <a:cxn ang="0">
                  <a:pos x="51" y="43"/>
                </a:cxn>
                <a:cxn ang="0">
                  <a:pos x="33" y="25"/>
                </a:cxn>
                <a:cxn ang="0">
                  <a:pos x="51" y="7"/>
                </a:cxn>
                <a:cxn ang="0">
                  <a:pos x="51" y="7"/>
                </a:cxn>
                <a:cxn ang="0">
                  <a:pos x="51" y="7"/>
                </a:cxn>
              </a:cxnLst>
              <a:rect l="0" t="0" r="r" b="b"/>
              <a:pathLst>
                <a:path w="102" h="51">
                  <a:moveTo>
                    <a:pt x="0" y="46"/>
                  </a:moveTo>
                  <a:cubicBezTo>
                    <a:pt x="0" y="49"/>
                    <a:pt x="2" y="51"/>
                    <a:pt x="5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101" y="51"/>
                    <a:pt x="102" y="48"/>
                    <a:pt x="102" y="46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6"/>
                  </a:lnTo>
                  <a:close/>
                  <a:moveTo>
                    <a:pt x="51" y="7"/>
                  </a:moveTo>
                  <a:cubicBezTo>
                    <a:pt x="61" y="7"/>
                    <a:pt x="69" y="15"/>
                    <a:pt x="69" y="25"/>
                  </a:cubicBezTo>
                  <a:cubicBezTo>
                    <a:pt x="69" y="35"/>
                    <a:pt x="61" y="43"/>
                    <a:pt x="51" y="43"/>
                  </a:cubicBezTo>
                  <a:cubicBezTo>
                    <a:pt x="41" y="43"/>
                    <a:pt x="33" y="35"/>
                    <a:pt x="33" y="25"/>
                  </a:cubicBezTo>
                  <a:cubicBezTo>
                    <a:pt x="33" y="15"/>
                    <a:pt x="41" y="7"/>
                    <a:pt x="51" y="7"/>
                  </a:cubicBezTo>
                  <a:close/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7" name="Freeform 7">
              <a:extLst>
                <a:ext uri="{FF2B5EF4-FFF2-40B4-BE49-F238E27FC236}">
                  <a16:creationId xmlns:a16="http://schemas.microsoft.com/office/drawing/2014/main" id="{AA8ACE6D-3EA4-594A-BF7E-A09902890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close/>
                  <a:moveTo>
                    <a:pt x="20" y="59"/>
                  </a:moveTo>
                  <a:lnTo>
                    <a:pt x="20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08" name="Freeform 8">
              <a:extLst>
                <a:ext uri="{FF2B5EF4-FFF2-40B4-BE49-F238E27FC236}">
                  <a16:creationId xmlns:a16="http://schemas.microsoft.com/office/drawing/2014/main" id="{C2E3AAB7-361D-D443-981A-BB8ADB79FA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2013" y="2000251"/>
              <a:ext cx="93663" cy="93663"/>
            </a:xfrm>
            <a:custGeom>
              <a:avLst/>
              <a:gdLst/>
              <a:ahLst/>
              <a:cxnLst>
                <a:cxn ang="0">
                  <a:pos x="20" y="59"/>
                </a:cxn>
                <a:cxn ang="0">
                  <a:pos x="39" y="59"/>
                </a:cxn>
                <a:cxn ang="0">
                  <a:pos x="39" y="39"/>
                </a:cxn>
                <a:cxn ang="0">
                  <a:pos x="59" y="39"/>
                </a:cxn>
                <a:cxn ang="0">
                  <a:pos x="59" y="20"/>
                </a:cxn>
                <a:cxn ang="0">
                  <a:pos x="39" y="20"/>
                </a:cxn>
                <a:cxn ang="0">
                  <a:pos x="39" y="0"/>
                </a:cxn>
                <a:cxn ang="0">
                  <a:pos x="20" y="0"/>
                </a:cxn>
                <a:cxn ang="0">
                  <a:pos x="20" y="20"/>
                </a:cxn>
                <a:cxn ang="0">
                  <a:pos x="0" y="20"/>
                </a:cxn>
                <a:cxn ang="0">
                  <a:pos x="0" y="39"/>
                </a:cxn>
                <a:cxn ang="0">
                  <a:pos x="20" y="3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59"/>
                </a:cxn>
              </a:cxnLst>
              <a:rect l="0" t="0" r="r" b="b"/>
              <a:pathLst>
                <a:path w="59" h="59">
                  <a:moveTo>
                    <a:pt x="20" y="59"/>
                  </a:moveTo>
                  <a:lnTo>
                    <a:pt x="39" y="59"/>
                  </a:lnTo>
                  <a:lnTo>
                    <a:pt x="39" y="39"/>
                  </a:lnTo>
                  <a:lnTo>
                    <a:pt x="59" y="39"/>
                  </a:lnTo>
                  <a:lnTo>
                    <a:pt x="59" y="20"/>
                  </a:lnTo>
                  <a:lnTo>
                    <a:pt x="39" y="20"/>
                  </a:lnTo>
                  <a:lnTo>
                    <a:pt x="39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0" y="20"/>
                  </a:lnTo>
                  <a:lnTo>
                    <a:pt x="0" y="39"/>
                  </a:lnTo>
                  <a:lnTo>
                    <a:pt x="20" y="39"/>
                  </a:lnTo>
                  <a:lnTo>
                    <a:pt x="20" y="59"/>
                  </a:lnTo>
                  <a:moveTo>
                    <a:pt x="20" y="59"/>
                  </a:moveTo>
                  <a:lnTo>
                    <a:pt x="20" y="59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09" name="Freeform 110">
            <a:extLst>
              <a:ext uri="{FF2B5EF4-FFF2-40B4-BE49-F238E27FC236}">
                <a16:creationId xmlns:a16="http://schemas.microsoft.com/office/drawing/2014/main" id="{B5E1B3E4-F9B2-4045-8815-2243EED0D5DC}"/>
              </a:ext>
            </a:extLst>
          </p:cNvPr>
          <p:cNvSpPr>
            <a:spLocks noEditPoints="1"/>
          </p:cNvSpPr>
          <p:nvPr/>
        </p:nvSpPr>
        <p:spPr bwMode="auto">
          <a:xfrm>
            <a:off x="11107158" y="1694866"/>
            <a:ext cx="874361" cy="598747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10" name="Group 18">
            <a:extLst>
              <a:ext uri="{FF2B5EF4-FFF2-40B4-BE49-F238E27FC236}">
                <a16:creationId xmlns:a16="http://schemas.microsoft.com/office/drawing/2014/main" id="{501BE87A-D91A-0C45-935E-280B9726A82D}"/>
              </a:ext>
            </a:extLst>
          </p:cNvPr>
          <p:cNvGrpSpPr/>
          <p:nvPr/>
        </p:nvGrpSpPr>
        <p:grpSpPr>
          <a:xfrm>
            <a:off x="10388802" y="2979076"/>
            <a:ext cx="582924" cy="647290"/>
            <a:chOff x="5265738" y="1744663"/>
            <a:chExt cx="1020762" cy="1133475"/>
          </a:xfrm>
          <a:solidFill>
            <a:schemeClr val="bg1"/>
          </a:solidFill>
        </p:grpSpPr>
        <p:sp>
          <p:nvSpPr>
            <p:cNvPr id="311" name="Freeform 5">
              <a:extLst>
                <a:ext uri="{FF2B5EF4-FFF2-40B4-BE49-F238E27FC236}">
                  <a16:creationId xmlns:a16="http://schemas.microsoft.com/office/drawing/2014/main" id="{F556E4A4-E6DC-6341-BA7B-1D67926F80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2108201"/>
              <a:ext cx="481012" cy="338138"/>
            </a:xfrm>
            <a:custGeom>
              <a:avLst/>
              <a:gdLst/>
              <a:ahLst/>
              <a:cxnLst>
                <a:cxn ang="0">
                  <a:pos x="64" y="88"/>
                </a:cxn>
                <a:cxn ang="0">
                  <a:pos x="127" y="0"/>
                </a:cxn>
                <a:cxn ang="0">
                  <a:pos x="0" y="0"/>
                </a:cxn>
                <a:cxn ang="0">
                  <a:pos x="64" y="88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127" h="89">
                  <a:moveTo>
                    <a:pt x="64" y="88"/>
                  </a:moveTo>
                  <a:cubicBezTo>
                    <a:pt x="102" y="87"/>
                    <a:pt x="127" y="52"/>
                    <a:pt x="1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4"/>
                    <a:pt x="25" y="89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2" name="Freeform 6">
              <a:extLst>
                <a:ext uri="{FF2B5EF4-FFF2-40B4-BE49-F238E27FC236}">
                  <a16:creationId xmlns:a16="http://schemas.microsoft.com/office/drawing/2014/main" id="{2EAF06E6-EA78-D946-A3B7-DA14925DBA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738" y="2430463"/>
              <a:ext cx="1020762" cy="447675"/>
            </a:xfrm>
            <a:custGeom>
              <a:avLst/>
              <a:gdLst/>
              <a:ahLst/>
              <a:cxnLst>
                <a:cxn ang="0">
                  <a:pos x="222" y="39"/>
                </a:cxn>
                <a:cxn ang="0">
                  <a:pos x="210" y="28"/>
                </a:cxn>
                <a:cxn ang="0">
                  <a:pos x="176" y="13"/>
                </a:cxn>
                <a:cxn ang="0">
                  <a:pos x="162" y="1"/>
                </a:cxn>
                <a:cxn ang="0">
                  <a:pos x="134" y="26"/>
                </a:cxn>
                <a:cxn ang="0">
                  <a:pos x="108" y="0"/>
                </a:cxn>
                <a:cxn ang="0">
                  <a:pos x="92" y="14"/>
                </a:cxn>
                <a:cxn ang="0">
                  <a:pos x="59" y="29"/>
                </a:cxn>
                <a:cxn ang="0">
                  <a:pos x="48" y="39"/>
                </a:cxn>
                <a:cxn ang="0">
                  <a:pos x="0" y="118"/>
                </a:cxn>
                <a:cxn ang="0">
                  <a:pos x="121" y="118"/>
                </a:cxn>
                <a:cxn ang="0">
                  <a:pos x="134" y="53"/>
                </a:cxn>
                <a:cxn ang="0">
                  <a:pos x="148" y="118"/>
                </a:cxn>
                <a:cxn ang="0">
                  <a:pos x="269" y="118"/>
                </a:cxn>
                <a:cxn ang="0">
                  <a:pos x="222" y="39"/>
                </a:cxn>
                <a:cxn ang="0">
                  <a:pos x="212" y="86"/>
                </a:cxn>
                <a:cxn ang="0">
                  <a:pos x="200" y="86"/>
                </a:cxn>
                <a:cxn ang="0">
                  <a:pos x="200" y="98"/>
                </a:cxn>
                <a:cxn ang="0">
                  <a:pos x="185" y="98"/>
                </a:cxn>
                <a:cxn ang="0">
                  <a:pos x="185" y="86"/>
                </a:cxn>
                <a:cxn ang="0">
                  <a:pos x="173" y="86"/>
                </a:cxn>
                <a:cxn ang="0">
                  <a:pos x="173" y="72"/>
                </a:cxn>
                <a:cxn ang="0">
                  <a:pos x="185" y="72"/>
                </a:cxn>
                <a:cxn ang="0">
                  <a:pos x="185" y="59"/>
                </a:cxn>
                <a:cxn ang="0">
                  <a:pos x="200" y="59"/>
                </a:cxn>
                <a:cxn ang="0">
                  <a:pos x="200" y="72"/>
                </a:cxn>
                <a:cxn ang="0">
                  <a:pos x="212" y="72"/>
                </a:cxn>
                <a:cxn ang="0">
                  <a:pos x="212" y="86"/>
                </a:cxn>
                <a:cxn ang="0">
                  <a:pos x="212" y="86"/>
                </a:cxn>
                <a:cxn ang="0">
                  <a:pos x="212" y="86"/>
                </a:cxn>
              </a:cxnLst>
              <a:rect l="0" t="0" r="r" b="b"/>
              <a:pathLst>
                <a:path w="269" h="118">
                  <a:moveTo>
                    <a:pt x="222" y="39"/>
                  </a:moveTo>
                  <a:cubicBezTo>
                    <a:pt x="219" y="34"/>
                    <a:pt x="214" y="30"/>
                    <a:pt x="210" y="28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62" y="1"/>
                    <a:pt x="162" y="1"/>
                    <a:pt x="162" y="1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5" y="31"/>
                    <a:pt x="50" y="34"/>
                    <a:pt x="48" y="39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269" y="118"/>
                    <a:pt x="269" y="118"/>
                    <a:pt x="269" y="118"/>
                  </a:cubicBezTo>
                  <a:lnTo>
                    <a:pt x="222" y="39"/>
                  </a:lnTo>
                  <a:close/>
                  <a:moveTo>
                    <a:pt x="212" y="86"/>
                  </a:moveTo>
                  <a:cubicBezTo>
                    <a:pt x="200" y="86"/>
                    <a:pt x="200" y="86"/>
                    <a:pt x="200" y="86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86"/>
                    <a:pt x="185" y="86"/>
                    <a:pt x="185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5" y="59"/>
                    <a:pt x="185" y="59"/>
                    <a:pt x="185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12" y="72"/>
                    <a:pt x="212" y="72"/>
                    <a:pt x="212" y="72"/>
                  </a:cubicBezTo>
                  <a:lnTo>
                    <a:pt x="212" y="86"/>
                  </a:lnTo>
                  <a:close/>
                  <a:moveTo>
                    <a:pt x="212" y="86"/>
                  </a:moveTo>
                  <a:cubicBezTo>
                    <a:pt x="212" y="86"/>
                    <a:pt x="212" y="86"/>
                    <a:pt x="212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3" name="Freeform 7">
              <a:extLst>
                <a:ext uri="{FF2B5EF4-FFF2-40B4-BE49-F238E27FC236}">
                  <a16:creationId xmlns:a16="http://schemas.microsoft.com/office/drawing/2014/main" id="{9C3A7B40-545C-7C4D-8D02-3813BD3B9F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5613" y="1744663"/>
              <a:ext cx="481012" cy="311150"/>
            </a:xfrm>
            <a:custGeom>
              <a:avLst/>
              <a:gdLst/>
              <a:ahLst/>
              <a:cxnLst>
                <a:cxn ang="0">
                  <a:pos x="127" y="65"/>
                </a:cxn>
                <a:cxn ang="0">
                  <a:pos x="92" y="28"/>
                </a:cxn>
                <a:cxn ang="0">
                  <a:pos x="92" y="28"/>
                </a:cxn>
                <a:cxn ang="0">
                  <a:pos x="64" y="0"/>
                </a:cxn>
                <a:cxn ang="0">
                  <a:pos x="36" y="28"/>
                </a:cxn>
                <a:cxn ang="0">
                  <a:pos x="36" y="28"/>
                </a:cxn>
                <a:cxn ang="0">
                  <a:pos x="0" y="65"/>
                </a:cxn>
                <a:cxn ang="0">
                  <a:pos x="0" y="82"/>
                </a:cxn>
                <a:cxn ang="0">
                  <a:pos x="127" y="82"/>
                </a:cxn>
                <a:cxn ang="0">
                  <a:pos x="127" y="65"/>
                </a:cxn>
                <a:cxn ang="0">
                  <a:pos x="64" y="12"/>
                </a:cxn>
                <a:cxn ang="0">
                  <a:pos x="79" y="28"/>
                </a:cxn>
                <a:cxn ang="0">
                  <a:pos x="64" y="44"/>
                </a:cxn>
                <a:cxn ang="0">
                  <a:pos x="48" y="28"/>
                </a:cxn>
                <a:cxn ang="0">
                  <a:pos x="64" y="12"/>
                </a:cxn>
                <a:cxn ang="0">
                  <a:pos x="64" y="12"/>
                </a:cxn>
                <a:cxn ang="0">
                  <a:pos x="64" y="12"/>
                </a:cxn>
              </a:cxnLst>
              <a:rect l="0" t="0" r="r" b="b"/>
              <a:pathLst>
                <a:path w="127" h="82">
                  <a:moveTo>
                    <a:pt x="127" y="65"/>
                  </a:moveTo>
                  <a:cubicBezTo>
                    <a:pt x="127" y="45"/>
                    <a:pt x="111" y="29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12"/>
                    <a:pt x="79" y="0"/>
                    <a:pt x="64" y="0"/>
                  </a:cubicBezTo>
                  <a:cubicBezTo>
                    <a:pt x="48" y="0"/>
                    <a:pt x="36" y="12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16" y="29"/>
                    <a:pt x="0" y="45"/>
                    <a:pt x="0" y="6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27" y="82"/>
                    <a:pt x="127" y="82"/>
                    <a:pt x="127" y="82"/>
                  </a:cubicBezTo>
                  <a:lnTo>
                    <a:pt x="127" y="65"/>
                  </a:lnTo>
                  <a:close/>
                  <a:moveTo>
                    <a:pt x="64" y="12"/>
                  </a:moveTo>
                  <a:cubicBezTo>
                    <a:pt x="72" y="12"/>
                    <a:pt x="79" y="19"/>
                    <a:pt x="79" y="28"/>
                  </a:cubicBezTo>
                  <a:cubicBezTo>
                    <a:pt x="79" y="37"/>
                    <a:pt x="72" y="44"/>
                    <a:pt x="64" y="44"/>
                  </a:cubicBezTo>
                  <a:cubicBezTo>
                    <a:pt x="55" y="44"/>
                    <a:pt x="48" y="37"/>
                    <a:pt x="48" y="28"/>
                  </a:cubicBezTo>
                  <a:cubicBezTo>
                    <a:pt x="48" y="19"/>
                    <a:pt x="55" y="12"/>
                    <a:pt x="64" y="12"/>
                  </a:cubicBezTo>
                  <a:close/>
                  <a:moveTo>
                    <a:pt x="64" y="12"/>
                  </a:moveTo>
                  <a:cubicBezTo>
                    <a:pt x="64" y="12"/>
                    <a:pt x="64" y="12"/>
                    <a:pt x="64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14" name="Group 19">
            <a:extLst>
              <a:ext uri="{FF2B5EF4-FFF2-40B4-BE49-F238E27FC236}">
                <a16:creationId xmlns:a16="http://schemas.microsoft.com/office/drawing/2014/main" id="{B919877E-B2DD-1346-9E1C-4B4D68750343}"/>
              </a:ext>
            </a:extLst>
          </p:cNvPr>
          <p:cNvGrpSpPr/>
          <p:nvPr/>
        </p:nvGrpSpPr>
        <p:grpSpPr>
          <a:xfrm>
            <a:off x="11379670" y="3027619"/>
            <a:ext cx="601849" cy="598747"/>
            <a:chOff x="4265613" y="2273301"/>
            <a:chExt cx="615950" cy="612775"/>
          </a:xfrm>
          <a:solidFill>
            <a:schemeClr val="bg1"/>
          </a:solidFill>
        </p:grpSpPr>
        <p:sp>
          <p:nvSpPr>
            <p:cNvPr id="315" name="Freeform 11">
              <a:extLst>
                <a:ext uri="{FF2B5EF4-FFF2-40B4-BE49-F238E27FC236}">
                  <a16:creationId xmlns:a16="http://schemas.microsoft.com/office/drawing/2014/main" id="{F7EC3D9D-5265-E242-AC6C-C027C0739B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5613" y="2273301"/>
              <a:ext cx="615950" cy="612775"/>
            </a:xfrm>
            <a:custGeom>
              <a:avLst/>
              <a:gdLst/>
              <a:ahLst/>
              <a:cxnLst>
                <a:cxn ang="0">
                  <a:pos x="147" y="135"/>
                </a:cxn>
                <a:cxn ang="0">
                  <a:pos x="120" y="125"/>
                </a:cxn>
                <a:cxn ang="0">
                  <a:pos x="113" y="120"/>
                </a:cxn>
                <a:cxn ang="0">
                  <a:pos x="110" y="119"/>
                </a:cxn>
                <a:cxn ang="0">
                  <a:pos x="103" y="114"/>
                </a:cxn>
                <a:cxn ang="0">
                  <a:pos x="102" y="100"/>
                </a:cxn>
                <a:cxn ang="0">
                  <a:pos x="106" y="96"/>
                </a:cxn>
                <a:cxn ang="0">
                  <a:pos x="127" y="90"/>
                </a:cxn>
                <a:cxn ang="0">
                  <a:pos x="130" y="85"/>
                </a:cxn>
                <a:cxn ang="0">
                  <a:pos x="118" y="50"/>
                </a:cxn>
                <a:cxn ang="0">
                  <a:pos x="119" y="49"/>
                </a:cxn>
                <a:cxn ang="0">
                  <a:pos x="124" y="13"/>
                </a:cxn>
                <a:cxn ang="0">
                  <a:pos x="122" y="10"/>
                </a:cxn>
                <a:cxn ang="0">
                  <a:pos x="80" y="0"/>
                </a:cxn>
                <a:cxn ang="0">
                  <a:pos x="78" y="0"/>
                </a:cxn>
                <a:cxn ang="0">
                  <a:pos x="36" y="10"/>
                </a:cxn>
                <a:cxn ang="0">
                  <a:pos x="34" y="13"/>
                </a:cxn>
                <a:cxn ang="0">
                  <a:pos x="39" y="49"/>
                </a:cxn>
                <a:cxn ang="0">
                  <a:pos x="40" y="51"/>
                </a:cxn>
                <a:cxn ang="0">
                  <a:pos x="39" y="53"/>
                </a:cxn>
                <a:cxn ang="0">
                  <a:pos x="31" y="85"/>
                </a:cxn>
                <a:cxn ang="0">
                  <a:pos x="34" y="90"/>
                </a:cxn>
                <a:cxn ang="0">
                  <a:pos x="55" y="96"/>
                </a:cxn>
                <a:cxn ang="0">
                  <a:pos x="59" y="100"/>
                </a:cxn>
                <a:cxn ang="0">
                  <a:pos x="58" y="114"/>
                </a:cxn>
                <a:cxn ang="0">
                  <a:pos x="51" y="119"/>
                </a:cxn>
                <a:cxn ang="0">
                  <a:pos x="48" y="120"/>
                </a:cxn>
                <a:cxn ang="0">
                  <a:pos x="41" y="125"/>
                </a:cxn>
                <a:cxn ang="0">
                  <a:pos x="14" y="135"/>
                </a:cxn>
                <a:cxn ang="0">
                  <a:pos x="3" y="160"/>
                </a:cxn>
                <a:cxn ang="0">
                  <a:pos x="158" y="160"/>
                </a:cxn>
                <a:cxn ang="0">
                  <a:pos x="147" y="135"/>
                </a:cxn>
                <a:cxn ang="0">
                  <a:pos x="79" y="5"/>
                </a:cxn>
                <a:cxn ang="0">
                  <a:pos x="118" y="15"/>
                </a:cxn>
                <a:cxn ang="0">
                  <a:pos x="114" y="46"/>
                </a:cxn>
                <a:cxn ang="0">
                  <a:pos x="44" y="46"/>
                </a:cxn>
                <a:cxn ang="0">
                  <a:pos x="40" y="15"/>
                </a:cxn>
                <a:cxn ang="0">
                  <a:pos x="79" y="5"/>
                </a:cxn>
                <a:cxn ang="0">
                  <a:pos x="79" y="5"/>
                </a:cxn>
                <a:cxn ang="0">
                  <a:pos x="79" y="5"/>
                </a:cxn>
              </a:cxnLst>
              <a:rect l="0" t="0" r="r" b="b"/>
              <a:pathLst>
                <a:path w="161" h="160">
                  <a:moveTo>
                    <a:pt x="147" y="135"/>
                  </a:moveTo>
                  <a:cubicBezTo>
                    <a:pt x="138" y="132"/>
                    <a:pt x="129" y="128"/>
                    <a:pt x="120" y="125"/>
                  </a:cubicBezTo>
                  <a:cubicBezTo>
                    <a:pt x="117" y="124"/>
                    <a:pt x="116" y="122"/>
                    <a:pt x="113" y="120"/>
                  </a:cubicBezTo>
                  <a:cubicBezTo>
                    <a:pt x="112" y="120"/>
                    <a:pt x="111" y="119"/>
                    <a:pt x="110" y="119"/>
                  </a:cubicBezTo>
                  <a:cubicBezTo>
                    <a:pt x="106" y="118"/>
                    <a:pt x="104" y="117"/>
                    <a:pt x="103" y="114"/>
                  </a:cubicBezTo>
                  <a:cubicBezTo>
                    <a:pt x="102" y="109"/>
                    <a:pt x="101" y="104"/>
                    <a:pt x="102" y="100"/>
                  </a:cubicBezTo>
                  <a:cubicBezTo>
                    <a:pt x="102" y="98"/>
                    <a:pt x="103" y="96"/>
                    <a:pt x="106" y="96"/>
                  </a:cubicBezTo>
                  <a:cubicBezTo>
                    <a:pt x="110" y="94"/>
                    <a:pt x="122" y="92"/>
                    <a:pt x="127" y="90"/>
                  </a:cubicBezTo>
                  <a:cubicBezTo>
                    <a:pt x="131" y="89"/>
                    <a:pt x="131" y="88"/>
                    <a:pt x="130" y="85"/>
                  </a:cubicBezTo>
                  <a:cubicBezTo>
                    <a:pt x="127" y="77"/>
                    <a:pt x="123" y="62"/>
                    <a:pt x="118" y="50"/>
                  </a:cubicBezTo>
                  <a:cubicBezTo>
                    <a:pt x="119" y="50"/>
                    <a:pt x="119" y="50"/>
                    <a:pt x="119" y="49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4" y="12"/>
                    <a:pt x="123" y="10"/>
                    <a:pt x="122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4" y="12"/>
                    <a:pt x="34" y="13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50"/>
                    <a:pt x="39" y="50"/>
                    <a:pt x="40" y="51"/>
                  </a:cubicBezTo>
                  <a:cubicBezTo>
                    <a:pt x="40" y="52"/>
                    <a:pt x="39" y="53"/>
                    <a:pt x="39" y="53"/>
                  </a:cubicBezTo>
                  <a:cubicBezTo>
                    <a:pt x="38" y="64"/>
                    <a:pt x="35" y="75"/>
                    <a:pt x="31" y="85"/>
                  </a:cubicBezTo>
                  <a:cubicBezTo>
                    <a:pt x="30" y="88"/>
                    <a:pt x="30" y="89"/>
                    <a:pt x="34" y="90"/>
                  </a:cubicBezTo>
                  <a:cubicBezTo>
                    <a:pt x="38" y="92"/>
                    <a:pt x="51" y="94"/>
                    <a:pt x="55" y="96"/>
                  </a:cubicBezTo>
                  <a:cubicBezTo>
                    <a:pt x="58" y="96"/>
                    <a:pt x="59" y="98"/>
                    <a:pt x="59" y="100"/>
                  </a:cubicBezTo>
                  <a:cubicBezTo>
                    <a:pt x="60" y="104"/>
                    <a:pt x="59" y="109"/>
                    <a:pt x="58" y="114"/>
                  </a:cubicBezTo>
                  <a:cubicBezTo>
                    <a:pt x="57" y="117"/>
                    <a:pt x="55" y="118"/>
                    <a:pt x="51" y="119"/>
                  </a:cubicBezTo>
                  <a:cubicBezTo>
                    <a:pt x="50" y="119"/>
                    <a:pt x="49" y="120"/>
                    <a:pt x="48" y="120"/>
                  </a:cubicBezTo>
                  <a:cubicBezTo>
                    <a:pt x="45" y="122"/>
                    <a:pt x="44" y="124"/>
                    <a:pt x="41" y="125"/>
                  </a:cubicBezTo>
                  <a:cubicBezTo>
                    <a:pt x="32" y="128"/>
                    <a:pt x="23" y="132"/>
                    <a:pt x="14" y="135"/>
                  </a:cubicBezTo>
                  <a:cubicBezTo>
                    <a:pt x="0" y="139"/>
                    <a:pt x="5" y="147"/>
                    <a:pt x="3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6" y="147"/>
                    <a:pt x="161" y="139"/>
                    <a:pt x="147" y="135"/>
                  </a:cubicBezTo>
                  <a:close/>
                  <a:moveTo>
                    <a:pt x="79" y="5"/>
                  </a:moveTo>
                  <a:cubicBezTo>
                    <a:pt x="118" y="15"/>
                    <a:pt x="118" y="15"/>
                    <a:pt x="118" y="1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0" y="15"/>
                    <a:pt x="40" y="15"/>
                    <a:pt x="40" y="15"/>
                  </a:cubicBezTo>
                  <a:lnTo>
                    <a:pt x="79" y="5"/>
                  </a:lnTo>
                  <a:close/>
                  <a:moveTo>
                    <a:pt x="79" y="5"/>
                  </a:moveTo>
                  <a:cubicBezTo>
                    <a:pt x="79" y="5"/>
                    <a:pt x="79" y="5"/>
                    <a:pt x="79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6" name="Freeform 12">
              <a:extLst>
                <a:ext uri="{FF2B5EF4-FFF2-40B4-BE49-F238E27FC236}">
                  <a16:creationId xmlns:a16="http://schemas.microsoft.com/office/drawing/2014/main" id="{906B019C-8388-F24D-9CB8-97FCE146D9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close/>
                  <a:moveTo>
                    <a:pt x="22" y="60"/>
                  </a:moveTo>
                  <a:lnTo>
                    <a:pt x="22" y="6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17" name="Freeform 13">
              <a:extLst>
                <a:ext uri="{FF2B5EF4-FFF2-40B4-BE49-F238E27FC236}">
                  <a16:creationId xmlns:a16="http://schemas.microsoft.com/office/drawing/2014/main" id="{B4F47332-039F-5B45-954D-602215296D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5" y="2324101"/>
              <a:ext cx="100013" cy="95250"/>
            </a:xfrm>
            <a:custGeom>
              <a:avLst/>
              <a:gdLst/>
              <a:ahLst/>
              <a:cxnLst>
                <a:cxn ang="0">
                  <a:pos x="22" y="60"/>
                </a:cxn>
                <a:cxn ang="0">
                  <a:pos x="41" y="60"/>
                </a:cxn>
                <a:cxn ang="0">
                  <a:pos x="41" y="40"/>
                </a:cxn>
                <a:cxn ang="0">
                  <a:pos x="63" y="40"/>
                </a:cxn>
                <a:cxn ang="0">
                  <a:pos x="63" y="21"/>
                </a:cxn>
                <a:cxn ang="0">
                  <a:pos x="41" y="21"/>
                </a:cxn>
                <a:cxn ang="0">
                  <a:pos x="41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0"/>
                </a:cxn>
                <a:cxn ang="0">
                  <a:pos x="22" y="40"/>
                </a:cxn>
                <a:cxn ang="0">
                  <a:pos x="22" y="60"/>
                </a:cxn>
                <a:cxn ang="0">
                  <a:pos x="22" y="60"/>
                </a:cxn>
                <a:cxn ang="0">
                  <a:pos x="22" y="60"/>
                </a:cxn>
              </a:cxnLst>
              <a:rect l="0" t="0" r="r" b="b"/>
              <a:pathLst>
                <a:path w="63" h="60">
                  <a:moveTo>
                    <a:pt x="22" y="60"/>
                  </a:moveTo>
                  <a:lnTo>
                    <a:pt x="41" y="60"/>
                  </a:lnTo>
                  <a:lnTo>
                    <a:pt x="41" y="40"/>
                  </a:lnTo>
                  <a:lnTo>
                    <a:pt x="63" y="40"/>
                  </a:lnTo>
                  <a:lnTo>
                    <a:pt x="63" y="21"/>
                  </a:lnTo>
                  <a:lnTo>
                    <a:pt x="41" y="21"/>
                  </a:lnTo>
                  <a:lnTo>
                    <a:pt x="41" y="0"/>
                  </a:ln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0"/>
                  </a:lnTo>
                  <a:lnTo>
                    <a:pt x="22" y="40"/>
                  </a:lnTo>
                  <a:lnTo>
                    <a:pt x="22" y="60"/>
                  </a:lnTo>
                  <a:moveTo>
                    <a:pt x="22" y="60"/>
                  </a:moveTo>
                  <a:lnTo>
                    <a:pt x="22" y="6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18" name="Group 50">
            <a:extLst>
              <a:ext uri="{FF2B5EF4-FFF2-40B4-BE49-F238E27FC236}">
                <a16:creationId xmlns:a16="http://schemas.microsoft.com/office/drawing/2014/main" id="{3E90FCBC-A73E-DA41-BCBF-8E0CEDFF6962}"/>
              </a:ext>
            </a:extLst>
          </p:cNvPr>
          <p:cNvGrpSpPr/>
          <p:nvPr/>
        </p:nvGrpSpPr>
        <p:grpSpPr>
          <a:xfrm>
            <a:off x="5720336" y="202712"/>
            <a:ext cx="527395" cy="598748"/>
            <a:chOff x="1697038" y="3125788"/>
            <a:chExt cx="809625" cy="919163"/>
          </a:xfrm>
          <a:solidFill>
            <a:schemeClr val="bg1"/>
          </a:solidFill>
        </p:grpSpPr>
        <p:sp>
          <p:nvSpPr>
            <p:cNvPr id="319" name="Freeform 31">
              <a:extLst>
                <a:ext uri="{FF2B5EF4-FFF2-40B4-BE49-F238E27FC236}">
                  <a16:creationId xmlns:a16="http://schemas.microsoft.com/office/drawing/2014/main" id="{3C0255E4-8D75-0741-ABE4-9BEE1236B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5988" y="3294063"/>
              <a:ext cx="171450" cy="174625"/>
            </a:xfrm>
            <a:custGeom>
              <a:avLst/>
              <a:gdLst/>
              <a:ahLst/>
              <a:cxnLst>
                <a:cxn ang="0">
                  <a:pos x="59" y="30"/>
                </a:cxn>
                <a:cxn ang="0">
                  <a:pos x="29" y="60"/>
                </a:cxn>
                <a:cxn ang="0">
                  <a:pos x="0" y="30"/>
                </a:cxn>
                <a:cxn ang="0">
                  <a:pos x="29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0" t="0" r="r" b="b"/>
              <a:pathLst>
                <a:path w="59" h="60">
                  <a:moveTo>
                    <a:pt x="59" y="30"/>
                  </a:moveTo>
                  <a:cubicBezTo>
                    <a:pt x="59" y="47"/>
                    <a:pt x="46" y="60"/>
                    <a:pt x="29" y="60"/>
                  </a:cubicBezTo>
                  <a:cubicBezTo>
                    <a:pt x="13" y="60"/>
                    <a:pt x="0" y="47"/>
                    <a:pt x="0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lose/>
                  <a:moveTo>
                    <a:pt x="59" y="30"/>
                  </a:moveTo>
                  <a:cubicBezTo>
                    <a:pt x="59" y="30"/>
                    <a:pt x="59" y="30"/>
                    <a:pt x="59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0" name="Freeform 32">
              <a:extLst>
                <a:ext uri="{FF2B5EF4-FFF2-40B4-BE49-F238E27FC236}">
                  <a16:creationId xmlns:a16="http://schemas.microsoft.com/office/drawing/2014/main" id="{C16B0385-BCD3-3242-8C35-4748AF621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7038" y="3125788"/>
              <a:ext cx="809625" cy="919163"/>
            </a:xfrm>
            <a:custGeom>
              <a:avLst/>
              <a:gdLst/>
              <a:ahLst/>
              <a:cxnLst>
                <a:cxn ang="0">
                  <a:pos x="277" y="294"/>
                </a:cxn>
                <a:cxn ang="0">
                  <a:pos x="268" y="261"/>
                </a:cxn>
                <a:cxn ang="0">
                  <a:pos x="253" y="209"/>
                </a:cxn>
                <a:cxn ang="0">
                  <a:pos x="265" y="198"/>
                </a:cxn>
                <a:cxn ang="0">
                  <a:pos x="219" y="142"/>
                </a:cxn>
                <a:cxn ang="0">
                  <a:pos x="198" y="120"/>
                </a:cxn>
                <a:cxn ang="0">
                  <a:pos x="185" y="120"/>
                </a:cxn>
                <a:cxn ang="0">
                  <a:pos x="164" y="142"/>
                </a:cxn>
                <a:cxn ang="0">
                  <a:pos x="161" y="178"/>
                </a:cxn>
                <a:cxn ang="0">
                  <a:pos x="145" y="132"/>
                </a:cxn>
                <a:cxn ang="0">
                  <a:pos x="141" y="170"/>
                </a:cxn>
                <a:cxn ang="0">
                  <a:pos x="120" y="165"/>
                </a:cxn>
                <a:cxn ang="0">
                  <a:pos x="106" y="128"/>
                </a:cxn>
                <a:cxn ang="0">
                  <a:pos x="83" y="102"/>
                </a:cxn>
                <a:cxn ang="0">
                  <a:pos x="83" y="74"/>
                </a:cxn>
                <a:cxn ang="0">
                  <a:pos x="85" y="64"/>
                </a:cxn>
                <a:cxn ang="0">
                  <a:pos x="92" y="25"/>
                </a:cxn>
                <a:cxn ang="0">
                  <a:pos x="80" y="18"/>
                </a:cxn>
                <a:cxn ang="0">
                  <a:pos x="80" y="15"/>
                </a:cxn>
                <a:cxn ang="0">
                  <a:pos x="90" y="6"/>
                </a:cxn>
                <a:cxn ang="0">
                  <a:pos x="81" y="12"/>
                </a:cxn>
                <a:cxn ang="0">
                  <a:pos x="76" y="9"/>
                </a:cxn>
                <a:cxn ang="0">
                  <a:pos x="50" y="12"/>
                </a:cxn>
                <a:cxn ang="0">
                  <a:pos x="41" y="0"/>
                </a:cxn>
                <a:cxn ang="0">
                  <a:pos x="9" y="12"/>
                </a:cxn>
                <a:cxn ang="0">
                  <a:pos x="0" y="6"/>
                </a:cxn>
                <a:cxn ang="0">
                  <a:pos x="41" y="15"/>
                </a:cxn>
                <a:cxn ang="0">
                  <a:pos x="40" y="277"/>
                </a:cxn>
                <a:cxn ang="0">
                  <a:pos x="13" y="292"/>
                </a:cxn>
                <a:cxn ang="0">
                  <a:pos x="15" y="310"/>
                </a:cxn>
                <a:cxn ang="0">
                  <a:pos x="22" y="295"/>
                </a:cxn>
                <a:cxn ang="0">
                  <a:pos x="55" y="287"/>
                </a:cxn>
                <a:cxn ang="0">
                  <a:pos x="65" y="301"/>
                </a:cxn>
                <a:cxn ang="0">
                  <a:pos x="83" y="301"/>
                </a:cxn>
                <a:cxn ang="0">
                  <a:pos x="55" y="277"/>
                </a:cxn>
                <a:cxn ang="0">
                  <a:pos x="50" y="15"/>
                </a:cxn>
                <a:cxn ang="0">
                  <a:pos x="72" y="16"/>
                </a:cxn>
                <a:cxn ang="0">
                  <a:pos x="67" y="18"/>
                </a:cxn>
                <a:cxn ang="0">
                  <a:pos x="60" y="57"/>
                </a:cxn>
                <a:cxn ang="0">
                  <a:pos x="68" y="64"/>
                </a:cxn>
                <a:cxn ang="0">
                  <a:pos x="74" y="68"/>
                </a:cxn>
                <a:cxn ang="0">
                  <a:pos x="78" y="64"/>
                </a:cxn>
                <a:cxn ang="0">
                  <a:pos x="79" y="74"/>
                </a:cxn>
                <a:cxn ang="0">
                  <a:pos x="96" y="126"/>
                </a:cxn>
                <a:cxn ang="0">
                  <a:pos x="112" y="149"/>
                </a:cxn>
                <a:cxn ang="0">
                  <a:pos x="142" y="180"/>
                </a:cxn>
                <a:cxn ang="0">
                  <a:pos x="140" y="255"/>
                </a:cxn>
                <a:cxn ang="0">
                  <a:pos x="246" y="284"/>
                </a:cxn>
                <a:cxn ang="0">
                  <a:pos x="246" y="283"/>
                </a:cxn>
                <a:cxn ang="0">
                  <a:pos x="269" y="315"/>
                </a:cxn>
                <a:cxn ang="0">
                  <a:pos x="77" y="18"/>
                </a:cxn>
                <a:cxn ang="0">
                  <a:pos x="75" y="16"/>
                </a:cxn>
                <a:cxn ang="0">
                  <a:pos x="77" y="15"/>
                </a:cxn>
                <a:cxn ang="0">
                  <a:pos x="77" y="18"/>
                </a:cxn>
                <a:cxn ang="0">
                  <a:pos x="232" y="205"/>
                </a:cxn>
                <a:cxn ang="0">
                  <a:pos x="212" y="191"/>
                </a:cxn>
                <a:cxn ang="0">
                  <a:pos x="164" y="202"/>
                </a:cxn>
                <a:cxn ang="0">
                  <a:pos x="164" y="182"/>
                </a:cxn>
                <a:cxn ang="0">
                  <a:pos x="160" y="255"/>
                </a:cxn>
                <a:cxn ang="0">
                  <a:pos x="164" y="242"/>
                </a:cxn>
                <a:cxn ang="0">
                  <a:pos x="235" y="255"/>
                </a:cxn>
                <a:cxn ang="0">
                  <a:pos x="197" y="292"/>
                </a:cxn>
              </a:cxnLst>
              <a:rect l="0" t="0" r="r" b="b"/>
              <a:pathLst>
                <a:path w="280" h="317">
                  <a:moveTo>
                    <a:pt x="278" y="298"/>
                  </a:moveTo>
                  <a:cubicBezTo>
                    <a:pt x="277" y="294"/>
                    <a:pt x="277" y="294"/>
                    <a:pt x="277" y="29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68" y="261"/>
                    <a:pt x="268" y="261"/>
                    <a:pt x="268" y="261"/>
                  </a:cubicBezTo>
                  <a:cubicBezTo>
                    <a:pt x="256" y="214"/>
                    <a:pt x="256" y="214"/>
                    <a:pt x="256" y="214"/>
                  </a:cubicBezTo>
                  <a:cubicBezTo>
                    <a:pt x="255" y="212"/>
                    <a:pt x="254" y="210"/>
                    <a:pt x="253" y="209"/>
                  </a:cubicBezTo>
                  <a:cubicBezTo>
                    <a:pt x="253" y="209"/>
                    <a:pt x="254" y="209"/>
                    <a:pt x="254" y="209"/>
                  </a:cubicBezTo>
                  <a:cubicBezTo>
                    <a:pt x="260" y="209"/>
                    <a:pt x="265" y="204"/>
                    <a:pt x="265" y="198"/>
                  </a:cubicBezTo>
                  <a:cubicBezTo>
                    <a:pt x="265" y="191"/>
                    <a:pt x="260" y="186"/>
                    <a:pt x="254" y="186"/>
                  </a:cubicBezTo>
                  <a:cubicBezTo>
                    <a:pt x="236" y="186"/>
                    <a:pt x="225" y="179"/>
                    <a:pt x="219" y="142"/>
                  </a:cubicBezTo>
                  <a:cubicBezTo>
                    <a:pt x="219" y="141"/>
                    <a:pt x="219" y="141"/>
                    <a:pt x="219" y="140"/>
                  </a:cubicBezTo>
                  <a:cubicBezTo>
                    <a:pt x="217" y="129"/>
                    <a:pt x="207" y="122"/>
                    <a:pt x="198" y="120"/>
                  </a:cubicBezTo>
                  <a:cubicBezTo>
                    <a:pt x="198" y="120"/>
                    <a:pt x="195" y="119"/>
                    <a:pt x="192" y="119"/>
                  </a:cubicBezTo>
                  <a:cubicBezTo>
                    <a:pt x="189" y="119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75" y="122"/>
                    <a:pt x="164" y="130"/>
                    <a:pt x="164" y="142"/>
                  </a:cubicBezTo>
                  <a:cubicBezTo>
                    <a:pt x="164" y="178"/>
                    <a:pt x="164" y="178"/>
                    <a:pt x="164" y="178"/>
                  </a:cubicBezTo>
                  <a:cubicBezTo>
                    <a:pt x="163" y="178"/>
                    <a:pt x="162" y="178"/>
                    <a:pt x="161" y="178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5" y="135"/>
                    <a:pt x="150" y="131"/>
                    <a:pt x="145" y="132"/>
                  </a:cubicBezTo>
                  <a:cubicBezTo>
                    <a:pt x="140" y="133"/>
                    <a:pt x="136" y="137"/>
                    <a:pt x="137" y="143"/>
                  </a:cubicBezTo>
                  <a:cubicBezTo>
                    <a:pt x="141" y="170"/>
                    <a:pt x="141" y="170"/>
                    <a:pt x="141" y="170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3" y="175"/>
                    <a:pt x="125" y="172"/>
                    <a:pt x="120" y="165"/>
                  </a:cubicBezTo>
                  <a:cubicBezTo>
                    <a:pt x="115" y="159"/>
                    <a:pt x="115" y="154"/>
                    <a:pt x="115" y="149"/>
                  </a:cubicBezTo>
                  <a:cubicBezTo>
                    <a:pt x="116" y="142"/>
                    <a:pt x="116" y="135"/>
                    <a:pt x="106" y="128"/>
                  </a:cubicBezTo>
                  <a:cubicBezTo>
                    <a:pt x="103" y="126"/>
                    <a:pt x="100" y="124"/>
                    <a:pt x="97" y="123"/>
                  </a:cubicBezTo>
                  <a:cubicBezTo>
                    <a:pt x="89" y="118"/>
                    <a:pt x="85" y="116"/>
                    <a:pt x="83" y="102"/>
                  </a:cubicBezTo>
                  <a:cubicBezTo>
                    <a:pt x="82" y="93"/>
                    <a:pt x="81" y="84"/>
                    <a:pt x="82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4"/>
                    <a:pt x="83" y="64"/>
                    <a:pt x="83" y="64"/>
                  </a:cubicBezTo>
                  <a:cubicBezTo>
                    <a:pt x="85" y="64"/>
                    <a:pt x="85" y="64"/>
                    <a:pt x="85" y="64"/>
                  </a:cubicBezTo>
                  <a:cubicBezTo>
                    <a:pt x="89" y="64"/>
                    <a:pt x="92" y="61"/>
                    <a:pt x="92" y="57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1"/>
                    <a:pt x="89" y="18"/>
                    <a:pt x="85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7"/>
                    <a:pt x="80" y="17"/>
                    <a:pt x="80" y="16"/>
                  </a:cubicBezTo>
                  <a:cubicBezTo>
                    <a:pt x="80" y="16"/>
                    <a:pt x="80" y="15"/>
                    <a:pt x="80" y="15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6" y="15"/>
                    <a:pt x="90" y="11"/>
                    <a:pt x="90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9"/>
                    <a:pt x="85" y="12"/>
                    <a:pt x="81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0"/>
                    <a:pt x="77" y="9"/>
                    <a:pt x="76" y="9"/>
                  </a:cubicBezTo>
                  <a:cubicBezTo>
                    <a:pt x="74" y="9"/>
                    <a:pt x="73" y="10"/>
                    <a:pt x="72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2"/>
                    <a:pt x="3" y="9"/>
                    <a:pt x="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1"/>
                    <a:pt x="4" y="15"/>
                    <a:pt x="9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277"/>
                    <a:pt x="41" y="277"/>
                    <a:pt x="41" y="277"/>
                  </a:cubicBezTo>
                  <a:cubicBezTo>
                    <a:pt x="40" y="277"/>
                    <a:pt x="40" y="277"/>
                    <a:pt x="40" y="277"/>
                  </a:cubicBezTo>
                  <a:cubicBezTo>
                    <a:pt x="34" y="277"/>
                    <a:pt x="34" y="277"/>
                    <a:pt x="34" y="277"/>
                  </a:cubicBezTo>
                  <a:cubicBezTo>
                    <a:pt x="25" y="277"/>
                    <a:pt x="16" y="284"/>
                    <a:pt x="13" y="292"/>
                  </a:cubicBezTo>
                  <a:cubicBezTo>
                    <a:pt x="9" y="293"/>
                    <a:pt x="6" y="297"/>
                    <a:pt x="6" y="301"/>
                  </a:cubicBezTo>
                  <a:cubicBezTo>
                    <a:pt x="6" y="306"/>
                    <a:pt x="10" y="310"/>
                    <a:pt x="15" y="310"/>
                  </a:cubicBezTo>
                  <a:cubicBezTo>
                    <a:pt x="20" y="310"/>
                    <a:pt x="24" y="306"/>
                    <a:pt x="24" y="301"/>
                  </a:cubicBezTo>
                  <a:cubicBezTo>
                    <a:pt x="24" y="298"/>
                    <a:pt x="23" y="296"/>
                    <a:pt x="22" y="295"/>
                  </a:cubicBezTo>
                  <a:cubicBezTo>
                    <a:pt x="24" y="290"/>
                    <a:pt x="29" y="287"/>
                    <a:pt x="34" y="287"/>
                  </a:cubicBezTo>
                  <a:cubicBezTo>
                    <a:pt x="55" y="287"/>
                    <a:pt x="55" y="287"/>
                    <a:pt x="55" y="287"/>
                  </a:cubicBezTo>
                  <a:cubicBezTo>
                    <a:pt x="61" y="287"/>
                    <a:pt x="65" y="290"/>
                    <a:pt x="68" y="295"/>
                  </a:cubicBezTo>
                  <a:cubicBezTo>
                    <a:pt x="66" y="296"/>
                    <a:pt x="65" y="298"/>
                    <a:pt x="65" y="301"/>
                  </a:cubicBezTo>
                  <a:cubicBezTo>
                    <a:pt x="65" y="306"/>
                    <a:pt x="69" y="310"/>
                    <a:pt x="74" y="310"/>
                  </a:cubicBezTo>
                  <a:cubicBezTo>
                    <a:pt x="79" y="310"/>
                    <a:pt x="83" y="306"/>
                    <a:pt x="83" y="301"/>
                  </a:cubicBezTo>
                  <a:cubicBezTo>
                    <a:pt x="83" y="297"/>
                    <a:pt x="80" y="293"/>
                    <a:pt x="77" y="292"/>
                  </a:cubicBezTo>
                  <a:cubicBezTo>
                    <a:pt x="73" y="284"/>
                    <a:pt x="65" y="277"/>
                    <a:pt x="55" y="277"/>
                  </a:cubicBezTo>
                  <a:cubicBezTo>
                    <a:pt x="50" y="277"/>
                    <a:pt x="50" y="277"/>
                    <a:pt x="50" y="277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7"/>
                    <a:pt x="72" y="17"/>
                    <a:pt x="72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8"/>
                    <a:pt x="60" y="21"/>
                    <a:pt x="60" y="25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60" y="61"/>
                    <a:pt x="63" y="64"/>
                    <a:pt x="67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78" y="84"/>
                    <a:pt x="78" y="93"/>
                    <a:pt x="80" y="102"/>
                  </a:cubicBezTo>
                  <a:cubicBezTo>
                    <a:pt x="82" y="118"/>
                    <a:pt x="87" y="120"/>
                    <a:pt x="96" y="126"/>
                  </a:cubicBezTo>
                  <a:cubicBezTo>
                    <a:pt x="98" y="127"/>
                    <a:pt x="101" y="129"/>
                    <a:pt x="104" y="131"/>
                  </a:cubicBezTo>
                  <a:cubicBezTo>
                    <a:pt x="112" y="137"/>
                    <a:pt x="112" y="142"/>
                    <a:pt x="112" y="149"/>
                  </a:cubicBezTo>
                  <a:cubicBezTo>
                    <a:pt x="112" y="154"/>
                    <a:pt x="112" y="160"/>
                    <a:pt x="117" y="167"/>
                  </a:cubicBezTo>
                  <a:cubicBezTo>
                    <a:pt x="123" y="175"/>
                    <a:pt x="132" y="179"/>
                    <a:pt x="142" y="180"/>
                  </a:cubicBezTo>
                  <a:cubicBezTo>
                    <a:pt x="148" y="226"/>
                    <a:pt x="148" y="226"/>
                    <a:pt x="148" y="226"/>
                  </a:cubicBezTo>
                  <a:cubicBezTo>
                    <a:pt x="143" y="234"/>
                    <a:pt x="140" y="244"/>
                    <a:pt x="140" y="255"/>
                  </a:cubicBezTo>
                  <a:cubicBezTo>
                    <a:pt x="140" y="286"/>
                    <a:pt x="166" y="312"/>
                    <a:pt x="197" y="312"/>
                  </a:cubicBezTo>
                  <a:cubicBezTo>
                    <a:pt x="218" y="312"/>
                    <a:pt x="236" y="300"/>
                    <a:pt x="246" y="284"/>
                  </a:cubicBezTo>
                  <a:cubicBezTo>
                    <a:pt x="246" y="284"/>
                    <a:pt x="246" y="284"/>
                    <a:pt x="246" y="284"/>
                  </a:cubicBezTo>
                  <a:cubicBezTo>
                    <a:pt x="246" y="284"/>
                    <a:pt x="246" y="283"/>
                    <a:pt x="246" y="283"/>
                  </a:cubicBezTo>
                  <a:cubicBezTo>
                    <a:pt x="252" y="306"/>
                    <a:pt x="252" y="306"/>
                    <a:pt x="252" y="306"/>
                  </a:cubicBezTo>
                  <a:cubicBezTo>
                    <a:pt x="254" y="313"/>
                    <a:pt x="262" y="317"/>
                    <a:pt x="269" y="315"/>
                  </a:cubicBezTo>
                  <a:cubicBezTo>
                    <a:pt x="276" y="313"/>
                    <a:pt x="280" y="306"/>
                    <a:pt x="278" y="298"/>
                  </a:cubicBezTo>
                  <a:close/>
                  <a:moveTo>
                    <a:pt x="77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6"/>
                  </a:cubicBezTo>
                  <a:cubicBezTo>
                    <a:pt x="75" y="16"/>
                    <a:pt x="75" y="15"/>
                    <a:pt x="75" y="15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5"/>
                    <a:pt x="77" y="16"/>
                    <a:pt x="77" y="16"/>
                  </a:cubicBezTo>
                  <a:cubicBezTo>
                    <a:pt x="77" y="17"/>
                    <a:pt x="77" y="17"/>
                    <a:pt x="77" y="18"/>
                  </a:cubicBezTo>
                  <a:close/>
                  <a:moveTo>
                    <a:pt x="212" y="191"/>
                  </a:moveTo>
                  <a:cubicBezTo>
                    <a:pt x="218" y="197"/>
                    <a:pt x="225" y="201"/>
                    <a:pt x="232" y="205"/>
                  </a:cubicBezTo>
                  <a:cubicBezTo>
                    <a:pt x="212" y="205"/>
                    <a:pt x="212" y="205"/>
                    <a:pt x="212" y="205"/>
                  </a:cubicBezTo>
                  <a:lnTo>
                    <a:pt x="212" y="191"/>
                  </a:lnTo>
                  <a:close/>
                  <a:moveTo>
                    <a:pt x="164" y="182"/>
                  </a:moveTo>
                  <a:cubicBezTo>
                    <a:pt x="164" y="202"/>
                    <a:pt x="164" y="202"/>
                    <a:pt x="164" y="202"/>
                  </a:cubicBezTo>
                  <a:cubicBezTo>
                    <a:pt x="162" y="182"/>
                    <a:pt x="162" y="182"/>
                    <a:pt x="162" y="182"/>
                  </a:cubicBezTo>
                  <a:cubicBezTo>
                    <a:pt x="162" y="182"/>
                    <a:pt x="163" y="182"/>
                    <a:pt x="164" y="182"/>
                  </a:cubicBezTo>
                  <a:close/>
                  <a:moveTo>
                    <a:pt x="197" y="292"/>
                  </a:moveTo>
                  <a:cubicBezTo>
                    <a:pt x="177" y="292"/>
                    <a:pt x="160" y="275"/>
                    <a:pt x="160" y="255"/>
                  </a:cubicBezTo>
                  <a:cubicBezTo>
                    <a:pt x="160" y="250"/>
                    <a:pt x="161" y="246"/>
                    <a:pt x="162" y="241"/>
                  </a:cubicBezTo>
                  <a:cubicBezTo>
                    <a:pt x="163" y="241"/>
                    <a:pt x="164" y="242"/>
                    <a:pt x="164" y="242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4" y="246"/>
                    <a:pt x="235" y="250"/>
                    <a:pt x="235" y="255"/>
                  </a:cubicBezTo>
                  <a:cubicBezTo>
                    <a:pt x="235" y="275"/>
                    <a:pt x="218" y="292"/>
                    <a:pt x="197" y="292"/>
                  </a:cubicBezTo>
                  <a:close/>
                  <a:moveTo>
                    <a:pt x="197" y="292"/>
                  </a:moveTo>
                  <a:cubicBezTo>
                    <a:pt x="197" y="292"/>
                    <a:pt x="197" y="292"/>
                    <a:pt x="197" y="2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21" name="Freeform 5">
            <a:extLst>
              <a:ext uri="{FF2B5EF4-FFF2-40B4-BE49-F238E27FC236}">
                <a16:creationId xmlns:a16="http://schemas.microsoft.com/office/drawing/2014/main" id="{CC25C89F-358E-294B-94BE-5EC101892B9A}"/>
              </a:ext>
            </a:extLst>
          </p:cNvPr>
          <p:cNvSpPr>
            <a:spLocks noEditPoints="1"/>
          </p:cNvSpPr>
          <p:nvPr/>
        </p:nvSpPr>
        <p:spPr bwMode="auto">
          <a:xfrm>
            <a:off x="6646958" y="462299"/>
            <a:ext cx="354052" cy="339161"/>
          </a:xfrm>
          <a:custGeom>
            <a:avLst/>
            <a:gdLst/>
            <a:ahLst/>
            <a:cxnLst>
              <a:cxn ang="0">
                <a:pos x="457" y="10"/>
              </a:cxn>
              <a:cxn ang="0">
                <a:pos x="456" y="10"/>
              </a:cxn>
              <a:cxn ang="0">
                <a:pos x="430" y="1"/>
              </a:cxn>
              <a:cxn ang="0">
                <a:pos x="323" y="3"/>
              </a:cxn>
              <a:cxn ang="0">
                <a:pos x="293" y="34"/>
              </a:cxn>
              <a:cxn ang="0">
                <a:pos x="324" y="64"/>
              </a:cxn>
              <a:cxn ang="0">
                <a:pos x="360" y="63"/>
              </a:cxn>
              <a:cxn ang="0">
                <a:pos x="307" y="116"/>
              </a:cxn>
              <a:cxn ang="0">
                <a:pos x="200" y="80"/>
              </a:cxn>
              <a:cxn ang="0">
                <a:pos x="71" y="134"/>
              </a:cxn>
              <a:cxn ang="0">
                <a:pos x="71" y="391"/>
              </a:cxn>
              <a:cxn ang="0">
                <a:pos x="200" y="445"/>
              </a:cxn>
              <a:cxn ang="0">
                <a:pos x="329" y="391"/>
              </a:cxn>
              <a:cxn ang="0">
                <a:pos x="350" y="160"/>
              </a:cxn>
              <a:cxn ang="0">
                <a:pos x="405" y="105"/>
              </a:cxn>
              <a:cxn ang="0">
                <a:pos x="405" y="145"/>
              </a:cxn>
              <a:cxn ang="0">
                <a:pos x="436" y="175"/>
              </a:cxn>
              <a:cxn ang="0">
                <a:pos x="466" y="145"/>
              </a:cxn>
              <a:cxn ang="0">
                <a:pos x="466" y="32"/>
              </a:cxn>
              <a:cxn ang="0">
                <a:pos x="457" y="10"/>
              </a:cxn>
              <a:cxn ang="0">
                <a:pos x="285" y="348"/>
              </a:cxn>
              <a:cxn ang="0">
                <a:pos x="114" y="348"/>
              </a:cxn>
              <a:cxn ang="0">
                <a:pos x="114" y="177"/>
              </a:cxn>
              <a:cxn ang="0">
                <a:pos x="200" y="141"/>
              </a:cxn>
              <a:cxn ang="0">
                <a:pos x="285" y="177"/>
              </a:cxn>
              <a:cxn ang="0">
                <a:pos x="285" y="348"/>
              </a:cxn>
              <a:cxn ang="0">
                <a:pos x="285" y="348"/>
              </a:cxn>
              <a:cxn ang="0">
                <a:pos x="285" y="348"/>
              </a:cxn>
            </a:cxnLst>
            <a:rect l="0" t="0" r="r" b="b"/>
            <a:pathLst>
              <a:path w="466" h="445">
                <a:moveTo>
                  <a:pt x="457" y="10"/>
                </a:moveTo>
                <a:cubicBezTo>
                  <a:pt x="457" y="10"/>
                  <a:pt x="457" y="10"/>
                  <a:pt x="456" y="10"/>
                </a:cubicBezTo>
                <a:cubicBezTo>
                  <a:pt x="449" y="3"/>
                  <a:pt x="439" y="0"/>
                  <a:pt x="430" y="1"/>
                </a:cubicBezTo>
                <a:cubicBezTo>
                  <a:pt x="323" y="3"/>
                  <a:pt x="323" y="3"/>
                  <a:pt x="323" y="3"/>
                </a:cubicBezTo>
                <a:cubicBezTo>
                  <a:pt x="306" y="3"/>
                  <a:pt x="293" y="17"/>
                  <a:pt x="293" y="34"/>
                </a:cubicBezTo>
                <a:cubicBezTo>
                  <a:pt x="293" y="50"/>
                  <a:pt x="306" y="63"/>
                  <a:pt x="324" y="64"/>
                </a:cubicBezTo>
                <a:cubicBezTo>
                  <a:pt x="360" y="63"/>
                  <a:pt x="360" y="63"/>
                  <a:pt x="360" y="63"/>
                </a:cubicBezTo>
                <a:cubicBezTo>
                  <a:pt x="307" y="116"/>
                  <a:pt x="307" y="116"/>
                  <a:pt x="307" y="116"/>
                </a:cubicBezTo>
                <a:cubicBezTo>
                  <a:pt x="276" y="93"/>
                  <a:pt x="239" y="80"/>
                  <a:pt x="200" y="80"/>
                </a:cubicBezTo>
                <a:cubicBezTo>
                  <a:pt x="151" y="80"/>
                  <a:pt x="105" y="99"/>
                  <a:pt x="71" y="134"/>
                </a:cubicBezTo>
                <a:cubicBezTo>
                  <a:pt x="0" y="205"/>
                  <a:pt x="0" y="320"/>
                  <a:pt x="71" y="391"/>
                </a:cubicBezTo>
                <a:cubicBezTo>
                  <a:pt x="105" y="426"/>
                  <a:pt x="151" y="445"/>
                  <a:pt x="200" y="445"/>
                </a:cubicBezTo>
                <a:cubicBezTo>
                  <a:pt x="248" y="445"/>
                  <a:pt x="294" y="426"/>
                  <a:pt x="329" y="391"/>
                </a:cubicBezTo>
                <a:cubicBezTo>
                  <a:pt x="391" y="328"/>
                  <a:pt x="399" y="230"/>
                  <a:pt x="350" y="160"/>
                </a:cubicBezTo>
                <a:cubicBezTo>
                  <a:pt x="405" y="105"/>
                  <a:pt x="405" y="105"/>
                  <a:pt x="405" y="105"/>
                </a:cubicBezTo>
                <a:cubicBezTo>
                  <a:pt x="405" y="145"/>
                  <a:pt x="405" y="145"/>
                  <a:pt x="405" y="145"/>
                </a:cubicBezTo>
                <a:cubicBezTo>
                  <a:pt x="405" y="162"/>
                  <a:pt x="419" y="175"/>
                  <a:pt x="436" y="175"/>
                </a:cubicBezTo>
                <a:cubicBezTo>
                  <a:pt x="452" y="175"/>
                  <a:pt x="466" y="162"/>
                  <a:pt x="466" y="145"/>
                </a:cubicBezTo>
                <a:cubicBezTo>
                  <a:pt x="466" y="32"/>
                  <a:pt x="466" y="32"/>
                  <a:pt x="466" y="32"/>
                </a:cubicBezTo>
                <a:cubicBezTo>
                  <a:pt x="466" y="24"/>
                  <a:pt x="463" y="16"/>
                  <a:pt x="457" y="10"/>
                </a:cubicBezTo>
                <a:close/>
                <a:moveTo>
                  <a:pt x="285" y="348"/>
                </a:moveTo>
                <a:cubicBezTo>
                  <a:pt x="240" y="394"/>
                  <a:pt x="160" y="394"/>
                  <a:pt x="114" y="348"/>
                </a:cubicBezTo>
                <a:cubicBezTo>
                  <a:pt x="67" y="301"/>
                  <a:pt x="67" y="224"/>
                  <a:pt x="114" y="177"/>
                </a:cubicBezTo>
                <a:cubicBezTo>
                  <a:pt x="137" y="154"/>
                  <a:pt x="167" y="141"/>
                  <a:pt x="200" y="141"/>
                </a:cubicBezTo>
                <a:cubicBezTo>
                  <a:pt x="232" y="141"/>
                  <a:pt x="262" y="154"/>
                  <a:pt x="285" y="177"/>
                </a:cubicBezTo>
                <a:cubicBezTo>
                  <a:pt x="333" y="224"/>
                  <a:pt x="333" y="301"/>
                  <a:pt x="285" y="348"/>
                </a:cubicBezTo>
                <a:close/>
                <a:moveTo>
                  <a:pt x="285" y="348"/>
                </a:moveTo>
                <a:cubicBezTo>
                  <a:pt x="285" y="348"/>
                  <a:pt x="285" y="348"/>
                  <a:pt x="285" y="348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322" name="Freeform 6">
            <a:extLst>
              <a:ext uri="{FF2B5EF4-FFF2-40B4-BE49-F238E27FC236}">
                <a16:creationId xmlns:a16="http://schemas.microsoft.com/office/drawing/2014/main" id="{A2B7ECC2-F267-4C45-9803-0E39CAD3525E}"/>
              </a:ext>
            </a:extLst>
          </p:cNvPr>
          <p:cNvSpPr>
            <a:spLocks noEditPoints="1"/>
          </p:cNvSpPr>
          <p:nvPr/>
        </p:nvSpPr>
        <p:spPr bwMode="auto">
          <a:xfrm>
            <a:off x="7400235" y="387849"/>
            <a:ext cx="277119" cy="413611"/>
          </a:xfrm>
          <a:custGeom>
            <a:avLst/>
            <a:gdLst/>
            <a:ahLst/>
            <a:cxnLst>
              <a:cxn ang="0">
                <a:pos x="183" y="0"/>
              </a:cxn>
              <a:cxn ang="0">
                <a:pos x="0" y="183"/>
              </a:cxn>
              <a:cxn ang="0">
                <a:pos x="149" y="362"/>
              </a:cxn>
              <a:cxn ang="0">
                <a:pos x="149" y="417"/>
              </a:cxn>
              <a:cxn ang="0">
                <a:pos x="101" y="417"/>
              </a:cxn>
              <a:cxn ang="0">
                <a:pos x="71" y="447"/>
              </a:cxn>
              <a:cxn ang="0">
                <a:pos x="101" y="478"/>
              </a:cxn>
              <a:cxn ang="0">
                <a:pos x="149" y="478"/>
              </a:cxn>
              <a:cxn ang="0">
                <a:pos x="149" y="512"/>
              </a:cxn>
              <a:cxn ang="0">
                <a:pos x="180" y="543"/>
              </a:cxn>
              <a:cxn ang="0">
                <a:pos x="210" y="512"/>
              </a:cxn>
              <a:cxn ang="0">
                <a:pos x="210" y="478"/>
              </a:cxn>
              <a:cxn ang="0">
                <a:pos x="260" y="478"/>
              </a:cxn>
              <a:cxn ang="0">
                <a:pos x="291" y="447"/>
              </a:cxn>
              <a:cxn ang="0">
                <a:pos x="260" y="417"/>
              </a:cxn>
              <a:cxn ang="0">
                <a:pos x="210" y="417"/>
              </a:cxn>
              <a:cxn ang="0">
                <a:pos x="210" y="363"/>
              </a:cxn>
              <a:cxn ang="0">
                <a:pos x="365" y="183"/>
              </a:cxn>
              <a:cxn ang="0">
                <a:pos x="183" y="0"/>
              </a:cxn>
              <a:cxn ang="0">
                <a:pos x="183" y="304"/>
              </a:cxn>
              <a:cxn ang="0">
                <a:pos x="62" y="183"/>
              </a:cxn>
              <a:cxn ang="0">
                <a:pos x="183" y="61"/>
              </a:cxn>
              <a:cxn ang="0">
                <a:pos x="304" y="183"/>
              </a:cxn>
              <a:cxn ang="0">
                <a:pos x="183" y="304"/>
              </a:cxn>
              <a:cxn ang="0">
                <a:pos x="183" y="304"/>
              </a:cxn>
              <a:cxn ang="0">
                <a:pos x="183" y="304"/>
              </a:cxn>
            </a:cxnLst>
            <a:rect l="0" t="0" r="r" b="b"/>
            <a:pathLst>
              <a:path w="365" h="543">
                <a:moveTo>
                  <a:pt x="183" y="0"/>
                </a:moveTo>
                <a:cubicBezTo>
                  <a:pt x="82" y="0"/>
                  <a:pt x="0" y="82"/>
                  <a:pt x="0" y="183"/>
                </a:cubicBezTo>
                <a:cubicBezTo>
                  <a:pt x="0" y="272"/>
                  <a:pt x="65" y="346"/>
                  <a:pt x="149" y="362"/>
                </a:cubicBezTo>
                <a:cubicBezTo>
                  <a:pt x="149" y="417"/>
                  <a:pt x="149" y="417"/>
                  <a:pt x="149" y="417"/>
                </a:cubicBezTo>
                <a:cubicBezTo>
                  <a:pt x="101" y="417"/>
                  <a:pt x="101" y="417"/>
                  <a:pt x="101" y="417"/>
                </a:cubicBezTo>
                <a:cubicBezTo>
                  <a:pt x="84" y="417"/>
                  <a:pt x="71" y="431"/>
                  <a:pt x="71" y="447"/>
                </a:cubicBezTo>
                <a:cubicBezTo>
                  <a:pt x="71" y="464"/>
                  <a:pt x="84" y="478"/>
                  <a:pt x="101" y="478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49" y="512"/>
                  <a:pt x="149" y="512"/>
                  <a:pt x="149" y="512"/>
                </a:cubicBezTo>
                <a:cubicBezTo>
                  <a:pt x="149" y="529"/>
                  <a:pt x="163" y="543"/>
                  <a:pt x="180" y="543"/>
                </a:cubicBezTo>
                <a:cubicBezTo>
                  <a:pt x="197" y="543"/>
                  <a:pt x="210" y="529"/>
                  <a:pt x="210" y="512"/>
                </a:cubicBezTo>
                <a:cubicBezTo>
                  <a:pt x="210" y="478"/>
                  <a:pt x="210" y="478"/>
                  <a:pt x="210" y="478"/>
                </a:cubicBezTo>
                <a:cubicBezTo>
                  <a:pt x="260" y="478"/>
                  <a:pt x="260" y="478"/>
                  <a:pt x="260" y="478"/>
                </a:cubicBezTo>
                <a:cubicBezTo>
                  <a:pt x="277" y="478"/>
                  <a:pt x="291" y="464"/>
                  <a:pt x="291" y="447"/>
                </a:cubicBezTo>
                <a:cubicBezTo>
                  <a:pt x="291" y="430"/>
                  <a:pt x="277" y="417"/>
                  <a:pt x="260" y="417"/>
                </a:cubicBezTo>
                <a:cubicBezTo>
                  <a:pt x="210" y="417"/>
                  <a:pt x="210" y="417"/>
                  <a:pt x="210" y="417"/>
                </a:cubicBezTo>
                <a:cubicBezTo>
                  <a:pt x="210" y="363"/>
                  <a:pt x="210" y="363"/>
                  <a:pt x="210" y="363"/>
                </a:cubicBezTo>
                <a:cubicBezTo>
                  <a:pt x="298" y="349"/>
                  <a:pt x="365" y="274"/>
                  <a:pt x="365" y="183"/>
                </a:cubicBezTo>
                <a:cubicBezTo>
                  <a:pt x="365" y="82"/>
                  <a:pt x="283" y="0"/>
                  <a:pt x="183" y="0"/>
                </a:cubicBezTo>
                <a:close/>
                <a:moveTo>
                  <a:pt x="183" y="304"/>
                </a:moveTo>
                <a:cubicBezTo>
                  <a:pt x="116" y="304"/>
                  <a:pt x="62" y="249"/>
                  <a:pt x="62" y="183"/>
                </a:cubicBezTo>
                <a:cubicBezTo>
                  <a:pt x="62" y="116"/>
                  <a:pt x="116" y="61"/>
                  <a:pt x="183" y="61"/>
                </a:cubicBezTo>
                <a:cubicBezTo>
                  <a:pt x="250" y="61"/>
                  <a:pt x="304" y="116"/>
                  <a:pt x="304" y="183"/>
                </a:cubicBezTo>
                <a:cubicBezTo>
                  <a:pt x="304" y="249"/>
                  <a:pt x="250" y="304"/>
                  <a:pt x="183" y="304"/>
                </a:cubicBezTo>
                <a:close/>
                <a:moveTo>
                  <a:pt x="183" y="304"/>
                </a:moveTo>
                <a:cubicBezTo>
                  <a:pt x="183" y="304"/>
                  <a:pt x="183" y="304"/>
                  <a:pt x="183" y="304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24" name="Group 144">
            <a:extLst>
              <a:ext uri="{FF2B5EF4-FFF2-40B4-BE49-F238E27FC236}">
                <a16:creationId xmlns:a16="http://schemas.microsoft.com/office/drawing/2014/main" id="{CE2019D0-1944-6648-9BB7-D600BFC362AE}"/>
              </a:ext>
            </a:extLst>
          </p:cNvPr>
          <p:cNvGrpSpPr/>
          <p:nvPr/>
        </p:nvGrpSpPr>
        <p:grpSpPr>
          <a:xfrm>
            <a:off x="2400161" y="3848476"/>
            <a:ext cx="328984" cy="790477"/>
            <a:chOff x="7380288" y="2552700"/>
            <a:chExt cx="457200" cy="1098550"/>
          </a:xfrm>
          <a:solidFill>
            <a:schemeClr val="bg1"/>
          </a:solidFill>
        </p:grpSpPr>
        <p:sp>
          <p:nvSpPr>
            <p:cNvPr id="325" name="Freeform 75">
              <a:extLst>
                <a:ext uri="{FF2B5EF4-FFF2-40B4-BE49-F238E27FC236}">
                  <a16:creationId xmlns:a16="http://schemas.microsoft.com/office/drawing/2014/main" id="{22ABA7A8-36C7-5141-BD0A-BC455A5F48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0288" y="2790825"/>
              <a:ext cx="457200" cy="860425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14" y="0"/>
                </a:cxn>
                <a:cxn ang="0">
                  <a:pos x="0" y="14"/>
                </a:cxn>
                <a:cxn ang="0">
                  <a:pos x="14" y="29"/>
                </a:cxn>
                <a:cxn ang="0">
                  <a:pos x="25" y="29"/>
                </a:cxn>
                <a:cxn ang="0">
                  <a:pos x="25" y="243"/>
                </a:cxn>
                <a:cxn ang="0">
                  <a:pos x="79" y="297"/>
                </a:cxn>
                <a:cxn ang="0">
                  <a:pos x="133" y="243"/>
                </a:cxn>
                <a:cxn ang="0">
                  <a:pos x="133" y="29"/>
                </a:cxn>
                <a:cxn ang="0">
                  <a:pos x="143" y="29"/>
                </a:cxn>
                <a:cxn ang="0">
                  <a:pos x="158" y="14"/>
                </a:cxn>
                <a:cxn ang="0">
                  <a:pos x="143" y="0"/>
                </a:cxn>
                <a:cxn ang="0">
                  <a:pos x="102" y="29"/>
                </a:cxn>
                <a:cxn ang="0">
                  <a:pos x="102" y="165"/>
                </a:cxn>
                <a:cxn ang="0">
                  <a:pos x="56" y="165"/>
                </a:cxn>
                <a:cxn ang="0">
                  <a:pos x="56" y="29"/>
                </a:cxn>
                <a:cxn ang="0">
                  <a:pos x="102" y="29"/>
                </a:cxn>
                <a:cxn ang="0">
                  <a:pos x="102" y="29"/>
                </a:cxn>
                <a:cxn ang="0">
                  <a:pos x="102" y="29"/>
                </a:cxn>
              </a:cxnLst>
              <a:rect l="0" t="0" r="r" b="b"/>
              <a:pathLst>
                <a:path w="158" h="297">
                  <a:moveTo>
                    <a:pt x="14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73"/>
                    <a:pt x="49" y="297"/>
                    <a:pt x="79" y="297"/>
                  </a:cubicBezTo>
                  <a:cubicBezTo>
                    <a:pt x="108" y="297"/>
                    <a:pt x="133" y="273"/>
                    <a:pt x="133" y="243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52" y="29"/>
                    <a:pt x="158" y="23"/>
                    <a:pt x="158" y="14"/>
                  </a:cubicBezTo>
                  <a:cubicBezTo>
                    <a:pt x="158" y="6"/>
                    <a:pt x="152" y="0"/>
                    <a:pt x="143" y="0"/>
                  </a:cubicBezTo>
                  <a:close/>
                  <a:moveTo>
                    <a:pt x="102" y="29"/>
                  </a:moveTo>
                  <a:cubicBezTo>
                    <a:pt x="102" y="165"/>
                    <a:pt x="102" y="165"/>
                    <a:pt x="102" y="165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6" y="29"/>
                    <a:pt x="56" y="29"/>
                    <a:pt x="56" y="29"/>
                  </a:cubicBezTo>
                  <a:lnTo>
                    <a:pt x="102" y="29"/>
                  </a:lnTo>
                  <a:close/>
                  <a:moveTo>
                    <a:pt x="102" y="29"/>
                  </a:moveTo>
                  <a:cubicBezTo>
                    <a:pt x="102" y="29"/>
                    <a:pt x="102" y="29"/>
                    <a:pt x="102" y="2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6" name="Freeform 76">
              <a:extLst>
                <a:ext uri="{FF2B5EF4-FFF2-40B4-BE49-F238E27FC236}">
                  <a16:creationId xmlns:a16="http://schemas.microsoft.com/office/drawing/2014/main" id="{4D3ECF09-4DCF-9345-BCEB-8DA200AB38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7288" y="2552700"/>
              <a:ext cx="101600" cy="98425"/>
            </a:xfrm>
            <a:custGeom>
              <a:avLst/>
              <a:gdLst/>
              <a:ahLst/>
              <a:cxnLst>
                <a:cxn ang="0">
                  <a:pos x="35" y="17"/>
                </a:cxn>
                <a:cxn ang="0">
                  <a:pos x="18" y="34"/>
                </a:cxn>
                <a:cxn ang="0">
                  <a:pos x="0" y="17"/>
                </a:cxn>
                <a:cxn ang="0">
                  <a:pos x="18" y="0"/>
                </a:cxn>
                <a:cxn ang="0">
                  <a:pos x="35" y="17"/>
                </a:cxn>
                <a:cxn ang="0">
                  <a:pos x="35" y="17"/>
                </a:cxn>
                <a:cxn ang="0">
                  <a:pos x="35" y="17"/>
                </a:cxn>
              </a:cxnLst>
              <a:rect l="0" t="0" r="r" b="b"/>
              <a:pathLst>
                <a:path w="35" h="34">
                  <a:moveTo>
                    <a:pt x="35" y="17"/>
                  </a:moveTo>
                  <a:cubicBezTo>
                    <a:pt x="35" y="26"/>
                    <a:pt x="27" y="34"/>
                    <a:pt x="18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lose/>
                  <a:moveTo>
                    <a:pt x="35" y="17"/>
                  </a:moveTo>
                  <a:cubicBezTo>
                    <a:pt x="35" y="17"/>
                    <a:pt x="35" y="17"/>
                    <a:pt x="35" y="1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7" name="Freeform 77">
              <a:extLst>
                <a:ext uri="{FF2B5EF4-FFF2-40B4-BE49-F238E27FC236}">
                  <a16:creationId xmlns:a16="http://schemas.microsoft.com/office/drawing/2014/main" id="{DF1F50A5-63E7-8644-A2C5-B58613F481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100" y="2671763"/>
              <a:ext cx="57150" cy="57150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5" y="20"/>
                    <a:pt x="0" y="15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8" name="Freeform 78">
              <a:extLst>
                <a:ext uri="{FF2B5EF4-FFF2-40B4-BE49-F238E27FC236}">
                  <a16:creationId xmlns:a16="http://schemas.microsoft.com/office/drawing/2014/main" id="{284EFA74-FC82-C745-8B1C-8AAE2BFC6B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8250" y="3111500"/>
              <a:ext cx="57150" cy="58738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20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5"/>
                    <a:pt x="15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  <a:moveTo>
                    <a:pt x="20" y="10"/>
                  </a:moveTo>
                  <a:cubicBezTo>
                    <a:pt x="20" y="10"/>
                    <a:pt x="20" y="10"/>
                    <a:pt x="20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29" name="Freeform 79">
              <a:extLst>
                <a:ext uri="{FF2B5EF4-FFF2-40B4-BE49-F238E27FC236}">
                  <a16:creationId xmlns:a16="http://schemas.microsoft.com/office/drawing/2014/main" id="{8DEF5692-5202-FA46-829A-37853739F4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81900" y="2689225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0" name="Freeform 80">
              <a:extLst>
                <a:ext uri="{FF2B5EF4-FFF2-40B4-BE49-F238E27FC236}">
                  <a16:creationId xmlns:a16="http://schemas.microsoft.com/office/drawing/2014/main" id="{C9717870-75DB-6C47-B953-4395F667CA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4438" y="3201988"/>
              <a:ext cx="34925" cy="3492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10"/>
                    <a:pt x="9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lose/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31" name="Group 20">
            <a:extLst>
              <a:ext uri="{FF2B5EF4-FFF2-40B4-BE49-F238E27FC236}">
                <a16:creationId xmlns:a16="http://schemas.microsoft.com/office/drawing/2014/main" id="{06529B3F-E117-C74C-BE0F-2F8A7419D51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72725" y="3967900"/>
            <a:ext cx="448525" cy="700136"/>
            <a:chOff x="3578" y="2075"/>
            <a:chExt cx="451" cy="704"/>
          </a:xfrm>
          <a:solidFill>
            <a:schemeClr val="bg1"/>
          </a:solidFill>
        </p:grpSpPr>
        <p:sp>
          <p:nvSpPr>
            <p:cNvPr id="332" name="Freeform 21">
              <a:extLst>
                <a:ext uri="{FF2B5EF4-FFF2-40B4-BE49-F238E27FC236}">
                  <a16:creationId xmlns:a16="http://schemas.microsoft.com/office/drawing/2014/main" id="{84F470EE-DD54-A940-86B9-150820263C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2075"/>
              <a:ext cx="451" cy="704"/>
            </a:xfrm>
            <a:custGeom>
              <a:avLst/>
              <a:gdLst/>
              <a:ahLst/>
              <a:cxnLst>
                <a:cxn ang="0">
                  <a:pos x="137" y="117"/>
                </a:cxn>
                <a:cxn ang="0">
                  <a:pos x="137" y="64"/>
                </a:cxn>
                <a:cxn ang="0">
                  <a:pos x="147" y="50"/>
                </a:cxn>
                <a:cxn ang="0">
                  <a:pos x="147" y="15"/>
                </a:cxn>
                <a:cxn ang="0">
                  <a:pos x="132" y="0"/>
                </a:cxn>
                <a:cxn ang="0">
                  <a:pos x="56" y="0"/>
                </a:cxn>
                <a:cxn ang="0">
                  <a:pos x="41" y="15"/>
                </a:cxn>
                <a:cxn ang="0">
                  <a:pos x="41" y="50"/>
                </a:cxn>
                <a:cxn ang="0">
                  <a:pos x="52" y="64"/>
                </a:cxn>
                <a:cxn ang="0">
                  <a:pos x="52" y="117"/>
                </a:cxn>
                <a:cxn ang="0">
                  <a:pos x="0" y="201"/>
                </a:cxn>
                <a:cxn ang="0">
                  <a:pos x="94" y="295"/>
                </a:cxn>
                <a:cxn ang="0">
                  <a:pos x="188" y="201"/>
                </a:cxn>
                <a:cxn ang="0">
                  <a:pos x="137" y="117"/>
                </a:cxn>
                <a:cxn ang="0">
                  <a:pos x="15" y="201"/>
                </a:cxn>
                <a:cxn ang="0">
                  <a:pos x="66" y="126"/>
                </a:cxn>
                <a:cxn ang="0">
                  <a:pos x="66" y="50"/>
                </a:cxn>
                <a:cxn ang="0">
                  <a:pos x="56" y="50"/>
                </a:cxn>
                <a:cxn ang="0">
                  <a:pos x="56" y="15"/>
                </a:cxn>
                <a:cxn ang="0">
                  <a:pos x="132" y="15"/>
                </a:cxn>
                <a:cxn ang="0">
                  <a:pos x="132" y="50"/>
                </a:cxn>
                <a:cxn ang="0">
                  <a:pos x="122" y="50"/>
                </a:cxn>
                <a:cxn ang="0">
                  <a:pos x="122" y="126"/>
                </a:cxn>
                <a:cxn ang="0">
                  <a:pos x="174" y="201"/>
                </a:cxn>
                <a:cxn ang="0">
                  <a:pos x="15" y="201"/>
                </a:cxn>
                <a:cxn ang="0">
                  <a:pos x="15" y="201"/>
                </a:cxn>
                <a:cxn ang="0">
                  <a:pos x="15" y="201"/>
                </a:cxn>
              </a:cxnLst>
              <a:rect l="0" t="0" r="r" b="b"/>
              <a:pathLst>
                <a:path w="188" h="295">
                  <a:moveTo>
                    <a:pt x="137" y="117"/>
                  </a:moveTo>
                  <a:cubicBezTo>
                    <a:pt x="137" y="64"/>
                    <a:pt x="137" y="64"/>
                    <a:pt x="137" y="64"/>
                  </a:cubicBezTo>
                  <a:cubicBezTo>
                    <a:pt x="143" y="62"/>
                    <a:pt x="147" y="56"/>
                    <a:pt x="147" y="50"/>
                  </a:cubicBezTo>
                  <a:cubicBezTo>
                    <a:pt x="147" y="15"/>
                    <a:pt x="147" y="15"/>
                    <a:pt x="147" y="15"/>
                  </a:cubicBezTo>
                  <a:cubicBezTo>
                    <a:pt x="147" y="7"/>
                    <a:pt x="140" y="0"/>
                    <a:pt x="13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41" y="7"/>
                    <a:pt x="41" y="15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6"/>
                    <a:pt x="46" y="62"/>
                    <a:pt x="52" y="64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20" y="133"/>
                    <a:pt x="0" y="165"/>
                    <a:pt x="0" y="201"/>
                  </a:cubicBezTo>
                  <a:cubicBezTo>
                    <a:pt x="0" y="253"/>
                    <a:pt x="42" y="295"/>
                    <a:pt x="94" y="295"/>
                  </a:cubicBezTo>
                  <a:cubicBezTo>
                    <a:pt x="146" y="295"/>
                    <a:pt x="188" y="253"/>
                    <a:pt x="188" y="201"/>
                  </a:cubicBezTo>
                  <a:cubicBezTo>
                    <a:pt x="188" y="165"/>
                    <a:pt x="168" y="133"/>
                    <a:pt x="137" y="117"/>
                  </a:cubicBezTo>
                  <a:close/>
                  <a:moveTo>
                    <a:pt x="15" y="201"/>
                  </a:moveTo>
                  <a:cubicBezTo>
                    <a:pt x="15" y="167"/>
                    <a:pt x="36" y="138"/>
                    <a:pt x="66" y="12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132" y="15"/>
                    <a:pt x="132" y="15"/>
                    <a:pt x="132" y="15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126"/>
                    <a:pt x="122" y="126"/>
                    <a:pt x="122" y="126"/>
                  </a:cubicBezTo>
                  <a:cubicBezTo>
                    <a:pt x="152" y="138"/>
                    <a:pt x="174" y="167"/>
                    <a:pt x="174" y="201"/>
                  </a:cubicBezTo>
                  <a:lnTo>
                    <a:pt x="15" y="201"/>
                  </a:lnTo>
                  <a:close/>
                  <a:moveTo>
                    <a:pt x="15" y="201"/>
                  </a:moveTo>
                  <a:cubicBezTo>
                    <a:pt x="15" y="201"/>
                    <a:pt x="15" y="201"/>
                    <a:pt x="15" y="20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3" name="Freeform 22">
              <a:extLst>
                <a:ext uri="{FF2B5EF4-FFF2-40B4-BE49-F238E27FC236}">
                  <a16:creationId xmlns:a16="http://schemas.microsoft.com/office/drawing/2014/main" id="{5932085E-688C-9C48-BDD6-ED48316321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304"/>
              <a:ext cx="53" cy="55"/>
            </a:xfrm>
            <a:custGeom>
              <a:avLst/>
              <a:gdLst/>
              <a:ahLst/>
              <a:cxnLst>
                <a:cxn ang="0">
                  <a:pos x="22" y="12"/>
                </a:cxn>
                <a:cxn ang="0">
                  <a:pos x="11" y="23"/>
                </a:cxn>
                <a:cxn ang="0">
                  <a:pos x="0" y="12"/>
                </a:cxn>
                <a:cxn ang="0">
                  <a:pos x="11" y="0"/>
                </a:cxn>
                <a:cxn ang="0">
                  <a:pos x="22" y="12"/>
                </a:cxn>
                <a:cxn ang="0">
                  <a:pos x="22" y="12"/>
                </a:cxn>
                <a:cxn ang="0">
                  <a:pos x="22" y="12"/>
                </a:cxn>
              </a:cxnLst>
              <a:rect l="0" t="0" r="r" b="b"/>
              <a:pathLst>
                <a:path w="22" h="23">
                  <a:moveTo>
                    <a:pt x="22" y="12"/>
                  </a:moveTo>
                  <a:cubicBezTo>
                    <a:pt x="22" y="18"/>
                    <a:pt x="17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2" y="5"/>
                    <a:pt x="22" y="12"/>
                  </a:cubicBezTo>
                  <a:close/>
                  <a:moveTo>
                    <a:pt x="22" y="12"/>
                  </a:moveTo>
                  <a:cubicBezTo>
                    <a:pt x="22" y="12"/>
                    <a:pt x="22" y="12"/>
                    <a:pt x="22" y="1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4" name="Freeform 23">
              <a:extLst>
                <a:ext uri="{FF2B5EF4-FFF2-40B4-BE49-F238E27FC236}">
                  <a16:creationId xmlns:a16="http://schemas.microsoft.com/office/drawing/2014/main" id="{77E1D88B-AA90-D541-9EF4-B955C7BB00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1" y="2416"/>
              <a:ext cx="91" cy="93"/>
            </a:xfrm>
            <a:custGeom>
              <a:avLst/>
              <a:gdLst/>
              <a:ahLst/>
              <a:cxnLst>
                <a:cxn ang="0">
                  <a:pos x="38" y="20"/>
                </a:cxn>
                <a:cxn ang="0">
                  <a:pos x="19" y="39"/>
                </a:cxn>
                <a:cxn ang="0">
                  <a:pos x="0" y="20"/>
                </a:cxn>
                <a:cxn ang="0">
                  <a:pos x="19" y="0"/>
                </a:cxn>
                <a:cxn ang="0">
                  <a:pos x="38" y="20"/>
                </a:cxn>
                <a:cxn ang="0">
                  <a:pos x="38" y="20"/>
                </a:cxn>
                <a:cxn ang="0">
                  <a:pos x="38" y="20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cubicBezTo>
                    <a:pt x="38" y="30"/>
                    <a:pt x="30" y="39"/>
                    <a:pt x="19" y="39"/>
                  </a:cubicBezTo>
                  <a:cubicBezTo>
                    <a:pt x="8" y="39"/>
                    <a:pt x="0" y="3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30" y="0"/>
                    <a:pt x="38" y="9"/>
                    <a:pt x="38" y="20"/>
                  </a:cubicBezTo>
                  <a:close/>
                  <a:moveTo>
                    <a:pt x="38" y="20"/>
                  </a:moveTo>
                  <a:cubicBezTo>
                    <a:pt x="38" y="20"/>
                    <a:pt x="38" y="20"/>
                    <a:pt x="38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35" name="Group 26">
            <a:extLst>
              <a:ext uri="{FF2B5EF4-FFF2-40B4-BE49-F238E27FC236}">
                <a16:creationId xmlns:a16="http://schemas.microsoft.com/office/drawing/2014/main" id="{4CB08ABD-897C-3040-BDCE-BCA9F430FF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4066" y="3998272"/>
            <a:ext cx="537036" cy="646432"/>
            <a:chOff x="2916" y="2090"/>
            <a:chExt cx="540" cy="650"/>
          </a:xfrm>
          <a:solidFill>
            <a:schemeClr val="bg1"/>
          </a:solidFill>
        </p:grpSpPr>
        <p:sp>
          <p:nvSpPr>
            <p:cNvPr id="336" name="Freeform 27">
              <a:extLst>
                <a:ext uri="{FF2B5EF4-FFF2-40B4-BE49-F238E27FC236}">
                  <a16:creationId xmlns:a16="http://schemas.microsoft.com/office/drawing/2014/main" id="{F9B48D4A-C49D-4742-B810-7C8A122029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6" y="2090"/>
              <a:ext cx="540" cy="650"/>
            </a:xfrm>
            <a:custGeom>
              <a:avLst/>
              <a:gdLst/>
              <a:ahLst/>
              <a:cxnLst>
                <a:cxn ang="0">
                  <a:pos x="59" y="50"/>
                </a:cxn>
                <a:cxn ang="0">
                  <a:pos x="59" y="10"/>
                </a:cxn>
                <a:cxn ang="0">
                  <a:pos x="51" y="10"/>
                </a:cxn>
                <a:cxn ang="0">
                  <a:pos x="53" y="0"/>
                </a:cxn>
                <a:cxn ang="0">
                  <a:pos x="29" y="0"/>
                </a:cxn>
                <a:cxn ang="0">
                  <a:pos x="30" y="10"/>
                </a:cxn>
                <a:cxn ang="0">
                  <a:pos x="22" y="10"/>
                </a:cxn>
                <a:cxn ang="0">
                  <a:pos x="22" y="50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23" y="102"/>
                </a:cxn>
                <a:cxn ang="0">
                  <a:pos x="61" y="102"/>
                </a:cxn>
                <a:cxn ang="0">
                  <a:pos x="76" y="100"/>
                </a:cxn>
                <a:cxn ang="0">
                  <a:pos x="84" y="86"/>
                </a:cxn>
                <a:cxn ang="0">
                  <a:pos x="84" y="85"/>
                </a:cxn>
                <a:cxn ang="0">
                  <a:pos x="59" y="50"/>
                </a:cxn>
                <a:cxn ang="0">
                  <a:pos x="77" y="86"/>
                </a:cxn>
                <a:cxn ang="0">
                  <a:pos x="73" y="93"/>
                </a:cxn>
                <a:cxn ang="0">
                  <a:pos x="61" y="95"/>
                </a:cxn>
                <a:cxn ang="0">
                  <a:pos x="24" y="95"/>
                </a:cxn>
                <a:cxn ang="0">
                  <a:pos x="7" y="86"/>
                </a:cxn>
                <a:cxn ang="0">
                  <a:pos x="7" y="85"/>
                </a:cxn>
                <a:cxn ang="0">
                  <a:pos x="28" y="55"/>
                </a:cxn>
                <a:cxn ang="0">
                  <a:pos x="29" y="54"/>
                </a:cxn>
                <a:cxn ang="0">
                  <a:pos x="29" y="18"/>
                </a:cxn>
                <a:cxn ang="0">
                  <a:pos x="31" y="18"/>
                </a:cxn>
                <a:cxn ang="0">
                  <a:pos x="32" y="21"/>
                </a:cxn>
                <a:cxn ang="0">
                  <a:pos x="49" y="21"/>
                </a:cxn>
                <a:cxn ang="0">
                  <a:pos x="49" y="18"/>
                </a:cxn>
                <a:cxn ang="0">
                  <a:pos x="51" y="18"/>
                </a:cxn>
                <a:cxn ang="0">
                  <a:pos x="51" y="54"/>
                </a:cxn>
                <a:cxn ang="0">
                  <a:pos x="53" y="55"/>
                </a:cxn>
                <a:cxn ang="0">
                  <a:pos x="77" y="85"/>
                </a:cxn>
                <a:cxn ang="0">
                  <a:pos x="77" y="86"/>
                </a:cxn>
                <a:cxn ang="0">
                  <a:pos x="77" y="86"/>
                </a:cxn>
                <a:cxn ang="0">
                  <a:pos x="77" y="86"/>
                </a:cxn>
              </a:cxnLst>
              <a:rect l="0" t="0" r="r" b="b"/>
              <a:pathLst>
                <a:path w="84" h="102">
                  <a:moveTo>
                    <a:pt x="59" y="50"/>
                  </a:moveTo>
                  <a:cubicBezTo>
                    <a:pt x="59" y="10"/>
                    <a:pt x="59" y="10"/>
                    <a:pt x="59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4" y="57"/>
                    <a:pt x="0" y="73"/>
                    <a:pt x="0" y="8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102"/>
                    <a:pt x="14" y="102"/>
                    <a:pt x="23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7" y="102"/>
                    <a:pt x="72" y="102"/>
                    <a:pt x="76" y="100"/>
                  </a:cubicBezTo>
                  <a:cubicBezTo>
                    <a:pt x="82" y="98"/>
                    <a:pt x="84" y="93"/>
                    <a:pt x="84" y="86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4" y="74"/>
                    <a:pt x="75" y="61"/>
                    <a:pt x="59" y="50"/>
                  </a:cubicBezTo>
                  <a:close/>
                  <a:moveTo>
                    <a:pt x="77" y="86"/>
                  </a:moveTo>
                  <a:cubicBezTo>
                    <a:pt x="77" y="91"/>
                    <a:pt x="75" y="92"/>
                    <a:pt x="73" y="93"/>
                  </a:cubicBezTo>
                  <a:cubicBezTo>
                    <a:pt x="71" y="94"/>
                    <a:pt x="66" y="95"/>
                    <a:pt x="61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5"/>
                    <a:pt x="7" y="93"/>
                    <a:pt x="7" y="86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76"/>
                    <a:pt x="20" y="61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67" y="65"/>
                    <a:pt x="77" y="77"/>
                    <a:pt x="77" y="85"/>
                  </a:cubicBezTo>
                  <a:lnTo>
                    <a:pt x="77" y="86"/>
                  </a:lnTo>
                  <a:close/>
                  <a:moveTo>
                    <a:pt x="77" y="86"/>
                  </a:moveTo>
                  <a:cubicBezTo>
                    <a:pt x="77" y="86"/>
                    <a:pt x="77" y="86"/>
                    <a:pt x="77" y="8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7" name="Freeform 28">
              <a:extLst>
                <a:ext uri="{FF2B5EF4-FFF2-40B4-BE49-F238E27FC236}">
                  <a16:creationId xmlns:a16="http://schemas.microsoft.com/office/drawing/2014/main" id="{1A494F45-4FAF-2C4B-A184-E5CF9C9826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" y="2460"/>
              <a:ext cx="431" cy="197"/>
            </a:xfrm>
            <a:custGeom>
              <a:avLst/>
              <a:gdLst/>
              <a:ahLst/>
              <a:cxnLst>
                <a:cxn ang="0">
                  <a:pos x="41" y="0"/>
                </a:cxn>
                <a:cxn ang="0">
                  <a:pos x="23" y="0"/>
                </a:cxn>
                <a:cxn ang="0">
                  <a:pos x="6" y="28"/>
                </a:cxn>
                <a:cxn ang="0">
                  <a:pos x="14" y="31"/>
                </a:cxn>
                <a:cxn ang="0">
                  <a:pos x="59" y="31"/>
                </a:cxn>
                <a:cxn ang="0">
                  <a:pos x="64" y="24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0" t="0" r="r" b="b"/>
              <a:pathLst>
                <a:path w="67" h="31">
                  <a:moveTo>
                    <a:pt x="41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0" y="17"/>
                    <a:pt x="6" y="28"/>
                  </a:cubicBezTo>
                  <a:cubicBezTo>
                    <a:pt x="6" y="28"/>
                    <a:pt x="8" y="31"/>
                    <a:pt x="14" y="31"/>
                  </a:cubicBezTo>
                  <a:cubicBezTo>
                    <a:pt x="19" y="31"/>
                    <a:pt x="59" y="31"/>
                    <a:pt x="59" y="31"/>
                  </a:cubicBezTo>
                  <a:cubicBezTo>
                    <a:pt x="59" y="31"/>
                    <a:pt x="67" y="31"/>
                    <a:pt x="64" y="24"/>
                  </a:cubicBezTo>
                  <a:cubicBezTo>
                    <a:pt x="62" y="21"/>
                    <a:pt x="55" y="5"/>
                    <a:pt x="41" y="0"/>
                  </a:cubicBez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8" name="Freeform 29">
              <a:extLst>
                <a:ext uri="{FF2B5EF4-FFF2-40B4-BE49-F238E27FC236}">
                  <a16:creationId xmlns:a16="http://schemas.microsoft.com/office/drawing/2014/main" id="{EDBB1738-60FD-8449-A53B-26039E15CD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0" y="2370"/>
              <a:ext cx="32" cy="3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39" name="Freeform 30">
              <a:extLst>
                <a:ext uri="{FF2B5EF4-FFF2-40B4-BE49-F238E27FC236}">
                  <a16:creationId xmlns:a16="http://schemas.microsoft.com/office/drawing/2014/main" id="{25232B9C-BE24-194F-BED6-30131008BE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" y="2294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2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0" name="Freeform 31">
              <a:extLst>
                <a:ext uri="{FF2B5EF4-FFF2-40B4-BE49-F238E27FC236}">
                  <a16:creationId xmlns:a16="http://schemas.microsoft.com/office/drawing/2014/main" id="{A4A149D9-9A8A-BE48-BC7A-13A0F165A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7" y="2243"/>
              <a:ext cx="32" cy="32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lose/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41" name="Freeform 30">
            <a:extLst>
              <a:ext uri="{FF2B5EF4-FFF2-40B4-BE49-F238E27FC236}">
                <a16:creationId xmlns:a16="http://schemas.microsoft.com/office/drawing/2014/main" id="{D987A74C-2CAA-A641-B158-D0C7BB200A3C}"/>
              </a:ext>
            </a:extLst>
          </p:cNvPr>
          <p:cNvSpPr>
            <a:spLocks/>
          </p:cNvSpPr>
          <p:nvPr/>
        </p:nvSpPr>
        <p:spPr bwMode="auto">
          <a:xfrm>
            <a:off x="2922366" y="3959356"/>
            <a:ext cx="1145198" cy="707461"/>
          </a:xfrm>
          <a:custGeom>
            <a:avLst/>
            <a:gdLst/>
            <a:ahLst/>
            <a:cxnLst>
              <a:cxn ang="0">
                <a:pos x="153" y="248"/>
              </a:cxn>
              <a:cxn ang="0">
                <a:pos x="153" y="248"/>
              </a:cxn>
              <a:cxn ang="0">
                <a:pos x="148" y="244"/>
              </a:cxn>
              <a:cxn ang="0">
                <a:pos x="139" y="61"/>
              </a:cxn>
              <a:cxn ang="0">
                <a:pos x="130" y="146"/>
              </a:cxn>
              <a:cxn ang="0">
                <a:pos x="125" y="150"/>
              </a:cxn>
              <a:cxn ang="0">
                <a:pos x="4" y="150"/>
              </a:cxn>
              <a:cxn ang="0">
                <a:pos x="0" y="145"/>
              </a:cxn>
              <a:cxn ang="0">
                <a:pos x="4" y="141"/>
              </a:cxn>
              <a:cxn ang="0">
                <a:pos x="121" y="141"/>
              </a:cxn>
              <a:cxn ang="0">
                <a:pos x="136" y="4"/>
              </a:cxn>
              <a:cxn ang="0">
                <a:pos x="141" y="0"/>
              </a:cxn>
              <a:cxn ang="0">
                <a:pos x="145" y="5"/>
              </a:cxn>
              <a:cxn ang="0">
                <a:pos x="155" y="198"/>
              </a:cxn>
              <a:cxn ang="0">
                <a:pos x="168" y="114"/>
              </a:cxn>
              <a:cxn ang="0">
                <a:pos x="172" y="110"/>
              </a:cxn>
              <a:cxn ang="0">
                <a:pos x="176" y="113"/>
              </a:cxn>
              <a:cxn ang="0">
                <a:pos x="188" y="160"/>
              </a:cxn>
              <a:cxn ang="0">
                <a:pos x="200" y="48"/>
              </a:cxn>
              <a:cxn ang="0">
                <a:pos x="204" y="44"/>
              </a:cxn>
              <a:cxn ang="0">
                <a:pos x="209" y="47"/>
              </a:cxn>
              <a:cxn ang="0">
                <a:pos x="225" y="155"/>
              </a:cxn>
              <a:cxn ang="0">
                <a:pos x="241" y="95"/>
              </a:cxn>
              <a:cxn ang="0">
                <a:pos x="246" y="91"/>
              </a:cxn>
              <a:cxn ang="0">
                <a:pos x="250" y="95"/>
              </a:cxn>
              <a:cxn ang="0">
                <a:pos x="255" y="153"/>
              </a:cxn>
              <a:cxn ang="0">
                <a:pos x="263" y="77"/>
              </a:cxn>
              <a:cxn ang="0">
                <a:pos x="267" y="73"/>
              </a:cxn>
              <a:cxn ang="0">
                <a:pos x="272" y="77"/>
              </a:cxn>
              <a:cxn ang="0">
                <a:pos x="285" y="145"/>
              </a:cxn>
              <a:cxn ang="0">
                <a:pos x="397" y="145"/>
              </a:cxn>
              <a:cxn ang="0">
                <a:pos x="402" y="149"/>
              </a:cxn>
              <a:cxn ang="0">
                <a:pos x="397" y="154"/>
              </a:cxn>
              <a:cxn ang="0">
                <a:pos x="282" y="154"/>
              </a:cxn>
              <a:cxn ang="0">
                <a:pos x="277" y="150"/>
              </a:cxn>
              <a:cxn ang="0">
                <a:pos x="269" y="107"/>
              </a:cxn>
              <a:cxn ang="0">
                <a:pos x="259" y="198"/>
              </a:cxn>
              <a:cxn ang="0">
                <a:pos x="254" y="202"/>
              </a:cxn>
              <a:cxn ang="0">
                <a:pos x="254" y="202"/>
              </a:cxn>
              <a:cxn ang="0">
                <a:pos x="250" y="198"/>
              </a:cxn>
              <a:cxn ang="0">
                <a:pos x="243" y="122"/>
              </a:cxn>
              <a:cxn ang="0">
                <a:pos x="228" y="179"/>
              </a:cxn>
              <a:cxn ang="0">
                <a:pos x="224" y="182"/>
              </a:cxn>
              <a:cxn ang="0">
                <a:pos x="219" y="178"/>
              </a:cxn>
              <a:cxn ang="0">
                <a:pos x="205" y="84"/>
              </a:cxn>
              <a:cxn ang="0">
                <a:pos x="194" y="187"/>
              </a:cxn>
              <a:cxn ang="0">
                <a:pos x="190" y="191"/>
              </a:cxn>
              <a:cxn ang="0">
                <a:pos x="185" y="187"/>
              </a:cxn>
              <a:cxn ang="0">
                <a:pos x="173" y="137"/>
              </a:cxn>
              <a:cxn ang="0">
                <a:pos x="157" y="244"/>
              </a:cxn>
              <a:cxn ang="0">
                <a:pos x="153" y="248"/>
              </a:cxn>
            </a:cxnLst>
            <a:rect l="0" t="0" r="r" b="b"/>
            <a:pathLst>
              <a:path w="402" h="248">
                <a:moveTo>
                  <a:pt x="153" y="248"/>
                </a:moveTo>
                <a:cubicBezTo>
                  <a:pt x="153" y="248"/>
                  <a:pt x="153" y="248"/>
                  <a:pt x="153" y="248"/>
                </a:cubicBezTo>
                <a:cubicBezTo>
                  <a:pt x="150" y="248"/>
                  <a:pt x="149" y="246"/>
                  <a:pt x="148" y="244"/>
                </a:cubicBezTo>
                <a:cubicBezTo>
                  <a:pt x="139" y="61"/>
                  <a:pt x="139" y="61"/>
                  <a:pt x="139" y="61"/>
                </a:cubicBezTo>
                <a:cubicBezTo>
                  <a:pt x="130" y="146"/>
                  <a:pt x="130" y="146"/>
                  <a:pt x="130" y="146"/>
                </a:cubicBezTo>
                <a:cubicBezTo>
                  <a:pt x="130" y="148"/>
                  <a:pt x="128" y="150"/>
                  <a:pt x="125" y="150"/>
                </a:cubicBezTo>
                <a:cubicBezTo>
                  <a:pt x="4" y="150"/>
                  <a:pt x="4" y="150"/>
                  <a:pt x="4" y="150"/>
                </a:cubicBezTo>
                <a:cubicBezTo>
                  <a:pt x="2" y="150"/>
                  <a:pt x="0" y="148"/>
                  <a:pt x="0" y="145"/>
                </a:cubicBezTo>
                <a:cubicBezTo>
                  <a:pt x="0" y="143"/>
                  <a:pt x="2" y="141"/>
                  <a:pt x="4" y="141"/>
                </a:cubicBezTo>
                <a:cubicBezTo>
                  <a:pt x="121" y="141"/>
                  <a:pt x="121" y="141"/>
                  <a:pt x="121" y="141"/>
                </a:cubicBezTo>
                <a:cubicBezTo>
                  <a:pt x="136" y="4"/>
                  <a:pt x="136" y="4"/>
                  <a:pt x="136" y="4"/>
                </a:cubicBezTo>
                <a:cubicBezTo>
                  <a:pt x="137" y="2"/>
                  <a:pt x="139" y="0"/>
                  <a:pt x="141" y="0"/>
                </a:cubicBezTo>
                <a:cubicBezTo>
                  <a:pt x="143" y="1"/>
                  <a:pt x="145" y="2"/>
                  <a:pt x="145" y="5"/>
                </a:cubicBezTo>
                <a:cubicBezTo>
                  <a:pt x="155" y="198"/>
                  <a:pt x="155" y="198"/>
                  <a:pt x="155" y="198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68" y="111"/>
                  <a:pt x="170" y="110"/>
                  <a:pt x="172" y="110"/>
                </a:cubicBezTo>
                <a:cubicBezTo>
                  <a:pt x="174" y="110"/>
                  <a:pt x="176" y="111"/>
                  <a:pt x="176" y="113"/>
                </a:cubicBezTo>
                <a:cubicBezTo>
                  <a:pt x="188" y="160"/>
                  <a:pt x="188" y="160"/>
                  <a:pt x="188" y="160"/>
                </a:cubicBezTo>
                <a:cubicBezTo>
                  <a:pt x="200" y="48"/>
                  <a:pt x="200" y="48"/>
                  <a:pt x="200" y="48"/>
                </a:cubicBezTo>
                <a:cubicBezTo>
                  <a:pt x="200" y="45"/>
                  <a:pt x="202" y="44"/>
                  <a:pt x="204" y="44"/>
                </a:cubicBezTo>
                <a:cubicBezTo>
                  <a:pt x="206" y="44"/>
                  <a:pt x="208" y="45"/>
                  <a:pt x="209" y="47"/>
                </a:cubicBezTo>
                <a:cubicBezTo>
                  <a:pt x="225" y="155"/>
                  <a:pt x="225" y="155"/>
                  <a:pt x="225" y="155"/>
                </a:cubicBezTo>
                <a:cubicBezTo>
                  <a:pt x="241" y="95"/>
                  <a:pt x="241" y="95"/>
                  <a:pt x="241" y="95"/>
                </a:cubicBezTo>
                <a:cubicBezTo>
                  <a:pt x="241" y="93"/>
                  <a:pt x="243" y="91"/>
                  <a:pt x="246" y="91"/>
                </a:cubicBezTo>
                <a:cubicBezTo>
                  <a:pt x="248" y="91"/>
                  <a:pt x="249" y="93"/>
                  <a:pt x="250" y="95"/>
                </a:cubicBezTo>
                <a:cubicBezTo>
                  <a:pt x="255" y="153"/>
                  <a:pt x="255" y="153"/>
                  <a:pt x="255" y="153"/>
                </a:cubicBezTo>
                <a:cubicBezTo>
                  <a:pt x="263" y="77"/>
                  <a:pt x="263" y="77"/>
                  <a:pt x="263" y="77"/>
                </a:cubicBezTo>
                <a:cubicBezTo>
                  <a:pt x="263" y="75"/>
                  <a:pt x="265" y="73"/>
                  <a:pt x="267" y="73"/>
                </a:cubicBezTo>
                <a:cubicBezTo>
                  <a:pt x="270" y="73"/>
                  <a:pt x="271" y="75"/>
                  <a:pt x="272" y="77"/>
                </a:cubicBezTo>
                <a:cubicBezTo>
                  <a:pt x="285" y="145"/>
                  <a:pt x="285" y="145"/>
                  <a:pt x="285" y="145"/>
                </a:cubicBezTo>
                <a:cubicBezTo>
                  <a:pt x="397" y="145"/>
                  <a:pt x="397" y="145"/>
                  <a:pt x="397" y="145"/>
                </a:cubicBezTo>
                <a:cubicBezTo>
                  <a:pt x="400" y="145"/>
                  <a:pt x="402" y="147"/>
                  <a:pt x="402" y="149"/>
                </a:cubicBezTo>
                <a:cubicBezTo>
                  <a:pt x="402" y="152"/>
                  <a:pt x="400" y="154"/>
                  <a:pt x="397" y="154"/>
                </a:cubicBezTo>
                <a:cubicBezTo>
                  <a:pt x="282" y="154"/>
                  <a:pt x="282" y="154"/>
                  <a:pt x="282" y="154"/>
                </a:cubicBezTo>
                <a:cubicBezTo>
                  <a:pt x="280" y="154"/>
                  <a:pt x="278" y="152"/>
                  <a:pt x="277" y="150"/>
                </a:cubicBezTo>
                <a:cubicBezTo>
                  <a:pt x="269" y="107"/>
                  <a:pt x="269" y="107"/>
                  <a:pt x="269" y="107"/>
                </a:cubicBezTo>
                <a:cubicBezTo>
                  <a:pt x="259" y="198"/>
                  <a:pt x="259" y="198"/>
                  <a:pt x="259" y="198"/>
                </a:cubicBezTo>
                <a:cubicBezTo>
                  <a:pt x="258" y="201"/>
                  <a:pt x="257" y="202"/>
                  <a:pt x="254" y="202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52" y="202"/>
                  <a:pt x="250" y="201"/>
                  <a:pt x="250" y="198"/>
                </a:cubicBezTo>
                <a:cubicBezTo>
                  <a:pt x="243" y="122"/>
                  <a:pt x="243" y="122"/>
                  <a:pt x="243" y="122"/>
                </a:cubicBezTo>
                <a:cubicBezTo>
                  <a:pt x="228" y="179"/>
                  <a:pt x="228" y="179"/>
                  <a:pt x="228" y="179"/>
                </a:cubicBezTo>
                <a:cubicBezTo>
                  <a:pt x="228" y="181"/>
                  <a:pt x="226" y="182"/>
                  <a:pt x="224" y="182"/>
                </a:cubicBezTo>
                <a:cubicBezTo>
                  <a:pt x="221" y="182"/>
                  <a:pt x="220" y="180"/>
                  <a:pt x="219" y="178"/>
                </a:cubicBezTo>
                <a:cubicBezTo>
                  <a:pt x="205" y="84"/>
                  <a:pt x="205" y="84"/>
                  <a:pt x="205" y="84"/>
                </a:cubicBezTo>
                <a:cubicBezTo>
                  <a:pt x="194" y="187"/>
                  <a:pt x="194" y="187"/>
                  <a:pt x="194" y="187"/>
                </a:cubicBezTo>
                <a:cubicBezTo>
                  <a:pt x="194" y="189"/>
                  <a:pt x="192" y="191"/>
                  <a:pt x="190" y="191"/>
                </a:cubicBezTo>
                <a:cubicBezTo>
                  <a:pt x="188" y="191"/>
                  <a:pt x="186" y="190"/>
                  <a:pt x="185" y="187"/>
                </a:cubicBezTo>
                <a:cubicBezTo>
                  <a:pt x="173" y="137"/>
                  <a:pt x="173" y="137"/>
                  <a:pt x="173" y="137"/>
                </a:cubicBezTo>
                <a:cubicBezTo>
                  <a:pt x="157" y="244"/>
                  <a:pt x="157" y="244"/>
                  <a:pt x="157" y="244"/>
                </a:cubicBezTo>
                <a:cubicBezTo>
                  <a:pt x="157" y="246"/>
                  <a:pt x="155" y="248"/>
                  <a:pt x="153" y="248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42" name="Group 47">
            <a:extLst>
              <a:ext uri="{FF2B5EF4-FFF2-40B4-BE49-F238E27FC236}">
                <a16:creationId xmlns:a16="http://schemas.microsoft.com/office/drawing/2014/main" id="{DCB1C3C5-DCD9-344E-8850-7A7C7825B7CD}"/>
              </a:ext>
            </a:extLst>
          </p:cNvPr>
          <p:cNvGrpSpPr/>
          <p:nvPr/>
        </p:nvGrpSpPr>
        <p:grpSpPr>
          <a:xfrm>
            <a:off x="8101581" y="3959356"/>
            <a:ext cx="666831" cy="780825"/>
            <a:chOff x="1116013" y="1550988"/>
            <a:chExt cx="1606550" cy="1881187"/>
          </a:xfrm>
          <a:solidFill>
            <a:schemeClr val="bg1"/>
          </a:solidFill>
        </p:grpSpPr>
        <p:sp>
          <p:nvSpPr>
            <p:cNvPr id="343" name="Freeform 5">
              <a:extLst>
                <a:ext uri="{FF2B5EF4-FFF2-40B4-BE49-F238E27FC236}">
                  <a16:creationId xmlns:a16="http://schemas.microsoft.com/office/drawing/2014/main" id="{B8D3D6EE-ABDA-8740-84D2-EEB36EC9DD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0713" y="1714500"/>
              <a:ext cx="176213" cy="233362"/>
            </a:xfrm>
            <a:custGeom>
              <a:avLst/>
              <a:gdLst/>
              <a:ahLst/>
              <a:cxnLst>
                <a:cxn ang="0">
                  <a:pos x="4" y="35"/>
                </a:cxn>
                <a:cxn ang="0">
                  <a:pos x="14" y="33"/>
                </a:cxn>
                <a:cxn ang="0">
                  <a:pos x="15" y="27"/>
                </a:cxn>
                <a:cxn ang="0">
                  <a:pos x="28" y="0"/>
                </a:cxn>
                <a:cxn ang="0">
                  <a:pos x="7" y="22"/>
                </a:cxn>
                <a:cxn ang="0">
                  <a:pos x="2" y="25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4" y="35"/>
                </a:cxn>
              </a:cxnLst>
              <a:rect l="0" t="0" r="r" b="b"/>
              <a:pathLst>
                <a:path w="28" h="37">
                  <a:moveTo>
                    <a:pt x="4" y="35"/>
                  </a:moveTo>
                  <a:cubicBezTo>
                    <a:pt x="7" y="37"/>
                    <a:pt x="11" y="36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5" y="22"/>
                    <a:pt x="3" y="23"/>
                    <a:pt x="2" y="25"/>
                  </a:cubicBezTo>
                  <a:cubicBezTo>
                    <a:pt x="0" y="28"/>
                    <a:pt x="0" y="33"/>
                    <a:pt x="4" y="35"/>
                  </a:cubicBezTo>
                  <a:close/>
                  <a:moveTo>
                    <a:pt x="4" y="35"/>
                  </a:moveTo>
                  <a:cubicBezTo>
                    <a:pt x="4" y="35"/>
                    <a:pt x="4" y="35"/>
                    <a:pt x="4" y="3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4" name="Freeform 6">
              <a:extLst>
                <a:ext uri="{FF2B5EF4-FFF2-40B4-BE49-F238E27FC236}">
                  <a16:creationId xmlns:a16="http://schemas.microsoft.com/office/drawing/2014/main" id="{D3BC8711-9AA9-DD4F-A513-E2F08B269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013" y="1550988"/>
              <a:ext cx="1606550" cy="1881187"/>
            </a:xfrm>
            <a:custGeom>
              <a:avLst/>
              <a:gdLst/>
              <a:ahLst/>
              <a:cxnLst>
                <a:cxn ang="0">
                  <a:pos x="69" y="210"/>
                </a:cxn>
                <a:cxn ang="0">
                  <a:pos x="208" y="210"/>
                </a:cxn>
                <a:cxn ang="0">
                  <a:pos x="255" y="163"/>
                </a:cxn>
                <a:cxn ang="0">
                  <a:pos x="208" y="115"/>
                </a:cxn>
                <a:cxn ang="0">
                  <a:pos x="195" y="115"/>
                </a:cxn>
                <a:cxn ang="0">
                  <a:pos x="195" y="69"/>
                </a:cxn>
                <a:cxn ang="0">
                  <a:pos x="183" y="54"/>
                </a:cxn>
                <a:cxn ang="0">
                  <a:pos x="183" y="53"/>
                </a:cxn>
                <a:cxn ang="0">
                  <a:pos x="131" y="0"/>
                </a:cxn>
                <a:cxn ang="0">
                  <a:pos x="78" y="53"/>
                </a:cxn>
                <a:cxn ang="0">
                  <a:pos x="16" y="53"/>
                </a:cxn>
                <a:cxn ang="0">
                  <a:pos x="0" y="69"/>
                </a:cxn>
                <a:cxn ang="0">
                  <a:pos x="0" y="152"/>
                </a:cxn>
                <a:cxn ang="0">
                  <a:pos x="16" y="168"/>
                </a:cxn>
                <a:cxn ang="0">
                  <a:pos x="179" y="168"/>
                </a:cxn>
                <a:cxn ang="0">
                  <a:pos x="195" y="152"/>
                </a:cxn>
                <a:cxn ang="0">
                  <a:pos x="195" y="137"/>
                </a:cxn>
                <a:cxn ang="0">
                  <a:pos x="208" y="137"/>
                </a:cxn>
                <a:cxn ang="0">
                  <a:pos x="233" y="163"/>
                </a:cxn>
                <a:cxn ang="0">
                  <a:pos x="208" y="188"/>
                </a:cxn>
                <a:cxn ang="0">
                  <a:pos x="69" y="188"/>
                </a:cxn>
                <a:cxn ang="0">
                  <a:pos x="21" y="236"/>
                </a:cxn>
                <a:cxn ang="0">
                  <a:pos x="69" y="283"/>
                </a:cxn>
                <a:cxn ang="0">
                  <a:pos x="148" y="283"/>
                </a:cxn>
                <a:cxn ang="0">
                  <a:pos x="172" y="299"/>
                </a:cxn>
                <a:cxn ang="0">
                  <a:pos x="191" y="299"/>
                </a:cxn>
                <a:cxn ang="0">
                  <a:pos x="219" y="271"/>
                </a:cxn>
                <a:cxn ang="0">
                  <a:pos x="191" y="244"/>
                </a:cxn>
                <a:cxn ang="0">
                  <a:pos x="172" y="244"/>
                </a:cxn>
                <a:cxn ang="0">
                  <a:pos x="147" y="261"/>
                </a:cxn>
                <a:cxn ang="0">
                  <a:pos x="69" y="261"/>
                </a:cxn>
                <a:cxn ang="0">
                  <a:pos x="44" y="236"/>
                </a:cxn>
                <a:cxn ang="0">
                  <a:pos x="69" y="210"/>
                </a:cxn>
                <a:cxn ang="0">
                  <a:pos x="131" y="16"/>
                </a:cxn>
                <a:cxn ang="0">
                  <a:pos x="169" y="54"/>
                </a:cxn>
                <a:cxn ang="0">
                  <a:pos x="131" y="93"/>
                </a:cxn>
                <a:cxn ang="0">
                  <a:pos x="92" y="54"/>
                </a:cxn>
                <a:cxn ang="0">
                  <a:pos x="131" y="16"/>
                </a:cxn>
                <a:cxn ang="0">
                  <a:pos x="131" y="16"/>
                </a:cxn>
                <a:cxn ang="0">
                  <a:pos x="131" y="16"/>
                </a:cxn>
              </a:cxnLst>
              <a:rect l="0" t="0" r="r" b="b"/>
              <a:pathLst>
                <a:path w="255" h="299">
                  <a:moveTo>
                    <a:pt x="69" y="210"/>
                  </a:moveTo>
                  <a:cubicBezTo>
                    <a:pt x="208" y="210"/>
                    <a:pt x="208" y="210"/>
                    <a:pt x="208" y="210"/>
                  </a:cubicBezTo>
                  <a:cubicBezTo>
                    <a:pt x="234" y="210"/>
                    <a:pt x="255" y="189"/>
                    <a:pt x="255" y="163"/>
                  </a:cubicBezTo>
                  <a:cubicBezTo>
                    <a:pt x="255" y="136"/>
                    <a:pt x="234" y="115"/>
                    <a:pt x="208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5" y="62"/>
                    <a:pt x="190" y="56"/>
                    <a:pt x="183" y="54"/>
                  </a:cubicBezTo>
                  <a:cubicBezTo>
                    <a:pt x="183" y="53"/>
                    <a:pt x="183" y="53"/>
                    <a:pt x="183" y="53"/>
                  </a:cubicBezTo>
                  <a:cubicBezTo>
                    <a:pt x="183" y="24"/>
                    <a:pt x="160" y="0"/>
                    <a:pt x="131" y="0"/>
                  </a:cubicBezTo>
                  <a:cubicBezTo>
                    <a:pt x="101" y="0"/>
                    <a:pt x="78" y="24"/>
                    <a:pt x="78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7" y="53"/>
                    <a:pt x="0" y="60"/>
                    <a:pt x="0" y="69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61"/>
                    <a:pt x="7" y="168"/>
                    <a:pt x="16" y="168"/>
                  </a:cubicBezTo>
                  <a:cubicBezTo>
                    <a:pt x="179" y="168"/>
                    <a:pt x="179" y="168"/>
                    <a:pt x="179" y="168"/>
                  </a:cubicBezTo>
                  <a:cubicBezTo>
                    <a:pt x="188" y="168"/>
                    <a:pt x="195" y="161"/>
                    <a:pt x="195" y="152"/>
                  </a:cubicBezTo>
                  <a:cubicBezTo>
                    <a:pt x="195" y="137"/>
                    <a:pt x="195" y="137"/>
                    <a:pt x="195" y="137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22" y="137"/>
                    <a:pt x="233" y="149"/>
                    <a:pt x="233" y="163"/>
                  </a:cubicBezTo>
                  <a:cubicBezTo>
                    <a:pt x="233" y="177"/>
                    <a:pt x="222" y="188"/>
                    <a:pt x="20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43" y="188"/>
                    <a:pt x="21" y="209"/>
                    <a:pt x="21" y="236"/>
                  </a:cubicBezTo>
                  <a:cubicBezTo>
                    <a:pt x="21" y="262"/>
                    <a:pt x="43" y="283"/>
                    <a:pt x="69" y="283"/>
                  </a:cubicBezTo>
                  <a:cubicBezTo>
                    <a:pt x="148" y="283"/>
                    <a:pt x="148" y="283"/>
                    <a:pt x="148" y="283"/>
                  </a:cubicBezTo>
                  <a:cubicBezTo>
                    <a:pt x="152" y="292"/>
                    <a:pt x="161" y="299"/>
                    <a:pt x="172" y="299"/>
                  </a:cubicBezTo>
                  <a:cubicBezTo>
                    <a:pt x="191" y="299"/>
                    <a:pt x="191" y="299"/>
                    <a:pt x="191" y="299"/>
                  </a:cubicBezTo>
                  <a:cubicBezTo>
                    <a:pt x="206" y="299"/>
                    <a:pt x="219" y="286"/>
                    <a:pt x="219" y="271"/>
                  </a:cubicBezTo>
                  <a:cubicBezTo>
                    <a:pt x="219" y="256"/>
                    <a:pt x="206" y="244"/>
                    <a:pt x="191" y="244"/>
                  </a:cubicBezTo>
                  <a:cubicBezTo>
                    <a:pt x="172" y="244"/>
                    <a:pt x="172" y="244"/>
                    <a:pt x="172" y="244"/>
                  </a:cubicBezTo>
                  <a:cubicBezTo>
                    <a:pt x="161" y="244"/>
                    <a:pt x="151" y="251"/>
                    <a:pt x="147" y="261"/>
                  </a:cubicBezTo>
                  <a:cubicBezTo>
                    <a:pt x="69" y="261"/>
                    <a:pt x="69" y="261"/>
                    <a:pt x="69" y="261"/>
                  </a:cubicBezTo>
                  <a:cubicBezTo>
                    <a:pt x="55" y="261"/>
                    <a:pt x="44" y="250"/>
                    <a:pt x="44" y="236"/>
                  </a:cubicBezTo>
                  <a:cubicBezTo>
                    <a:pt x="44" y="222"/>
                    <a:pt x="55" y="210"/>
                    <a:pt x="69" y="210"/>
                  </a:cubicBezTo>
                  <a:close/>
                  <a:moveTo>
                    <a:pt x="131" y="16"/>
                  </a:moveTo>
                  <a:cubicBezTo>
                    <a:pt x="152" y="16"/>
                    <a:pt x="169" y="33"/>
                    <a:pt x="169" y="54"/>
                  </a:cubicBezTo>
                  <a:cubicBezTo>
                    <a:pt x="169" y="76"/>
                    <a:pt x="152" y="93"/>
                    <a:pt x="131" y="93"/>
                  </a:cubicBezTo>
                  <a:cubicBezTo>
                    <a:pt x="109" y="93"/>
                    <a:pt x="92" y="76"/>
                    <a:pt x="92" y="54"/>
                  </a:cubicBezTo>
                  <a:cubicBezTo>
                    <a:pt x="92" y="33"/>
                    <a:pt x="109" y="16"/>
                    <a:pt x="131" y="16"/>
                  </a:cubicBezTo>
                  <a:close/>
                  <a:moveTo>
                    <a:pt x="131" y="16"/>
                  </a:moveTo>
                  <a:cubicBezTo>
                    <a:pt x="131" y="16"/>
                    <a:pt x="131" y="16"/>
                    <a:pt x="131" y="1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45" name="Group 24">
            <a:extLst>
              <a:ext uri="{FF2B5EF4-FFF2-40B4-BE49-F238E27FC236}">
                <a16:creationId xmlns:a16="http://schemas.microsoft.com/office/drawing/2014/main" id="{D4997B74-393E-544C-BD72-4E71A3EE495B}"/>
              </a:ext>
            </a:extLst>
          </p:cNvPr>
          <p:cNvGrpSpPr/>
          <p:nvPr/>
        </p:nvGrpSpPr>
        <p:grpSpPr>
          <a:xfrm>
            <a:off x="9095943" y="4017038"/>
            <a:ext cx="603167" cy="603167"/>
            <a:chOff x="3998913" y="1998663"/>
            <a:chExt cx="1149350" cy="1149350"/>
          </a:xfrm>
          <a:solidFill>
            <a:schemeClr val="bg1"/>
          </a:solidFill>
        </p:grpSpPr>
        <p:sp>
          <p:nvSpPr>
            <p:cNvPr id="346" name="Rectangle 10">
              <a:extLst>
                <a:ext uri="{FF2B5EF4-FFF2-40B4-BE49-F238E27FC236}">
                  <a16:creationId xmlns:a16="http://schemas.microsoft.com/office/drawing/2014/main" id="{E14D219C-2531-CE47-AB1B-060B93020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2584451"/>
              <a:ext cx="117475" cy="1111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7" name="Freeform 11">
              <a:extLst>
                <a:ext uri="{FF2B5EF4-FFF2-40B4-BE49-F238E27FC236}">
                  <a16:creationId xmlns:a16="http://schemas.microsoft.com/office/drawing/2014/main" id="{EA8C1207-2231-1B49-AFA3-4D2F897F2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5988" y="2266951"/>
              <a:ext cx="131763" cy="300038"/>
            </a:xfrm>
            <a:custGeom>
              <a:avLst/>
              <a:gdLst/>
              <a:ahLst/>
              <a:cxnLst>
                <a:cxn ang="0">
                  <a:pos x="23" y="36"/>
                </a:cxn>
                <a:cxn ang="0">
                  <a:pos x="22" y="8"/>
                </a:cxn>
                <a:cxn ang="0">
                  <a:pos x="18" y="4"/>
                </a:cxn>
                <a:cxn ang="0">
                  <a:pos x="14" y="0"/>
                </a:cxn>
                <a:cxn ang="0">
                  <a:pos x="13" y="43"/>
                </a:cxn>
                <a:cxn ang="0">
                  <a:pos x="14" y="71"/>
                </a:cxn>
                <a:cxn ang="0">
                  <a:pos x="22" y="79"/>
                </a:cxn>
                <a:cxn ang="0">
                  <a:pos x="23" y="36"/>
                </a:cxn>
                <a:cxn ang="0">
                  <a:pos x="23" y="36"/>
                </a:cxn>
                <a:cxn ang="0">
                  <a:pos x="23" y="36"/>
                </a:cxn>
              </a:cxnLst>
              <a:rect l="0" t="0" r="r" b="b"/>
              <a:pathLst>
                <a:path w="35" h="79">
                  <a:moveTo>
                    <a:pt x="23" y="36"/>
                  </a:moveTo>
                  <a:cubicBezTo>
                    <a:pt x="12" y="19"/>
                    <a:pt x="21" y="9"/>
                    <a:pt x="22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6"/>
                    <a:pt x="0" y="22"/>
                    <a:pt x="13" y="43"/>
                  </a:cubicBezTo>
                  <a:cubicBezTo>
                    <a:pt x="24" y="60"/>
                    <a:pt x="15" y="70"/>
                    <a:pt x="14" y="7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8" y="73"/>
                    <a:pt x="35" y="57"/>
                    <a:pt x="23" y="36"/>
                  </a:cubicBezTo>
                  <a:close/>
                  <a:moveTo>
                    <a:pt x="23" y="36"/>
                  </a:moveTo>
                  <a:cubicBezTo>
                    <a:pt x="23" y="36"/>
                    <a:pt x="23" y="36"/>
                    <a:pt x="23" y="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8" name="Freeform 12">
              <a:extLst>
                <a:ext uri="{FF2B5EF4-FFF2-40B4-BE49-F238E27FC236}">
                  <a16:creationId xmlns:a16="http://schemas.microsoft.com/office/drawing/2014/main" id="{37FA17F7-AA3D-D941-BB6E-4A27FCD93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8701" y="2290763"/>
              <a:ext cx="120650" cy="252413"/>
            </a:xfrm>
            <a:custGeom>
              <a:avLst/>
              <a:gdLst/>
              <a:ahLst/>
              <a:cxnLst>
                <a:cxn ang="0">
                  <a:pos x="12" y="59"/>
                </a:cxn>
                <a:cxn ang="0">
                  <a:pos x="20" y="67"/>
                </a:cxn>
                <a:cxn ang="0">
                  <a:pos x="21" y="30"/>
                </a:cxn>
                <a:cxn ang="0">
                  <a:pos x="20" y="8"/>
                </a:cxn>
                <a:cxn ang="0">
                  <a:pos x="16" y="4"/>
                </a:cxn>
                <a:cxn ang="0">
                  <a:pos x="12" y="0"/>
                </a:cxn>
                <a:cxn ang="0">
                  <a:pos x="11" y="37"/>
                </a:cxn>
                <a:cxn ang="0">
                  <a:pos x="12" y="59"/>
                </a:cxn>
                <a:cxn ang="0">
                  <a:pos x="12" y="59"/>
                </a:cxn>
                <a:cxn ang="0">
                  <a:pos x="12" y="59"/>
                </a:cxn>
              </a:cxnLst>
              <a:rect l="0" t="0" r="r" b="b"/>
              <a:pathLst>
                <a:path w="32" h="67">
                  <a:moveTo>
                    <a:pt x="12" y="59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25" y="62"/>
                    <a:pt x="32" y="48"/>
                    <a:pt x="21" y="30"/>
                  </a:cubicBezTo>
                  <a:cubicBezTo>
                    <a:pt x="12" y="17"/>
                    <a:pt x="19" y="9"/>
                    <a:pt x="20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5"/>
                    <a:pt x="0" y="19"/>
                    <a:pt x="11" y="37"/>
                  </a:cubicBezTo>
                  <a:cubicBezTo>
                    <a:pt x="20" y="50"/>
                    <a:pt x="13" y="58"/>
                    <a:pt x="12" y="59"/>
                  </a:cubicBezTo>
                  <a:close/>
                  <a:moveTo>
                    <a:pt x="12" y="59"/>
                  </a:moveTo>
                  <a:cubicBezTo>
                    <a:pt x="12" y="59"/>
                    <a:pt x="12" y="59"/>
                    <a:pt x="12" y="5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49" name="Freeform 13">
              <a:extLst>
                <a:ext uri="{FF2B5EF4-FFF2-40B4-BE49-F238E27FC236}">
                  <a16:creationId xmlns:a16="http://schemas.microsoft.com/office/drawing/2014/main" id="{B73F6FB7-154B-E448-9C00-1F399989F6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8913" y="1998663"/>
              <a:ext cx="1149350" cy="1149350"/>
            </a:xfrm>
            <a:custGeom>
              <a:avLst/>
              <a:gdLst/>
              <a:ahLst/>
              <a:cxnLst>
                <a:cxn ang="0">
                  <a:pos x="152" y="0"/>
                </a:cxn>
                <a:cxn ang="0">
                  <a:pos x="0" y="152"/>
                </a:cxn>
                <a:cxn ang="0">
                  <a:pos x="152" y="304"/>
                </a:cxn>
                <a:cxn ang="0">
                  <a:pos x="304" y="152"/>
                </a:cxn>
                <a:cxn ang="0">
                  <a:pos x="152" y="0"/>
                </a:cxn>
                <a:cxn ang="0">
                  <a:pos x="152" y="266"/>
                </a:cxn>
                <a:cxn ang="0">
                  <a:pos x="38" y="152"/>
                </a:cxn>
                <a:cxn ang="0">
                  <a:pos x="59" y="86"/>
                </a:cxn>
                <a:cxn ang="0">
                  <a:pos x="128" y="155"/>
                </a:cxn>
                <a:cxn ang="0">
                  <a:pos x="55" y="155"/>
                </a:cxn>
                <a:cxn ang="0">
                  <a:pos x="55" y="184"/>
                </a:cxn>
                <a:cxn ang="0">
                  <a:pos x="157" y="184"/>
                </a:cxn>
                <a:cxn ang="0">
                  <a:pos x="218" y="245"/>
                </a:cxn>
                <a:cxn ang="0">
                  <a:pos x="152" y="266"/>
                </a:cxn>
                <a:cxn ang="0">
                  <a:pos x="245" y="218"/>
                </a:cxn>
                <a:cxn ang="0">
                  <a:pos x="204" y="177"/>
                </a:cxn>
                <a:cxn ang="0">
                  <a:pos x="204" y="155"/>
                </a:cxn>
                <a:cxn ang="0">
                  <a:pos x="182" y="155"/>
                </a:cxn>
                <a:cxn ang="0">
                  <a:pos x="86" y="59"/>
                </a:cxn>
                <a:cxn ang="0">
                  <a:pos x="152" y="38"/>
                </a:cxn>
                <a:cxn ang="0">
                  <a:pos x="266" y="152"/>
                </a:cxn>
                <a:cxn ang="0">
                  <a:pos x="245" y="218"/>
                </a:cxn>
                <a:cxn ang="0">
                  <a:pos x="245" y="218"/>
                </a:cxn>
                <a:cxn ang="0">
                  <a:pos x="245" y="218"/>
                </a:cxn>
              </a:cxnLst>
              <a:rect l="0" t="0" r="r" b="b"/>
              <a:pathLst>
                <a:path w="304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6" y="304"/>
                    <a:pt x="304" y="236"/>
                    <a:pt x="304" y="152"/>
                  </a:cubicBezTo>
                  <a:cubicBezTo>
                    <a:pt x="304" y="68"/>
                    <a:pt x="236" y="0"/>
                    <a:pt x="152" y="0"/>
                  </a:cubicBezTo>
                  <a:close/>
                  <a:moveTo>
                    <a:pt x="152" y="266"/>
                  </a:moveTo>
                  <a:cubicBezTo>
                    <a:pt x="89" y="266"/>
                    <a:pt x="38" y="215"/>
                    <a:pt x="38" y="152"/>
                  </a:cubicBezTo>
                  <a:cubicBezTo>
                    <a:pt x="38" y="128"/>
                    <a:pt x="46" y="105"/>
                    <a:pt x="59" y="86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5" y="184"/>
                    <a:pt x="55" y="184"/>
                    <a:pt x="55" y="184"/>
                  </a:cubicBezTo>
                  <a:cubicBezTo>
                    <a:pt x="157" y="184"/>
                    <a:pt x="157" y="184"/>
                    <a:pt x="157" y="18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199" y="258"/>
                    <a:pt x="176" y="266"/>
                    <a:pt x="152" y="266"/>
                  </a:cubicBezTo>
                  <a:close/>
                  <a:moveTo>
                    <a:pt x="245" y="218"/>
                  </a:moveTo>
                  <a:cubicBezTo>
                    <a:pt x="204" y="177"/>
                    <a:pt x="204" y="177"/>
                    <a:pt x="204" y="177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105" y="46"/>
                    <a:pt x="128" y="38"/>
                    <a:pt x="152" y="38"/>
                  </a:cubicBezTo>
                  <a:cubicBezTo>
                    <a:pt x="215" y="38"/>
                    <a:pt x="266" y="89"/>
                    <a:pt x="266" y="152"/>
                  </a:cubicBezTo>
                  <a:cubicBezTo>
                    <a:pt x="266" y="176"/>
                    <a:pt x="258" y="199"/>
                    <a:pt x="245" y="218"/>
                  </a:cubicBezTo>
                  <a:close/>
                  <a:moveTo>
                    <a:pt x="245" y="218"/>
                  </a:moveTo>
                  <a:cubicBezTo>
                    <a:pt x="245" y="218"/>
                    <a:pt x="245" y="218"/>
                    <a:pt x="245" y="2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50" name="Group 34">
            <a:extLst>
              <a:ext uri="{FF2B5EF4-FFF2-40B4-BE49-F238E27FC236}">
                <a16:creationId xmlns:a16="http://schemas.microsoft.com/office/drawing/2014/main" id="{8868E45F-B957-B341-A768-35FF2A08F81A}"/>
              </a:ext>
            </a:extLst>
          </p:cNvPr>
          <p:cNvGrpSpPr/>
          <p:nvPr/>
        </p:nvGrpSpPr>
        <p:grpSpPr>
          <a:xfrm>
            <a:off x="6301252" y="3959356"/>
            <a:ext cx="699758" cy="609879"/>
            <a:chOff x="3806825" y="2456536"/>
            <a:chExt cx="1117601" cy="974052"/>
          </a:xfrm>
          <a:solidFill>
            <a:schemeClr val="bg1"/>
          </a:solidFill>
        </p:grpSpPr>
        <p:sp>
          <p:nvSpPr>
            <p:cNvPr id="351" name="Freeform 17">
              <a:extLst>
                <a:ext uri="{FF2B5EF4-FFF2-40B4-BE49-F238E27FC236}">
                  <a16:creationId xmlns:a16="http://schemas.microsoft.com/office/drawing/2014/main" id="{CAD15342-0F34-5540-9990-BEDC04A0D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6825" y="2801938"/>
              <a:ext cx="1117601" cy="628650"/>
            </a:xfrm>
            <a:custGeom>
              <a:avLst/>
              <a:gdLst/>
              <a:ahLst/>
              <a:cxnLst>
                <a:cxn ang="0">
                  <a:pos x="771" y="377"/>
                </a:cxn>
                <a:cxn ang="0">
                  <a:pos x="771" y="472"/>
                </a:cxn>
                <a:cxn ang="0">
                  <a:pos x="838" y="472"/>
                </a:cxn>
                <a:cxn ang="0">
                  <a:pos x="838" y="310"/>
                </a:cxn>
                <a:cxn ang="0">
                  <a:pos x="67" y="310"/>
                </a:cxn>
                <a:cxn ang="0">
                  <a:pos x="67" y="35"/>
                </a:cxn>
                <a:cxn ang="0">
                  <a:pos x="57" y="11"/>
                </a:cxn>
                <a:cxn ang="0">
                  <a:pos x="33" y="0"/>
                </a:cxn>
                <a:cxn ang="0">
                  <a:pos x="10" y="11"/>
                </a:cxn>
                <a:cxn ang="0">
                  <a:pos x="0" y="35"/>
                </a:cxn>
                <a:cxn ang="0">
                  <a:pos x="0" y="472"/>
                </a:cxn>
                <a:cxn ang="0">
                  <a:pos x="67" y="472"/>
                </a:cxn>
                <a:cxn ang="0">
                  <a:pos x="67" y="377"/>
                </a:cxn>
                <a:cxn ang="0">
                  <a:pos x="771" y="377"/>
                </a:cxn>
                <a:cxn ang="0">
                  <a:pos x="771" y="377"/>
                </a:cxn>
                <a:cxn ang="0">
                  <a:pos x="771" y="377"/>
                </a:cxn>
              </a:cxnLst>
              <a:rect l="0" t="0" r="r" b="b"/>
              <a:pathLst>
                <a:path w="838" h="472">
                  <a:moveTo>
                    <a:pt x="771" y="377"/>
                  </a:moveTo>
                  <a:cubicBezTo>
                    <a:pt x="771" y="472"/>
                    <a:pt x="771" y="472"/>
                    <a:pt x="771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838" y="310"/>
                    <a:pt x="838" y="310"/>
                    <a:pt x="838" y="310"/>
                  </a:cubicBezTo>
                  <a:cubicBezTo>
                    <a:pt x="67" y="310"/>
                    <a:pt x="67" y="310"/>
                    <a:pt x="67" y="310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7" y="26"/>
                    <a:pt x="64" y="18"/>
                    <a:pt x="57" y="11"/>
                  </a:cubicBezTo>
                  <a:cubicBezTo>
                    <a:pt x="50" y="4"/>
                    <a:pt x="43" y="0"/>
                    <a:pt x="33" y="0"/>
                  </a:cubicBezTo>
                  <a:cubicBezTo>
                    <a:pt x="24" y="0"/>
                    <a:pt x="16" y="4"/>
                    <a:pt x="10" y="11"/>
                  </a:cubicBezTo>
                  <a:cubicBezTo>
                    <a:pt x="3" y="18"/>
                    <a:pt x="0" y="26"/>
                    <a:pt x="0" y="35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7" y="472"/>
                    <a:pt x="67" y="472"/>
                    <a:pt x="67" y="472"/>
                  </a:cubicBezTo>
                  <a:cubicBezTo>
                    <a:pt x="67" y="377"/>
                    <a:pt x="67" y="377"/>
                    <a:pt x="67" y="377"/>
                  </a:cubicBezTo>
                  <a:lnTo>
                    <a:pt x="771" y="377"/>
                  </a:lnTo>
                  <a:close/>
                  <a:moveTo>
                    <a:pt x="771" y="377"/>
                  </a:moveTo>
                  <a:cubicBezTo>
                    <a:pt x="771" y="377"/>
                    <a:pt x="771" y="377"/>
                    <a:pt x="771" y="37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2" name="Freeform 18">
              <a:extLst>
                <a:ext uri="{FF2B5EF4-FFF2-40B4-BE49-F238E27FC236}">
                  <a16:creationId xmlns:a16="http://schemas.microsoft.com/office/drawing/2014/main" id="{93639B00-9776-4E49-8A9E-A8F82AA7CD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6688" y="2919413"/>
              <a:ext cx="165100" cy="163512"/>
            </a:xfrm>
            <a:custGeom>
              <a:avLst/>
              <a:gdLst/>
              <a:ahLst/>
              <a:cxnLst>
                <a:cxn ang="0">
                  <a:pos x="61" y="123"/>
                </a:cxn>
                <a:cxn ang="0">
                  <a:pos x="105" y="105"/>
                </a:cxn>
                <a:cxn ang="0">
                  <a:pos x="124" y="61"/>
                </a:cxn>
                <a:cxn ang="0">
                  <a:pos x="105" y="18"/>
                </a:cxn>
                <a:cxn ang="0">
                  <a:pos x="61" y="0"/>
                </a:cxn>
                <a:cxn ang="0">
                  <a:pos x="18" y="18"/>
                </a:cxn>
                <a:cxn ang="0">
                  <a:pos x="0" y="61"/>
                </a:cxn>
                <a:cxn ang="0">
                  <a:pos x="18" y="105"/>
                </a:cxn>
                <a:cxn ang="0">
                  <a:pos x="61" y="123"/>
                </a:cxn>
                <a:cxn ang="0">
                  <a:pos x="61" y="123"/>
                </a:cxn>
                <a:cxn ang="0">
                  <a:pos x="61" y="123"/>
                </a:cxn>
              </a:cxnLst>
              <a:rect l="0" t="0" r="r" b="b"/>
              <a:pathLst>
                <a:path w="124" h="123">
                  <a:moveTo>
                    <a:pt x="61" y="123"/>
                  </a:moveTo>
                  <a:cubicBezTo>
                    <a:pt x="78" y="123"/>
                    <a:pt x="93" y="117"/>
                    <a:pt x="105" y="105"/>
                  </a:cubicBezTo>
                  <a:cubicBezTo>
                    <a:pt x="118" y="93"/>
                    <a:pt x="124" y="78"/>
                    <a:pt x="124" y="61"/>
                  </a:cubicBezTo>
                  <a:cubicBezTo>
                    <a:pt x="124" y="44"/>
                    <a:pt x="118" y="30"/>
                    <a:pt x="105" y="18"/>
                  </a:cubicBezTo>
                  <a:cubicBezTo>
                    <a:pt x="93" y="6"/>
                    <a:pt x="78" y="0"/>
                    <a:pt x="61" y="0"/>
                  </a:cubicBezTo>
                  <a:cubicBezTo>
                    <a:pt x="44" y="0"/>
                    <a:pt x="30" y="6"/>
                    <a:pt x="18" y="18"/>
                  </a:cubicBezTo>
                  <a:cubicBezTo>
                    <a:pt x="6" y="30"/>
                    <a:pt x="0" y="44"/>
                    <a:pt x="0" y="61"/>
                  </a:cubicBezTo>
                  <a:cubicBezTo>
                    <a:pt x="0" y="78"/>
                    <a:pt x="6" y="93"/>
                    <a:pt x="18" y="105"/>
                  </a:cubicBezTo>
                  <a:cubicBezTo>
                    <a:pt x="30" y="117"/>
                    <a:pt x="44" y="123"/>
                    <a:pt x="61" y="123"/>
                  </a:cubicBezTo>
                  <a:close/>
                  <a:moveTo>
                    <a:pt x="61" y="123"/>
                  </a:moveTo>
                  <a:cubicBezTo>
                    <a:pt x="61" y="123"/>
                    <a:pt x="61" y="123"/>
                    <a:pt x="61" y="1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3" name="Freeform 19">
              <a:extLst>
                <a:ext uri="{FF2B5EF4-FFF2-40B4-BE49-F238E27FC236}">
                  <a16:creationId xmlns:a16="http://schemas.microsoft.com/office/drawing/2014/main" id="{AC7E9320-AE29-E548-9439-7AA9CC6937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0500" y="3060700"/>
              <a:ext cx="114300" cy="22225"/>
            </a:xfrm>
            <a:custGeom>
              <a:avLst/>
              <a:gdLst/>
              <a:ahLst/>
              <a:cxnLst>
                <a:cxn ang="0">
                  <a:pos x="86" y="0"/>
                </a:cxn>
                <a:cxn ang="0">
                  <a:pos x="0" y="0"/>
                </a:cxn>
                <a:cxn ang="0">
                  <a:pos x="43" y="17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</a:cxnLst>
              <a:rect l="0" t="0" r="r" b="b"/>
              <a:pathLst>
                <a:path w="86" h="17">
                  <a:moveTo>
                    <a:pt x="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1"/>
                    <a:pt x="26" y="17"/>
                    <a:pt x="43" y="17"/>
                  </a:cubicBezTo>
                  <a:cubicBezTo>
                    <a:pt x="60" y="17"/>
                    <a:pt x="74" y="11"/>
                    <a:pt x="86" y="0"/>
                  </a:cubicBezTo>
                  <a:close/>
                  <a:moveTo>
                    <a:pt x="86" y="0"/>
                  </a:moveTo>
                  <a:cubicBezTo>
                    <a:pt x="86" y="0"/>
                    <a:pt x="86" y="0"/>
                    <a:pt x="8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4" name="Freeform 20">
              <a:extLst>
                <a:ext uri="{FF2B5EF4-FFF2-40B4-BE49-F238E27FC236}">
                  <a16:creationId xmlns:a16="http://schemas.microsoft.com/office/drawing/2014/main" id="{B0CEA6AF-B243-854D-A622-CAE9E99EAE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938" y="2930525"/>
              <a:ext cx="976313" cy="236537"/>
            </a:xfrm>
            <a:custGeom>
              <a:avLst/>
              <a:gdLst/>
              <a:ahLst/>
              <a:cxnLst>
                <a:cxn ang="0">
                  <a:pos x="718" y="63"/>
                </a:cxn>
                <a:cxn ang="0">
                  <a:pos x="683" y="47"/>
                </a:cxn>
                <a:cxn ang="0">
                  <a:pos x="197" y="0"/>
                </a:cxn>
                <a:cxn ang="0">
                  <a:pos x="194" y="0"/>
                </a:cxn>
                <a:cxn ang="0">
                  <a:pos x="172" y="9"/>
                </a:cxn>
                <a:cxn ang="0">
                  <a:pos x="163" y="31"/>
                </a:cxn>
                <a:cxn ang="0">
                  <a:pos x="163" y="115"/>
                </a:cxn>
                <a:cxn ang="0">
                  <a:pos x="84" y="129"/>
                </a:cxn>
                <a:cxn ang="0">
                  <a:pos x="30" y="106"/>
                </a:cxn>
                <a:cxn ang="0">
                  <a:pos x="23" y="98"/>
                </a:cxn>
                <a:cxn ang="0">
                  <a:pos x="0" y="129"/>
                </a:cxn>
                <a:cxn ang="0">
                  <a:pos x="0" y="144"/>
                </a:cxn>
                <a:cxn ang="0">
                  <a:pos x="33" y="177"/>
                </a:cxn>
                <a:cxn ang="0">
                  <a:pos x="732" y="177"/>
                </a:cxn>
                <a:cxn ang="0">
                  <a:pos x="732" y="95"/>
                </a:cxn>
                <a:cxn ang="0">
                  <a:pos x="718" y="63"/>
                </a:cxn>
                <a:cxn ang="0">
                  <a:pos x="718" y="63"/>
                </a:cxn>
                <a:cxn ang="0">
                  <a:pos x="718" y="63"/>
                </a:cxn>
              </a:cxnLst>
              <a:rect l="0" t="0" r="r" b="b"/>
              <a:pathLst>
                <a:path w="732" h="177">
                  <a:moveTo>
                    <a:pt x="718" y="63"/>
                  </a:moveTo>
                  <a:cubicBezTo>
                    <a:pt x="709" y="55"/>
                    <a:pt x="697" y="50"/>
                    <a:pt x="683" y="47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85" y="0"/>
                    <a:pt x="178" y="3"/>
                    <a:pt x="172" y="9"/>
                  </a:cubicBezTo>
                  <a:cubicBezTo>
                    <a:pt x="166" y="15"/>
                    <a:pt x="163" y="22"/>
                    <a:pt x="163" y="31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59" y="108"/>
                    <a:pt x="105" y="129"/>
                    <a:pt x="84" y="129"/>
                  </a:cubicBezTo>
                  <a:cubicBezTo>
                    <a:pt x="63" y="129"/>
                    <a:pt x="45" y="121"/>
                    <a:pt x="30" y="106"/>
                  </a:cubicBezTo>
                  <a:cubicBezTo>
                    <a:pt x="28" y="104"/>
                    <a:pt x="25" y="101"/>
                    <a:pt x="23" y="98"/>
                  </a:cubicBezTo>
                  <a:cubicBezTo>
                    <a:pt x="10" y="102"/>
                    <a:pt x="0" y="115"/>
                    <a:pt x="0" y="129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62"/>
                    <a:pt x="15" y="177"/>
                    <a:pt x="33" y="177"/>
                  </a:cubicBezTo>
                  <a:cubicBezTo>
                    <a:pt x="732" y="177"/>
                    <a:pt x="732" y="177"/>
                    <a:pt x="732" y="177"/>
                  </a:cubicBezTo>
                  <a:cubicBezTo>
                    <a:pt x="732" y="95"/>
                    <a:pt x="732" y="95"/>
                    <a:pt x="732" y="95"/>
                  </a:cubicBezTo>
                  <a:cubicBezTo>
                    <a:pt x="732" y="82"/>
                    <a:pt x="728" y="71"/>
                    <a:pt x="718" y="63"/>
                  </a:cubicBezTo>
                  <a:close/>
                  <a:moveTo>
                    <a:pt x="718" y="63"/>
                  </a:moveTo>
                  <a:cubicBezTo>
                    <a:pt x="718" y="63"/>
                    <a:pt x="718" y="63"/>
                    <a:pt x="718" y="6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5" name="Freeform 21">
              <a:extLst>
                <a:ext uri="{FF2B5EF4-FFF2-40B4-BE49-F238E27FC236}">
                  <a16:creationId xmlns:a16="http://schemas.microsoft.com/office/drawing/2014/main" id="{EBABECD0-E67E-7645-B382-0928BA171C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8625" y="2456536"/>
              <a:ext cx="320675" cy="320675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0" y="120"/>
                </a:cxn>
                <a:cxn ang="0">
                  <a:pos x="120" y="241"/>
                </a:cxn>
                <a:cxn ang="0">
                  <a:pos x="240" y="120"/>
                </a:cxn>
                <a:cxn ang="0">
                  <a:pos x="120" y="0"/>
                </a:cxn>
                <a:cxn ang="0">
                  <a:pos x="120" y="204"/>
                </a:cxn>
                <a:cxn ang="0">
                  <a:pos x="36" y="120"/>
                </a:cxn>
                <a:cxn ang="0">
                  <a:pos x="120" y="37"/>
                </a:cxn>
                <a:cxn ang="0">
                  <a:pos x="204" y="120"/>
                </a:cxn>
                <a:cxn ang="0">
                  <a:pos x="120" y="204"/>
                </a:cxn>
                <a:cxn ang="0">
                  <a:pos x="120" y="204"/>
                </a:cxn>
                <a:cxn ang="0">
                  <a:pos x="120" y="204"/>
                </a:cxn>
              </a:cxnLst>
              <a:rect l="0" t="0" r="r" b="b"/>
              <a:pathLst>
                <a:path w="240" h="241">
                  <a:moveTo>
                    <a:pt x="120" y="0"/>
                  </a:moveTo>
                  <a:cubicBezTo>
                    <a:pt x="54" y="0"/>
                    <a:pt x="0" y="54"/>
                    <a:pt x="0" y="120"/>
                  </a:cubicBezTo>
                  <a:cubicBezTo>
                    <a:pt x="0" y="187"/>
                    <a:pt x="54" y="241"/>
                    <a:pt x="120" y="241"/>
                  </a:cubicBezTo>
                  <a:cubicBezTo>
                    <a:pt x="186" y="241"/>
                    <a:pt x="240" y="187"/>
                    <a:pt x="240" y="120"/>
                  </a:cubicBezTo>
                  <a:cubicBezTo>
                    <a:pt x="240" y="54"/>
                    <a:pt x="186" y="0"/>
                    <a:pt x="120" y="0"/>
                  </a:cubicBezTo>
                  <a:close/>
                  <a:moveTo>
                    <a:pt x="120" y="204"/>
                  </a:moveTo>
                  <a:cubicBezTo>
                    <a:pt x="74" y="204"/>
                    <a:pt x="36" y="166"/>
                    <a:pt x="36" y="120"/>
                  </a:cubicBezTo>
                  <a:cubicBezTo>
                    <a:pt x="36" y="74"/>
                    <a:pt x="74" y="37"/>
                    <a:pt x="120" y="37"/>
                  </a:cubicBezTo>
                  <a:cubicBezTo>
                    <a:pt x="166" y="37"/>
                    <a:pt x="204" y="74"/>
                    <a:pt x="204" y="120"/>
                  </a:cubicBezTo>
                  <a:cubicBezTo>
                    <a:pt x="204" y="166"/>
                    <a:pt x="166" y="204"/>
                    <a:pt x="120" y="204"/>
                  </a:cubicBezTo>
                  <a:close/>
                  <a:moveTo>
                    <a:pt x="120" y="204"/>
                  </a:moveTo>
                  <a:cubicBezTo>
                    <a:pt x="120" y="204"/>
                    <a:pt x="120" y="204"/>
                    <a:pt x="120" y="20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56" name="Freeform 22">
              <a:extLst>
                <a:ext uri="{FF2B5EF4-FFF2-40B4-BE49-F238E27FC236}">
                  <a16:creationId xmlns:a16="http://schemas.microsoft.com/office/drawing/2014/main" id="{78CE66AF-A853-854E-9D6B-5220D005C6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4675" y="2532736"/>
              <a:ext cx="103188" cy="101600"/>
            </a:xfrm>
            <a:custGeom>
              <a:avLst/>
              <a:gdLst/>
              <a:ahLst/>
              <a:cxnLst>
                <a:cxn ang="0">
                  <a:pos x="20" y="57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77"/>
                </a:cxn>
                <a:cxn ang="0">
                  <a:pos x="20" y="77"/>
                </a:cxn>
                <a:cxn ang="0">
                  <a:pos x="20" y="77"/>
                </a:cxn>
                <a:cxn ang="0">
                  <a:pos x="67" y="77"/>
                </a:cxn>
                <a:cxn ang="0">
                  <a:pos x="77" y="67"/>
                </a:cxn>
                <a:cxn ang="0">
                  <a:pos x="67" y="57"/>
                </a:cxn>
                <a:cxn ang="0">
                  <a:pos x="20" y="57"/>
                </a:cxn>
                <a:cxn ang="0">
                  <a:pos x="20" y="57"/>
                </a:cxn>
                <a:cxn ang="0">
                  <a:pos x="20" y="57"/>
                </a:cxn>
              </a:cxnLst>
              <a:rect l="0" t="0" r="r" b="b"/>
              <a:pathLst>
                <a:path w="77" h="77">
                  <a:moveTo>
                    <a:pt x="20" y="57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5"/>
                    <a:pt x="16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72" y="77"/>
                    <a:pt x="77" y="73"/>
                    <a:pt x="77" y="67"/>
                  </a:cubicBezTo>
                  <a:cubicBezTo>
                    <a:pt x="77" y="61"/>
                    <a:pt x="72" y="57"/>
                    <a:pt x="67" y="57"/>
                  </a:cubicBezTo>
                  <a:lnTo>
                    <a:pt x="20" y="57"/>
                  </a:lnTo>
                  <a:close/>
                  <a:moveTo>
                    <a:pt x="20" y="57"/>
                  </a:moveTo>
                  <a:cubicBezTo>
                    <a:pt x="20" y="57"/>
                    <a:pt x="20" y="57"/>
                    <a:pt x="20" y="5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357" name="Freeform 26">
            <a:extLst>
              <a:ext uri="{FF2B5EF4-FFF2-40B4-BE49-F238E27FC236}">
                <a16:creationId xmlns:a16="http://schemas.microsoft.com/office/drawing/2014/main" id="{B926D9AB-8B83-F842-8862-72733042C031}"/>
              </a:ext>
            </a:extLst>
          </p:cNvPr>
          <p:cNvSpPr>
            <a:spLocks noEditPoints="1"/>
          </p:cNvSpPr>
          <p:nvPr/>
        </p:nvSpPr>
        <p:spPr bwMode="auto">
          <a:xfrm>
            <a:off x="9968899" y="4017038"/>
            <a:ext cx="617968" cy="643525"/>
          </a:xfrm>
          <a:custGeom>
            <a:avLst/>
            <a:gdLst/>
            <a:ahLst/>
            <a:cxnLst>
              <a:cxn ang="0">
                <a:pos x="241" y="43"/>
              </a:cxn>
              <a:cxn ang="0">
                <a:pos x="284" y="0"/>
              </a:cxn>
              <a:cxn ang="0">
                <a:pos x="327" y="43"/>
              </a:cxn>
              <a:cxn ang="0">
                <a:pos x="284" y="86"/>
              </a:cxn>
              <a:cxn ang="0">
                <a:pos x="241" y="43"/>
              </a:cxn>
              <a:cxn ang="0">
                <a:pos x="378" y="172"/>
              </a:cxn>
              <a:cxn ang="0">
                <a:pos x="318" y="172"/>
              </a:cxn>
              <a:cxn ang="0">
                <a:pos x="272" y="109"/>
              </a:cxn>
              <a:cxn ang="0">
                <a:pos x="270" y="106"/>
              </a:cxn>
              <a:cxn ang="0">
                <a:pos x="267" y="103"/>
              </a:cxn>
              <a:cxn ang="0">
                <a:pos x="232" y="86"/>
              </a:cxn>
              <a:cxn ang="0">
                <a:pos x="230" y="85"/>
              </a:cxn>
              <a:cxn ang="0">
                <a:pos x="162" y="53"/>
              </a:cxn>
              <a:cxn ang="0">
                <a:pos x="144" y="55"/>
              </a:cxn>
              <a:cxn ang="0">
                <a:pos x="76" y="107"/>
              </a:cxn>
              <a:cxn ang="0">
                <a:pos x="72" y="131"/>
              </a:cxn>
              <a:cxn ang="0">
                <a:pos x="86" y="138"/>
              </a:cxn>
              <a:cxn ang="0">
                <a:pos x="96" y="134"/>
              </a:cxn>
              <a:cxn ang="0">
                <a:pos x="157" y="89"/>
              </a:cxn>
              <a:cxn ang="0">
                <a:pos x="203" y="111"/>
              </a:cxn>
              <a:cxn ang="0">
                <a:pos x="148" y="198"/>
              </a:cxn>
              <a:cxn ang="0">
                <a:pos x="158" y="241"/>
              </a:cxn>
              <a:cxn ang="0">
                <a:pos x="236" y="294"/>
              </a:cxn>
              <a:cxn ang="0">
                <a:pos x="237" y="296"/>
              </a:cxn>
              <a:cxn ang="0">
                <a:pos x="191" y="388"/>
              </a:cxn>
              <a:cxn ang="0">
                <a:pos x="199" y="411"/>
              </a:cxn>
              <a:cxn ang="0">
                <a:pos x="206" y="413"/>
              </a:cxn>
              <a:cxn ang="0">
                <a:pos x="222" y="403"/>
              </a:cxn>
              <a:cxn ang="0">
                <a:pos x="273" y="300"/>
              </a:cxn>
              <a:cxn ang="0">
                <a:pos x="270" y="280"/>
              </a:cxn>
              <a:cxn ang="0">
                <a:pos x="217" y="227"/>
              </a:cxn>
              <a:cxn ang="0">
                <a:pos x="261" y="152"/>
              </a:cxn>
              <a:cxn ang="0">
                <a:pos x="296" y="199"/>
              </a:cxn>
              <a:cxn ang="0">
                <a:pos x="310" y="206"/>
              </a:cxn>
              <a:cxn ang="0">
                <a:pos x="378" y="206"/>
              </a:cxn>
              <a:cxn ang="0">
                <a:pos x="396" y="189"/>
              </a:cxn>
              <a:cxn ang="0">
                <a:pos x="378" y="172"/>
              </a:cxn>
              <a:cxn ang="0">
                <a:pos x="131" y="234"/>
              </a:cxn>
              <a:cxn ang="0">
                <a:pos x="110" y="275"/>
              </a:cxn>
              <a:cxn ang="0">
                <a:pos x="17" y="275"/>
              </a:cxn>
              <a:cxn ang="0">
                <a:pos x="0" y="292"/>
              </a:cxn>
              <a:cxn ang="0">
                <a:pos x="17" y="310"/>
              </a:cxn>
              <a:cxn ang="0">
                <a:pos x="120" y="310"/>
              </a:cxn>
              <a:cxn ang="0">
                <a:pos x="132" y="305"/>
              </a:cxn>
              <a:cxn ang="0">
                <a:pos x="133" y="304"/>
              </a:cxn>
              <a:cxn ang="0">
                <a:pos x="134" y="303"/>
              </a:cxn>
              <a:cxn ang="0">
                <a:pos x="169" y="268"/>
              </a:cxn>
              <a:cxn ang="0">
                <a:pos x="148" y="255"/>
              </a:cxn>
              <a:cxn ang="0">
                <a:pos x="131" y="234"/>
              </a:cxn>
              <a:cxn ang="0">
                <a:pos x="131" y="234"/>
              </a:cxn>
              <a:cxn ang="0">
                <a:pos x="131" y="234"/>
              </a:cxn>
            </a:cxnLst>
            <a:rect l="0" t="0" r="r" b="b"/>
            <a:pathLst>
              <a:path w="396" h="413">
                <a:moveTo>
                  <a:pt x="241" y="43"/>
                </a:moveTo>
                <a:cubicBezTo>
                  <a:pt x="241" y="19"/>
                  <a:pt x="260" y="0"/>
                  <a:pt x="284" y="0"/>
                </a:cubicBezTo>
                <a:cubicBezTo>
                  <a:pt x="308" y="0"/>
                  <a:pt x="327" y="19"/>
                  <a:pt x="327" y="43"/>
                </a:cubicBezTo>
                <a:cubicBezTo>
                  <a:pt x="327" y="67"/>
                  <a:pt x="308" y="86"/>
                  <a:pt x="284" y="86"/>
                </a:cubicBezTo>
                <a:cubicBezTo>
                  <a:pt x="260" y="86"/>
                  <a:pt x="241" y="67"/>
                  <a:pt x="241" y="43"/>
                </a:cubicBezTo>
                <a:close/>
                <a:moveTo>
                  <a:pt x="378" y="172"/>
                </a:moveTo>
                <a:cubicBezTo>
                  <a:pt x="318" y="172"/>
                  <a:pt x="318" y="172"/>
                  <a:pt x="318" y="172"/>
                </a:cubicBezTo>
                <a:cubicBezTo>
                  <a:pt x="272" y="109"/>
                  <a:pt x="272" y="109"/>
                  <a:pt x="272" y="109"/>
                </a:cubicBezTo>
                <a:cubicBezTo>
                  <a:pt x="271" y="108"/>
                  <a:pt x="270" y="107"/>
                  <a:pt x="270" y="106"/>
                </a:cubicBezTo>
                <a:cubicBezTo>
                  <a:pt x="269" y="105"/>
                  <a:pt x="268" y="104"/>
                  <a:pt x="267" y="103"/>
                </a:cubicBezTo>
                <a:cubicBezTo>
                  <a:pt x="232" y="86"/>
                  <a:pt x="232" y="86"/>
                  <a:pt x="232" y="86"/>
                </a:cubicBezTo>
                <a:cubicBezTo>
                  <a:pt x="231" y="86"/>
                  <a:pt x="231" y="85"/>
                  <a:pt x="230" y="85"/>
                </a:cubicBezTo>
                <a:cubicBezTo>
                  <a:pt x="162" y="53"/>
                  <a:pt x="162" y="53"/>
                  <a:pt x="162" y="53"/>
                </a:cubicBezTo>
                <a:cubicBezTo>
                  <a:pt x="156" y="50"/>
                  <a:pt x="150" y="51"/>
                  <a:pt x="144" y="55"/>
                </a:cubicBezTo>
                <a:cubicBezTo>
                  <a:pt x="76" y="107"/>
                  <a:pt x="76" y="107"/>
                  <a:pt x="76" y="107"/>
                </a:cubicBezTo>
                <a:cubicBezTo>
                  <a:pt x="68" y="112"/>
                  <a:pt x="67" y="123"/>
                  <a:pt x="72" y="131"/>
                </a:cubicBezTo>
                <a:cubicBezTo>
                  <a:pt x="76" y="135"/>
                  <a:pt x="81" y="138"/>
                  <a:pt x="86" y="138"/>
                </a:cubicBezTo>
                <a:cubicBezTo>
                  <a:pt x="90" y="138"/>
                  <a:pt x="93" y="136"/>
                  <a:pt x="96" y="134"/>
                </a:cubicBezTo>
                <a:cubicBezTo>
                  <a:pt x="157" y="89"/>
                  <a:pt x="157" y="89"/>
                  <a:pt x="157" y="89"/>
                </a:cubicBezTo>
                <a:cubicBezTo>
                  <a:pt x="203" y="111"/>
                  <a:pt x="203" y="111"/>
                  <a:pt x="203" y="111"/>
                </a:cubicBezTo>
                <a:cubicBezTo>
                  <a:pt x="148" y="198"/>
                  <a:pt x="148" y="198"/>
                  <a:pt x="148" y="198"/>
                </a:cubicBezTo>
                <a:cubicBezTo>
                  <a:pt x="139" y="212"/>
                  <a:pt x="143" y="232"/>
                  <a:pt x="158" y="241"/>
                </a:cubicBezTo>
                <a:cubicBezTo>
                  <a:pt x="236" y="294"/>
                  <a:pt x="236" y="294"/>
                  <a:pt x="236" y="294"/>
                </a:cubicBezTo>
                <a:cubicBezTo>
                  <a:pt x="237" y="296"/>
                  <a:pt x="237" y="296"/>
                  <a:pt x="237" y="296"/>
                </a:cubicBezTo>
                <a:cubicBezTo>
                  <a:pt x="191" y="388"/>
                  <a:pt x="191" y="388"/>
                  <a:pt x="191" y="388"/>
                </a:cubicBezTo>
                <a:cubicBezTo>
                  <a:pt x="187" y="396"/>
                  <a:pt x="190" y="407"/>
                  <a:pt x="199" y="411"/>
                </a:cubicBezTo>
                <a:cubicBezTo>
                  <a:pt x="201" y="412"/>
                  <a:pt x="204" y="413"/>
                  <a:pt x="206" y="413"/>
                </a:cubicBezTo>
                <a:cubicBezTo>
                  <a:pt x="213" y="413"/>
                  <a:pt x="219" y="409"/>
                  <a:pt x="222" y="403"/>
                </a:cubicBezTo>
                <a:cubicBezTo>
                  <a:pt x="273" y="300"/>
                  <a:pt x="273" y="300"/>
                  <a:pt x="273" y="300"/>
                </a:cubicBezTo>
                <a:cubicBezTo>
                  <a:pt x="277" y="293"/>
                  <a:pt x="275" y="285"/>
                  <a:pt x="270" y="280"/>
                </a:cubicBezTo>
                <a:cubicBezTo>
                  <a:pt x="217" y="227"/>
                  <a:pt x="217" y="227"/>
                  <a:pt x="217" y="227"/>
                </a:cubicBezTo>
                <a:cubicBezTo>
                  <a:pt x="261" y="152"/>
                  <a:pt x="261" y="152"/>
                  <a:pt x="261" y="152"/>
                </a:cubicBezTo>
                <a:cubicBezTo>
                  <a:pt x="296" y="199"/>
                  <a:pt x="296" y="199"/>
                  <a:pt x="296" y="199"/>
                </a:cubicBezTo>
                <a:cubicBezTo>
                  <a:pt x="299" y="204"/>
                  <a:pt x="304" y="206"/>
                  <a:pt x="310" y="206"/>
                </a:cubicBezTo>
                <a:cubicBezTo>
                  <a:pt x="378" y="206"/>
                  <a:pt x="378" y="206"/>
                  <a:pt x="378" y="206"/>
                </a:cubicBezTo>
                <a:cubicBezTo>
                  <a:pt x="388" y="206"/>
                  <a:pt x="396" y="199"/>
                  <a:pt x="396" y="189"/>
                </a:cubicBezTo>
                <a:cubicBezTo>
                  <a:pt x="396" y="180"/>
                  <a:pt x="388" y="172"/>
                  <a:pt x="378" y="172"/>
                </a:cubicBezTo>
                <a:close/>
                <a:moveTo>
                  <a:pt x="131" y="234"/>
                </a:moveTo>
                <a:cubicBezTo>
                  <a:pt x="110" y="275"/>
                  <a:pt x="110" y="275"/>
                  <a:pt x="110" y="275"/>
                </a:cubicBezTo>
                <a:cubicBezTo>
                  <a:pt x="17" y="275"/>
                  <a:pt x="17" y="275"/>
                  <a:pt x="17" y="275"/>
                </a:cubicBezTo>
                <a:cubicBezTo>
                  <a:pt x="8" y="275"/>
                  <a:pt x="0" y="283"/>
                  <a:pt x="0" y="292"/>
                </a:cubicBezTo>
                <a:cubicBezTo>
                  <a:pt x="0" y="302"/>
                  <a:pt x="8" y="310"/>
                  <a:pt x="17" y="310"/>
                </a:cubicBezTo>
                <a:cubicBezTo>
                  <a:pt x="120" y="310"/>
                  <a:pt x="120" y="310"/>
                  <a:pt x="120" y="310"/>
                </a:cubicBezTo>
                <a:cubicBezTo>
                  <a:pt x="125" y="310"/>
                  <a:pt x="129" y="308"/>
                  <a:pt x="132" y="305"/>
                </a:cubicBezTo>
                <a:cubicBezTo>
                  <a:pt x="133" y="305"/>
                  <a:pt x="133" y="304"/>
                  <a:pt x="133" y="304"/>
                </a:cubicBezTo>
                <a:cubicBezTo>
                  <a:pt x="133" y="304"/>
                  <a:pt x="134" y="303"/>
                  <a:pt x="134" y="303"/>
                </a:cubicBezTo>
                <a:cubicBezTo>
                  <a:pt x="169" y="268"/>
                  <a:pt x="169" y="268"/>
                  <a:pt x="169" y="268"/>
                </a:cubicBezTo>
                <a:cubicBezTo>
                  <a:pt x="148" y="255"/>
                  <a:pt x="148" y="255"/>
                  <a:pt x="148" y="255"/>
                </a:cubicBezTo>
                <a:cubicBezTo>
                  <a:pt x="141" y="249"/>
                  <a:pt x="134" y="243"/>
                  <a:pt x="131" y="234"/>
                </a:cubicBezTo>
                <a:close/>
                <a:moveTo>
                  <a:pt x="131" y="234"/>
                </a:moveTo>
                <a:cubicBezTo>
                  <a:pt x="131" y="234"/>
                  <a:pt x="131" y="234"/>
                  <a:pt x="131" y="234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358" name="Group 46">
            <a:extLst>
              <a:ext uri="{FF2B5EF4-FFF2-40B4-BE49-F238E27FC236}">
                <a16:creationId xmlns:a16="http://schemas.microsoft.com/office/drawing/2014/main" id="{36D927BC-BA83-5B43-BF66-3B92715D8334}"/>
              </a:ext>
            </a:extLst>
          </p:cNvPr>
          <p:cNvGrpSpPr/>
          <p:nvPr/>
        </p:nvGrpSpPr>
        <p:grpSpPr>
          <a:xfrm>
            <a:off x="7268255" y="3978650"/>
            <a:ext cx="525468" cy="635308"/>
            <a:chOff x="5676900" y="2346325"/>
            <a:chExt cx="949325" cy="1147763"/>
          </a:xfrm>
          <a:solidFill>
            <a:schemeClr val="bg1"/>
          </a:solidFill>
        </p:grpSpPr>
        <p:sp>
          <p:nvSpPr>
            <p:cNvPr id="359" name="Freeform 30">
              <a:extLst>
                <a:ext uri="{FF2B5EF4-FFF2-40B4-BE49-F238E27FC236}">
                  <a16:creationId xmlns:a16="http://schemas.microsoft.com/office/drawing/2014/main" id="{385E319B-EF3B-AF43-A5A4-56F7E9EB0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6900" y="2554288"/>
              <a:ext cx="949325" cy="939800"/>
            </a:xfrm>
            <a:custGeom>
              <a:avLst/>
              <a:gdLst/>
              <a:ahLst/>
              <a:cxnLst>
                <a:cxn ang="0">
                  <a:pos x="125" y="27"/>
                </a:cxn>
                <a:cxn ang="0">
                  <a:pos x="0" y="104"/>
                </a:cxn>
                <a:cxn ang="0">
                  <a:pos x="83" y="248"/>
                </a:cxn>
                <a:cxn ang="0">
                  <a:pos x="125" y="235"/>
                </a:cxn>
                <a:cxn ang="0">
                  <a:pos x="167" y="248"/>
                </a:cxn>
                <a:cxn ang="0">
                  <a:pos x="250" y="104"/>
                </a:cxn>
                <a:cxn ang="0">
                  <a:pos x="125" y="27"/>
                </a:cxn>
                <a:cxn ang="0">
                  <a:pos x="125" y="27"/>
                </a:cxn>
                <a:cxn ang="0">
                  <a:pos x="125" y="27"/>
                </a:cxn>
              </a:cxnLst>
              <a:rect l="0" t="0" r="r" b="b"/>
              <a:pathLst>
                <a:path w="250" h="248">
                  <a:moveTo>
                    <a:pt x="125" y="27"/>
                  </a:moveTo>
                  <a:cubicBezTo>
                    <a:pt x="76" y="0"/>
                    <a:pt x="0" y="26"/>
                    <a:pt x="0" y="104"/>
                  </a:cubicBezTo>
                  <a:cubicBezTo>
                    <a:pt x="0" y="165"/>
                    <a:pt x="37" y="248"/>
                    <a:pt x="83" y="248"/>
                  </a:cubicBezTo>
                  <a:cubicBezTo>
                    <a:pt x="101" y="248"/>
                    <a:pt x="114" y="243"/>
                    <a:pt x="125" y="235"/>
                  </a:cubicBezTo>
                  <a:cubicBezTo>
                    <a:pt x="136" y="243"/>
                    <a:pt x="150" y="248"/>
                    <a:pt x="167" y="248"/>
                  </a:cubicBezTo>
                  <a:cubicBezTo>
                    <a:pt x="213" y="248"/>
                    <a:pt x="250" y="165"/>
                    <a:pt x="250" y="104"/>
                  </a:cubicBezTo>
                  <a:cubicBezTo>
                    <a:pt x="250" y="26"/>
                    <a:pt x="175" y="0"/>
                    <a:pt x="125" y="27"/>
                  </a:cubicBezTo>
                  <a:close/>
                  <a:moveTo>
                    <a:pt x="125" y="27"/>
                  </a:moveTo>
                  <a:cubicBezTo>
                    <a:pt x="125" y="27"/>
                    <a:pt x="125" y="27"/>
                    <a:pt x="125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0" name="Freeform 31">
              <a:extLst>
                <a:ext uri="{FF2B5EF4-FFF2-40B4-BE49-F238E27FC236}">
                  <a16:creationId xmlns:a16="http://schemas.microsoft.com/office/drawing/2014/main" id="{C44D0A8F-C9EF-874F-A38B-7FEF1E4CD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9338" y="2452688"/>
              <a:ext cx="139700" cy="185738"/>
            </a:xfrm>
            <a:custGeom>
              <a:avLst/>
              <a:gdLst/>
              <a:ahLst/>
              <a:cxnLst>
                <a:cxn ang="0">
                  <a:pos x="6" y="49"/>
                </a:cxn>
                <a:cxn ang="0">
                  <a:pos x="21" y="42"/>
                </a:cxn>
                <a:cxn ang="0">
                  <a:pos x="37" y="14"/>
                </a:cxn>
                <a:cxn ang="0">
                  <a:pos x="34" y="0"/>
                </a:cxn>
                <a:cxn ang="0">
                  <a:pos x="6" y="49"/>
                </a:cxn>
                <a:cxn ang="0">
                  <a:pos x="6" y="49"/>
                </a:cxn>
                <a:cxn ang="0">
                  <a:pos x="6" y="49"/>
                </a:cxn>
              </a:cxnLst>
              <a:rect l="0" t="0" r="r" b="b"/>
              <a:pathLst>
                <a:path w="37" h="49">
                  <a:moveTo>
                    <a:pt x="6" y="49"/>
                  </a:moveTo>
                  <a:cubicBezTo>
                    <a:pt x="21" y="42"/>
                    <a:pt x="21" y="42"/>
                    <a:pt x="21" y="42"/>
                  </a:cubicBezTo>
                  <a:cubicBezTo>
                    <a:pt x="21" y="42"/>
                    <a:pt x="21" y="18"/>
                    <a:pt x="37" y="1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11"/>
                    <a:pt x="6" y="47"/>
                    <a:pt x="6" y="49"/>
                  </a:cubicBezTo>
                  <a:close/>
                  <a:moveTo>
                    <a:pt x="6" y="49"/>
                  </a:moveTo>
                  <a:cubicBezTo>
                    <a:pt x="6" y="49"/>
                    <a:pt x="6" y="49"/>
                    <a:pt x="6" y="4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1" name="Freeform 32">
              <a:extLst>
                <a:ext uri="{FF2B5EF4-FFF2-40B4-BE49-F238E27FC236}">
                  <a16:creationId xmlns:a16="http://schemas.microsoft.com/office/drawing/2014/main" id="{CA5E89BC-06DF-BB41-A385-0D3C92C42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3425" y="2346325"/>
              <a:ext cx="387350" cy="303213"/>
            </a:xfrm>
            <a:custGeom>
              <a:avLst/>
              <a:gdLst/>
              <a:ahLst/>
              <a:cxnLst>
                <a:cxn ang="0">
                  <a:pos x="91" y="46"/>
                </a:cxn>
                <a:cxn ang="0">
                  <a:pos x="30" y="0"/>
                </a:cxn>
                <a:cxn ang="0">
                  <a:pos x="91" y="46"/>
                </a:cxn>
                <a:cxn ang="0">
                  <a:pos x="91" y="46"/>
                </a:cxn>
                <a:cxn ang="0">
                  <a:pos x="91" y="46"/>
                </a:cxn>
              </a:cxnLst>
              <a:rect l="0" t="0" r="r" b="b"/>
              <a:pathLst>
                <a:path w="102" h="80">
                  <a:moveTo>
                    <a:pt x="91" y="46"/>
                  </a:moveTo>
                  <a:cubicBezTo>
                    <a:pt x="102" y="11"/>
                    <a:pt x="28" y="11"/>
                    <a:pt x="30" y="0"/>
                  </a:cubicBezTo>
                  <a:cubicBezTo>
                    <a:pt x="0" y="50"/>
                    <a:pt x="79" y="80"/>
                    <a:pt x="91" y="46"/>
                  </a:cubicBezTo>
                  <a:close/>
                  <a:moveTo>
                    <a:pt x="91" y="46"/>
                  </a:moveTo>
                  <a:cubicBezTo>
                    <a:pt x="91" y="46"/>
                    <a:pt x="91" y="46"/>
                    <a:pt x="91" y="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62" name="Group 75">
            <a:extLst>
              <a:ext uri="{FF2B5EF4-FFF2-40B4-BE49-F238E27FC236}">
                <a16:creationId xmlns:a16="http://schemas.microsoft.com/office/drawing/2014/main" id="{4DC4144C-327A-5045-BF78-A4B7C0F13FD3}"/>
              </a:ext>
            </a:extLst>
          </p:cNvPr>
          <p:cNvGrpSpPr/>
          <p:nvPr/>
        </p:nvGrpSpPr>
        <p:grpSpPr>
          <a:xfrm>
            <a:off x="5240868" y="3982175"/>
            <a:ext cx="695646" cy="667860"/>
            <a:chOff x="6959600" y="869951"/>
            <a:chExt cx="2185988" cy="2098675"/>
          </a:xfrm>
          <a:solidFill>
            <a:schemeClr val="bg1"/>
          </a:solidFill>
        </p:grpSpPr>
        <p:sp>
          <p:nvSpPr>
            <p:cNvPr id="363" name="Freeform 40">
              <a:extLst>
                <a:ext uri="{FF2B5EF4-FFF2-40B4-BE49-F238E27FC236}">
                  <a16:creationId xmlns:a16="http://schemas.microsoft.com/office/drawing/2014/main" id="{1EA0C2E5-123C-AC44-9848-2FEB930D7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2275" y="1231901"/>
              <a:ext cx="346075" cy="34607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238" y="120"/>
                </a:cxn>
                <a:cxn ang="0">
                  <a:pos x="119" y="239"/>
                </a:cxn>
                <a:cxn ang="0">
                  <a:pos x="0" y="120"/>
                </a:cxn>
                <a:cxn ang="0">
                  <a:pos x="119" y="0"/>
                </a:cxn>
                <a:cxn ang="0">
                  <a:pos x="119" y="0"/>
                </a:cxn>
                <a:cxn ang="0">
                  <a:pos x="119" y="0"/>
                </a:cxn>
              </a:cxnLst>
              <a:rect l="0" t="0" r="r" b="b"/>
              <a:pathLst>
                <a:path w="238" h="239">
                  <a:moveTo>
                    <a:pt x="119" y="0"/>
                  </a:moveTo>
                  <a:cubicBezTo>
                    <a:pt x="185" y="0"/>
                    <a:pt x="238" y="54"/>
                    <a:pt x="238" y="120"/>
                  </a:cubicBezTo>
                  <a:cubicBezTo>
                    <a:pt x="238" y="185"/>
                    <a:pt x="185" y="239"/>
                    <a:pt x="119" y="239"/>
                  </a:cubicBezTo>
                  <a:cubicBezTo>
                    <a:pt x="53" y="239"/>
                    <a:pt x="0" y="185"/>
                    <a:pt x="0" y="120"/>
                  </a:cubicBezTo>
                  <a:cubicBezTo>
                    <a:pt x="0" y="54"/>
                    <a:pt x="53" y="0"/>
                    <a:pt x="119" y="0"/>
                  </a:cubicBez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4" name="Freeform 41">
              <a:extLst>
                <a:ext uri="{FF2B5EF4-FFF2-40B4-BE49-F238E27FC236}">
                  <a16:creationId xmlns:a16="http://schemas.microsoft.com/office/drawing/2014/main" id="{2B1FD21C-79F2-A44F-B135-90473C2F2C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7300" y="1254126"/>
              <a:ext cx="1193800" cy="1714500"/>
            </a:xfrm>
            <a:custGeom>
              <a:avLst/>
              <a:gdLst/>
              <a:ahLst/>
              <a:cxnLst>
                <a:cxn ang="0">
                  <a:pos x="803" y="20"/>
                </a:cxn>
                <a:cxn ang="0">
                  <a:pos x="732" y="20"/>
                </a:cxn>
                <a:cxn ang="0">
                  <a:pos x="489" y="262"/>
                </a:cxn>
                <a:cxn ang="0">
                  <a:pos x="422" y="242"/>
                </a:cxn>
                <a:cxn ang="0">
                  <a:pos x="343" y="272"/>
                </a:cxn>
                <a:cxn ang="0">
                  <a:pos x="91" y="20"/>
                </a:cxn>
                <a:cxn ang="0">
                  <a:pos x="19" y="20"/>
                </a:cxn>
                <a:cxn ang="0">
                  <a:pos x="19" y="91"/>
                </a:cxn>
                <a:cxn ang="0">
                  <a:pos x="300" y="374"/>
                </a:cxn>
                <a:cxn ang="0">
                  <a:pos x="300" y="1131"/>
                </a:cxn>
                <a:cxn ang="0">
                  <a:pos x="350" y="1182"/>
                </a:cxn>
                <a:cxn ang="0">
                  <a:pos x="401" y="1131"/>
                </a:cxn>
                <a:cxn ang="0">
                  <a:pos x="401" y="774"/>
                </a:cxn>
                <a:cxn ang="0">
                  <a:pos x="422" y="776"/>
                </a:cxn>
                <a:cxn ang="0">
                  <a:pos x="444" y="774"/>
                </a:cxn>
                <a:cxn ang="0">
                  <a:pos x="444" y="1131"/>
                </a:cxn>
                <a:cxn ang="0">
                  <a:pos x="495" y="1182"/>
                </a:cxn>
                <a:cxn ang="0">
                  <a:pos x="545" y="1131"/>
                </a:cxn>
                <a:cxn ang="0">
                  <a:pos x="545" y="353"/>
                </a:cxn>
                <a:cxn ang="0">
                  <a:pos x="803" y="91"/>
                </a:cxn>
                <a:cxn ang="0">
                  <a:pos x="803" y="20"/>
                </a:cxn>
                <a:cxn ang="0">
                  <a:pos x="803" y="20"/>
                </a:cxn>
                <a:cxn ang="0">
                  <a:pos x="803" y="20"/>
                </a:cxn>
              </a:cxnLst>
              <a:rect l="0" t="0" r="r" b="b"/>
              <a:pathLst>
                <a:path w="823" h="1182">
                  <a:moveTo>
                    <a:pt x="803" y="20"/>
                  </a:moveTo>
                  <a:cubicBezTo>
                    <a:pt x="783" y="0"/>
                    <a:pt x="751" y="0"/>
                    <a:pt x="732" y="20"/>
                  </a:cubicBezTo>
                  <a:cubicBezTo>
                    <a:pt x="489" y="262"/>
                    <a:pt x="489" y="262"/>
                    <a:pt x="489" y="262"/>
                  </a:cubicBezTo>
                  <a:cubicBezTo>
                    <a:pt x="470" y="249"/>
                    <a:pt x="447" y="242"/>
                    <a:pt x="422" y="242"/>
                  </a:cubicBezTo>
                  <a:cubicBezTo>
                    <a:pt x="392" y="242"/>
                    <a:pt x="364" y="253"/>
                    <a:pt x="343" y="272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71" y="0"/>
                    <a:pt x="39" y="0"/>
                    <a:pt x="19" y="20"/>
                  </a:cubicBezTo>
                  <a:cubicBezTo>
                    <a:pt x="0" y="39"/>
                    <a:pt x="0" y="71"/>
                    <a:pt x="19" y="91"/>
                  </a:cubicBezTo>
                  <a:cubicBezTo>
                    <a:pt x="300" y="374"/>
                    <a:pt x="300" y="374"/>
                    <a:pt x="300" y="374"/>
                  </a:cubicBezTo>
                  <a:cubicBezTo>
                    <a:pt x="300" y="1131"/>
                    <a:pt x="300" y="1131"/>
                    <a:pt x="300" y="1131"/>
                  </a:cubicBezTo>
                  <a:cubicBezTo>
                    <a:pt x="300" y="1159"/>
                    <a:pt x="322" y="1182"/>
                    <a:pt x="350" y="1182"/>
                  </a:cubicBezTo>
                  <a:cubicBezTo>
                    <a:pt x="378" y="1182"/>
                    <a:pt x="401" y="1159"/>
                    <a:pt x="401" y="1131"/>
                  </a:cubicBezTo>
                  <a:cubicBezTo>
                    <a:pt x="401" y="774"/>
                    <a:pt x="401" y="774"/>
                    <a:pt x="401" y="774"/>
                  </a:cubicBezTo>
                  <a:cubicBezTo>
                    <a:pt x="408" y="775"/>
                    <a:pt x="415" y="776"/>
                    <a:pt x="422" y="776"/>
                  </a:cubicBezTo>
                  <a:cubicBezTo>
                    <a:pt x="430" y="776"/>
                    <a:pt x="437" y="775"/>
                    <a:pt x="444" y="774"/>
                  </a:cubicBezTo>
                  <a:cubicBezTo>
                    <a:pt x="444" y="1131"/>
                    <a:pt x="444" y="1131"/>
                    <a:pt x="444" y="1131"/>
                  </a:cubicBezTo>
                  <a:cubicBezTo>
                    <a:pt x="444" y="1159"/>
                    <a:pt x="467" y="1182"/>
                    <a:pt x="495" y="1182"/>
                  </a:cubicBezTo>
                  <a:cubicBezTo>
                    <a:pt x="523" y="1182"/>
                    <a:pt x="545" y="1159"/>
                    <a:pt x="545" y="1131"/>
                  </a:cubicBezTo>
                  <a:cubicBezTo>
                    <a:pt x="545" y="353"/>
                    <a:pt x="545" y="353"/>
                    <a:pt x="545" y="353"/>
                  </a:cubicBezTo>
                  <a:cubicBezTo>
                    <a:pt x="803" y="91"/>
                    <a:pt x="803" y="91"/>
                    <a:pt x="803" y="91"/>
                  </a:cubicBezTo>
                  <a:cubicBezTo>
                    <a:pt x="823" y="71"/>
                    <a:pt x="823" y="39"/>
                    <a:pt x="803" y="20"/>
                  </a:cubicBezTo>
                  <a:close/>
                  <a:moveTo>
                    <a:pt x="803" y="20"/>
                  </a:moveTo>
                  <a:cubicBezTo>
                    <a:pt x="803" y="20"/>
                    <a:pt x="803" y="20"/>
                    <a:pt x="803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5" name="Freeform 42">
              <a:extLst>
                <a:ext uri="{FF2B5EF4-FFF2-40B4-BE49-F238E27FC236}">
                  <a16:creationId xmlns:a16="http://schemas.microsoft.com/office/drawing/2014/main" id="{7B544C53-FD1E-184E-BC21-4C28C91DB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7113" y="1920876"/>
              <a:ext cx="617538" cy="311150"/>
            </a:xfrm>
            <a:custGeom>
              <a:avLst/>
              <a:gdLst/>
              <a:ahLst/>
              <a:cxnLst>
                <a:cxn ang="0">
                  <a:pos x="426" y="0"/>
                </a:cxn>
                <a:cxn ang="0">
                  <a:pos x="321" y="0"/>
                </a:cxn>
                <a:cxn ang="0">
                  <a:pos x="284" y="15"/>
                </a:cxn>
                <a:cxn ang="0">
                  <a:pos x="269" y="57"/>
                </a:cxn>
                <a:cxn ang="0">
                  <a:pos x="269" y="78"/>
                </a:cxn>
                <a:cxn ang="0">
                  <a:pos x="55" y="78"/>
                </a:cxn>
                <a:cxn ang="0">
                  <a:pos x="0" y="133"/>
                </a:cxn>
                <a:cxn ang="0">
                  <a:pos x="0" y="160"/>
                </a:cxn>
                <a:cxn ang="0">
                  <a:pos x="3" y="177"/>
                </a:cxn>
                <a:cxn ang="0">
                  <a:pos x="55" y="215"/>
                </a:cxn>
                <a:cxn ang="0">
                  <a:pos x="426" y="215"/>
                </a:cxn>
                <a:cxn ang="0">
                  <a:pos x="426" y="0"/>
                </a:cxn>
                <a:cxn ang="0">
                  <a:pos x="426" y="0"/>
                </a:cxn>
                <a:cxn ang="0">
                  <a:pos x="426" y="0"/>
                </a:cxn>
              </a:cxnLst>
              <a:rect l="0" t="0" r="r" b="b"/>
              <a:pathLst>
                <a:path w="426" h="215">
                  <a:moveTo>
                    <a:pt x="426" y="0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307" y="0"/>
                    <a:pt x="294" y="5"/>
                    <a:pt x="284" y="15"/>
                  </a:cubicBezTo>
                  <a:cubicBezTo>
                    <a:pt x="274" y="25"/>
                    <a:pt x="269" y="43"/>
                    <a:pt x="269" y="57"/>
                  </a:cubicBezTo>
                  <a:cubicBezTo>
                    <a:pt x="269" y="78"/>
                    <a:pt x="269" y="78"/>
                    <a:pt x="269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25" y="78"/>
                    <a:pt x="0" y="103"/>
                    <a:pt x="0" y="133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6"/>
                    <a:pt x="1" y="171"/>
                    <a:pt x="3" y="177"/>
                  </a:cubicBezTo>
                  <a:cubicBezTo>
                    <a:pt x="10" y="199"/>
                    <a:pt x="30" y="215"/>
                    <a:pt x="55" y="215"/>
                  </a:cubicBezTo>
                  <a:cubicBezTo>
                    <a:pt x="426" y="215"/>
                    <a:pt x="426" y="215"/>
                    <a:pt x="426" y="215"/>
                  </a:cubicBezTo>
                  <a:lnTo>
                    <a:pt x="426" y="0"/>
                  </a:lnTo>
                  <a:close/>
                  <a:moveTo>
                    <a:pt x="426" y="0"/>
                  </a:moveTo>
                  <a:cubicBezTo>
                    <a:pt x="426" y="0"/>
                    <a:pt x="426" y="0"/>
                    <a:pt x="42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6" name="Freeform 43">
              <a:extLst>
                <a:ext uri="{FF2B5EF4-FFF2-40B4-BE49-F238E27FC236}">
                  <a16:creationId xmlns:a16="http://schemas.microsoft.com/office/drawing/2014/main" id="{D0253B22-E31A-6442-BB15-BE18430B8B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1920876"/>
              <a:ext cx="695325" cy="311150"/>
            </a:xfrm>
            <a:custGeom>
              <a:avLst/>
              <a:gdLst/>
              <a:ahLst/>
              <a:cxnLst>
                <a:cxn ang="0">
                  <a:pos x="456" y="26"/>
                </a:cxn>
                <a:cxn ang="0">
                  <a:pos x="397" y="0"/>
                </a:cxn>
                <a:cxn ang="0">
                  <a:pos x="0" y="0"/>
                </a:cxn>
                <a:cxn ang="0">
                  <a:pos x="0" y="215"/>
                </a:cxn>
                <a:cxn ang="0">
                  <a:pos x="479" y="215"/>
                </a:cxn>
                <a:cxn ang="0">
                  <a:pos x="479" y="79"/>
                </a:cxn>
                <a:cxn ang="0">
                  <a:pos x="456" y="26"/>
                </a:cxn>
                <a:cxn ang="0">
                  <a:pos x="456" y="26"/>
                </a:cxn>
                <a:cxn ang="0">
                  <a:pos x="456" y="26"/>
                </a:cxn>
              </a:cxnLst>
              <a:rect l="0" t="0" r="r" b="b"/>
              <a:pathLst>
                <a:path w="479" h="215">
                  <a:moveTo>
                    <a:pt x="456" y="26"/>
                  </a:moveTo>
                  <a:cubicBezTo>
                    <a:pt x="440" y="12"/>
                    <a:pt x="421" y="4"/>
                    <a:pt x="3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479" y="215"/>
                    <a:pt x="479" y="215"/>
                    <a:pt x="479" y="215"/>
                  </a:cubicBezTo>
                  <a:cubicBezTo>
                    <a:pt x="479" y="79"/>
                    <a:pt x="479" y="79"/>
                    <a:pt x="479" y="79"/>
                  </a:cubicBezTo>
                  <a:cubicBezTo>
                    <a:pt x="479" y="57"/>
                    <a:pt x="471" y="39"/>
                    <a:pt x="456" y="26"/>
                  </a:cubicBezTo>
                  <a:close/>
                  <a:moveTo>
                    <a:pt x="456" y="26"/>
                  </a:moveTo>
                  <a:cubicBezTo>
                    <a:pt x="456" y="26"/>
                    <a:pt x="456" y="26"/>
                    <a:pt x="456" y="2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7" name="Freeform 44">
              <a:extLst>
                <a:ext uri="{FF2B5EF4-FFF2-40B4-BE49-F238E27FC236}">
                  <a16:creationId xmlns:a16="http://schemas.microsoft.com/office/drawing/2014/main" id="{2DEFC812-FABD-E940-A1ED-89C65F4D6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4700" y="1573213"/>
              <a:ext cx="869950" cy="1136650"/>
            </a:xfrm>
            <a:custGeom>
              <a:avLst/>
              <a:gdLst/>
              <a:ahLst/>
              <a:cxnLst>
                <a:cxn ang="0">
                  <a:pos x="600" y="514"/>
                </a:cxn>
                <a:cxn ang="0">
                  <a:pos x="112" y="514"/>
                </a:cxn>
                <a:cxn ang="0">
                  <a:pos x="112" y="57"/>
                </a:cxn>
                <a:cxn ang="0">
                  <a:pos x="95" y="17"/>
                </a:cxn>
                <a:cxn ang="0">
                  <a:pos x="56" y="0"/>
                </a:cxn>
                <a:cxn ang="0">
                  <a:pos x="16" y="17"/>
                </a:cxn>
                <a:cxn ang="0">
                  <a:pos x="0" y="57"/>
                </a:cxn>
                <a:cxn ang="0">
                  <a:pos x="0" y="783"/>
                </a:cxn>
                <a:cxn ang="0">
                  <a:pos x="112" y="783"/>
                </a:cxn>
                <a:cxn ang="0">
                  <a:pos x="112" y="625"/>
                </a:cxn>
                <a:cxn ang="0">
                  <a:pos x="600" y="625"/>
                </a:cxn>
                <a:cxn ang="0">
                  <a:pos x="600" y="514"/>
                </a:cxn>
                <a:cxn ang="0">
                  <a:pos x="600" y="514"/>
                </a:cxn>
                <a:cxn ang="0">
                  <a:pos x="600" y="514"/>
                </a:cxn>
              </a:cxnLst>
              <a:rect l="0" t="0" r="r" b="b"/>
              <a:pathLst>
                <a:path w="600" h="783">
                  <a:moveTo>
                    <a:pt x="600" y="514"/>
                  </a:moveTo>
                  <a:cubicBezTo>
                    <a:pt x="112" y="514"/>
                    <a:pt x="112" y="514"/>
                    <a:pt x="112" y="514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42"/>
                    <a:pt x="106" y="29"/>
                    <a:pt x="95" y="17"/>
                  </a:cubicBezTo>
                  <a:cubicBezTo>
                    <a:pt x="84" y="5"/>
                    <a:pt x="71" y="0"/>
                    <a:pt x="56" y="0"/>
                  </a:cubicBezTo>
                  <a:cubicBezTo>
                    <a:pt x="40" y="0"/>
                    <a:pt x="27" y="5"/>
                    <a:pt x="16" y="17"/>
                  </a:cubicBezTo>
                  <a:cubicBezTo>
                    <a:pt x="6" y="29"/>
                    <a:pt x="0" y="42"/>
                    <a:pt x="0" y="57"/>
                  </a:cubicBezTo>
                  <a:cubicBezTo>
                    <a:pt x="0" y="783"/>
                    <a:pt x="0" y="783"/>
                    <a:pt x="0" y="783"/>
                  </a:cubicBezTo>
                  <a:cubicBezTo>
                    <a:pt x="112" y="783"/>
                    <a:pt x="112" y="783"/>
                    <a:pt x="112" y="783"/>
                  </a:cubicBezTo>
                  <a:cubicBezTo>
                    <a:pt x="112" y="625"/>
                    <a:pt x="112" y="625"/>
                    <a:pt x="112" y="625"/>
                  </a:cubicBezTo>
                  <a:cubicBezTo>
                    <a:pt x="600" y="625"/>
                    <a:pt x="600" y="625"/>
                    <a:pt x="600" y="625"/>
                  </a:cubicBezTo>
                  <a:lnTo>
                    <a:pt x="600" y="514"/>
                  </a:lnTo>
                  <a:close/>
                  <a:moveTo>
                    <a:pt x="600" y="514"/>
                  </a:moveTo>
                  <a:cubicBezTo>
                    <a:pt x="600" y="514"/>
                    <a:pt x="600" y="514"/>
                    <a:pt x="600" y="5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8" name="Freeform 45">
              <a:extLst>
                <a:ext uri="{FF2B5EF4-FFF2-40B4-BE49-F238E27FC236}">
                  <a16:creationId xmlns:a16="http://schemas.microsoft.com/office/drawing/2014/main" id="{10C58CC4-59FD-0B47-AD80-20C90019F1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9" name="Freeform 46">
              <a:extLst>
                <a:ext uri="{FF2B5EF4-FFF2-40B4-BE49-F238E27FC236}">
                  <a16:creationId xmlns:a16="http://schemas.microsoft.com/office/drawing/2014/main" id="{BFE7799F-F285-B043-B551-9B197B5929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5500" y="2319338"/>
              <a:ext cx="700088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1"/>
                </a:cxn>
                <a:cxn ang="0">
                  <a:pos x="339" y="101"/>
                </a:cxn>
                <a:cxn ang="0">
                  <a:pos x="339" y="246"/>
                </a:cxn>
                <a:cxn ang="0">
                  <a:pos x="441" y="246"/>
                </a:cxn>
                <a:cxn ang="0">
                  <a:pos x="44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1" h="246">
                  <a:moveTo>
                    <a:pt x="0" y="0"/>
                  </a:moveTo>
                  <a:lnTo>
                    <a:pt x="0" y="101"/>
                  </a:lnTo>
                  <a:lnTo>
                    <a:pt x="339" y="101"/>
                  </a:lnTo>
                  <a:lnTo>
                    <a:pt x="339" y="246"/>
                  </a:lnTo>
                  <a:lnTo>
                    <a:pt x="441" y="246"/>
                  </a:lnTo>
                  <a:lnTo>
                    <a:pt x="441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0" name="Freeform 47">
              <a:extLst>
                <a:ext uri="{FF2B5EF4-FFF2-40B4-BE49-F238E27FC236}">
                  <a16:creationId xmlns:a16="http://schemas.microsoft.com/office/drawing/2014/main" id="{27CC4D63-47D3-AA4B-A387-4BBD3E7009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9600" y="869951"/>
              <a:ext cx="579438" cy="581025"/>
            </a:xfrm>
            <a:custGeom>
              <a:avLst/>
              <a:gdLst/>
              <a:ahLst/>
              <a:cxnLst>
                <a:cxn ang="0">
                  <a:pos x="200" y="0"/>
                </a:cxn>
                <a:cxn ang="0">
                  <a:pos x="0" y="200"/>
                </a:cxn>
                <a:cxn ang="0">
                  <a:pos x="200" y="400"/>
                </a:cxn>
                <a:cxn ang="0">
                  <a:pos x="400" y="200"/>
                </a:cxn>
                <a:cxn ang="0">
                  <a:pos x="200" y="0"/>
                </a:cxn>
                <a:cxn ang="0">
                  <a:pos x="200" y="339"/>
                </a:cxn>
                <a:cxn ang="0">
                  <a:pos x="61" y="200"/>
                </a:cxn>
                <a:cxn ang="0">
                  <a:pos x="200" y="61"/>
                </a:cxn>
                <a:cxn ang="0">
                  <a:pos x="339" y="200"/>
                </a:cxn>
                <a:cxn ang="0">
                  <a:pos x="200" y="339"/>
                </a:cxn>
                <a:cxn ang="0">
                  <a:pos x="200" y="339"/>
                </a:cxn>
                <a:cxn ang="0">
                  <a:pos x="200" y="339"/>
                </a:cxn>
              </a:cxnLst>
              <a:rect l="0" t="0" r="r" b="b"/>
              <a:pathLst>
                <a:path w="400" h="400">
                  <a:moveTo>
                    <a:pt x="200" y="0"/>
                  </a:moveTo>
                  <a:cubicBezTo>
                    <a:pt x="89" y="0"/>
                    <a:pt x="0" y="89"/>
                    <a:pt x="0" y="200"/>
                  </a:cubicBezTo>
                  <a:cubicBezTo>
                    <a:pt x="0" y="310"/>
                    <a:pt x="89" y="400"/>
                    <a:pt x="200" y="400"/>
                  </a:cubicBezTo>
                  <a:cubicBezTo>
                    <a:pt x="310" y="400"/>
                    <a:pt x="400" y="310"/>
                    <a:pt x="400" y="200"/>
                  </a:cubicBezTo>
                  <a:cubicBezTo>
                    <a:pt x="400" y="89"/>
                    <a:pt x="310" y="0"/>
                    <a:pt x="200" y="0"/>
                  </a:cubicBezTo>
                  <a:close/>
                  <a:moveTo>
                    <a:pt x="200" y="339"/>
                  </a:moveTo>
                  <a:cubicBezTo>
                    <a:pt x="123" y="339"/>
                    <a:pt x="61" y="277"/>
                    <a:pt x="61" y="200"/>
                  </a:cubicBezTo>
                  <a:cubicBezTo>
                    <a:pt x="61" y="123"/>
                    <a:pt x="123" y="61"/>
                    <a:pt x="200" y="61"/>
                  </a:cubicBezTo>
                  <a:cubicBezTo>
                    <a:pt x="277" y="61"/>
                    <a:pt x="339" y="123"/>
                    <a:pt x="339" y="200"/>
                  </a:cubicBezTo>
                  <a:cubicBezTo>
                    <a:pt x="339" y="277"/>
                    <a:pt x="277" y="339"/>
                    <a:pt x="200" y="339"/>
                  </a:cubicBezTo>
                  <a:close/>
                  <a:moveTo>
                    <a:pt x="200" y="339"/>
                  </a:moveTo>
                  <a:cubicBezTo>
                    <a:pt x="200" y="339"/>
                    <a:pt x="200" y="339"/>
                    <a:pt x="200" y="33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1" name="Freeform 48">
              <a:extLst>
                <a:ext uri="{FF2B5EF4-FFF2-40B4-BE49-F238E27FC236}">
                  <a16:creationId xmlns:a16="http://schemas.microsoft.com/office/drawing/2014/main" id="{251E4736-9A1A-AB41-9011-430729CCD8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24713" y="1008063"/>
              <a:ext cx="185738" cy="185738"/>
            </a:xfrm>
            <a:custGeom>
              <a:avLst/>
              <a:gdLst/>
              <a:ahLst/>
              <a:cxnLst>
                <a:cxn ang="0">
                  <a:pos x="34" y="94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0" y="17"/>
                </a:cxn>
                <a:cxn ang="0">
                  <a:pos x="0" y="128"/>
                </a:cxn>
                <a:cxn ang="0">
                  <a:pos x="34" y="128"/>
                </a:cxn>
                <a:cxn ang="0">
                  <a:pos x="34" y="128"/>
                </a:cxn>
                <a:cxn ang="0">
                  <a:pos x="111" y="128"/>
                </a:cxn>
                <a:cxn ang="0">
                  <a:pos x="128" y="111"/>
                </a:cxn>
                <a:cxn ang="0">
                  <a:pos x="111" y="94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94"/>
                </a:cxn>
              </a:cxnLst>
              <a:rect l="0" t="0" r="r" b="b"/>
              <a:pathLst>
                <a:path w="128" h="128">
                  <a:moveTo>
                    <a:pt x="34" y="94"/>
                  </a:move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111" y="128"/>
                    <a:pt x="111" y="128"/>
                    <a:pt x="111" y="128"/>
                  </a:cubicBezTo>
                  <a:cubicBezTo>
                    <a:pt x="121" y="128"/>
                    <a:pt x="128" y="121"/>
                    <a:pt x="128" y="111"/>
                  </a:cubicBezTo>
                  <a:cubicBezTo>
                    <a:pt x="128" y="102"/>
                    <a:pt x="121" y="94"/>
                    <a:pt x="111" y="94"/>
                  </a:cubicBezTo>
                  <a:lnTo>
                    <a:pt x="34" y="94"/>
                  </a:lnTo>
                  <a:close/>
                  <a:moveTo>
                    <a:pt x="34" y="94"/>
                  </a:moveTo>
                  <a:cubicBezTo>
                    <a:pt x="34" y="94"/>
                    <a:pt x="34" y="94"/>
                    <a:pt x="34" y="9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72" name="Group 90">
            <a:extLst>
              <a:ext uri="{FF2B5EF4-FFF2-40B4-BE49-F238E27FC236}">
                <a16:creationId xmlns:a16="http://schemas.microsoft.com/office/drawing/2014/main" id="{D6F9408F-98B1-114C-B2AE-EB4FF7818C6B}"/>
              </a:ext>
            </a:extLst>
          </p:cNvPr>
          <p:cNvGrpSpPr/>
          <p:nvPr/>
        </p:nvGrpSpPr>
        <p:grpSpPr>
          <a:xfrm>
            <a:off x="4453574" y="4049168"/>
            <a:ext cx="470268" cy="600867"/>
            <a:chOff x="7239000" y="2776538"/>
            <a:chExt cx="1331913" cy="1701800"/>
          </a:xfrm>
          <a:solidFill>
            <a:schemeClr val="bg1"/>
          </a:solidFill>
        </p:grpSpPr>
        <p:sp>
          <p:nvSpPr>
            <p:cNvPr id="373" name="Freeform 52">
              <a:extLst>
                <a:ext uri="{FF2B5EF4-FFF2-40B4-BE49-F238E27FC236}">
                  <a16:creationId xmlns:a16="http://schemas.microsoft.com/office/drawing/2014/main" id="{5FC92B72-22C3-9D44-84F1-E6620558B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39000" y="2776538"/>
              <a:ext cx="1331913" cy="1701800"/>
            </a:xfrm>
            <a:custGeom>
              <a:avLst/>
              <a:gdLst/>
              <a:ahLst/>
              <a:cxnLst>
                <a:cxn ang="0">
                  <a:pos x="425" y="197"/>
                </a:cxn>
                <a:cxn ang="0">
                  <a:pos x="454" y="167"/>
                </a:cxn>
                <a:cxn ang="0">
                  <a:pos x="453" y="141"/>
                </a:cxn>
                <a:cxn ang="0">
                  <a:pos x="430" y="119"/>
                </a:cxn>
                <a:cxn ang="0">
                  <a:pos x="404" y="120"/>
                </a:cxn>
                <a:cxn ang="0">
                  <a:pos x="372" y="153"/>
                </a:cxn>
                <a:cxn ang="0">
                  <a:pos x="294" y="123"/>
                </a:cxn>
                <a:cxn ang="0">
                  <a:pos x="294" y="82"/>
                </a:cxn>
                <a:cxn ang="0">
                  <a:pos x="330" y="82"/>
                </a:cxn>
                <a:cxn ang="0">
                  <a:pos x="349" y="63"/>
                </a:cxn>
                <a:cxn ang="0">
                  <a:pos x="349" y="19"/>
                </a:cxn>
                <a:cxn ang="0">
                  <a:pos x="330" y="0"/>
                </a:cxn>
                <a:cxn ang="0">
                  <a:pos x="168" y="0"/>
                </a:cxn>
                <a:cxn ang="0">
                  <a:pos x="149" y="19"/>
                </a:cxn>
                <a:cxn ang="0">
                  <a:pos x="149" y="63"/>
                </a:cxn>
                <a:cxn ang="0">
                  <a:pos x="168" y="82"/>
                </a:cxn>
                <a:cxn ang="0">
                  <a:pos x="197" y="82"/>
                </a:cxn>
                <a:cxn ang="0">
                  <a:pos x="197" y="123"/>
                </a:cxn>
                <a:cxn ang="0">
                  <a:pos x="198" y="123"/>
                </a:cxn>
                <a:cxn ang="0">
                  <a:pos x="120" y="153"/>
                </a:cxn>
                <a:cxn ang="0">
                  <a:pos x="85" y="119"/>
                </a:cxn>
                <a:cxn ang="0">
                  <a:pos x="59" y="120"/>
                </a:cxn>
                <a:cxn ang="0">
                  <a:pos x="37" y="143"/>
                </a:cxn>
                <a:cxn ang="0">
                  <a:pos x="38" y="170"/>
                </a:cxn>
                <a:cxn ang="0">
                  <a:pos x="66" y="196"/>
                </a:cxn>
                <a:cxn ang="0">
                  <a:pos x="0" y="364"/>
                </a:cxn>
                <a:cxn ang="0">
                  <a:pos x="178" y="600"/>
                </a:cxn>
                <a:cxn ang="0">
                  <a:pos x="178" y="615"/>
                </a:cxn>
                <a:cxn ang="0">
                  <a:pos x="192" y="628"/>
                </a:cxn>
                <a:cxn ang="0">
                  <a:pos x="306" y="628"/>
                </a:cxn>
                <a:cxn ang="0">
                  <a:pos x="320" y="615"/>
                </a:cxn>
                <a:cxn ang="0">
                  <a:pos x="320" y="598"/>
                </a:cxn>
                <a:cxn ang="0">
                  <a:pos x="491" y="364"/>
                </a:cxn>
                <a:cxn ang="0">
                  <a:pos x="425" y="197"/>
                </a:cxn>
                <a:cxn ang="0">
                  <a:pos x="245" y="565"/>
                </a:cxn>
                <a:cxn ang="0">
                  <a:pos x="44" y="364"/>
                </a:cxn>
                <a:cxn ang="0">
                  <a:pos x="245" y="162"/>
                </a:cxn>
                <a:cxn ang="0">
                  <a:pos x="447" y="364"/>
                </a:cxn>
                <a:cxn ang="0">
                  <a:pos x="245" y="565"/>
                </a:cxn>
                <a:cxn ang="0">
                  <a:pos x="245" y="565"/>
                </a:cxn>
                <a:cxn ang="0">
                  <a:pos x="245" y="565"/>
                </a:cxn>
              </a:cxnLst>
              <a:rect l="0" t="0" r="r" b="b"/>
              <a:pathLst>
                <a:path w="491" h="628">
                  <a:moveTo>
                    <a:pt x="425" y="197"/>
                  </a:moveTo>
                  <a:cubicBezTo>
                    <a:pt x="454" y="167"/>
                    <a:pt x="454" y="167"/>
                    <a:pt x="454" y="167"/>
                  </a:cubicBezTo>
                  <a:cubicBezTo>
                    <a:pt x="461" y="160"/>
                    <a:pt x="461" y="148"/>
                    <a:pt x="453" y="141"/>
                  </a:cubicBezTo>
                  <a:cubicBezTo>
                    <a:pt x="430" y="119"/>
                    <a:pt x="430" y="119"/>
                    <a:pt x="430" y="119"/>
                  </a:cubicBezTo>
                  <a:cubicBezTo>
                    <a:pt x="423" y="112"/>
                    <a:pt x="411" y="112"/>
                    <a:pt x="404" y="120"/>
                  </a:cubicBezTo>
                  <a:cubicBezTo>
                    <a:pt x="372" y="153"/>
                    <a:pt x="372" y="153"/>
                    <a:pt x="372" y="153"/>
                  </a:cubicBezTo>
                  <a:cubicBezTo>
                    <a:pt x="348" y="139"/>
                    <a:pt x="322" y="129"/>
                    <a:pt x="294" y="123"/>
                  </a:cubicBezTo>
                  <a:cubicBezTo>
                    <a:pt x="294" y="82"/>
                    <a:pt x="294" y="82"/>
                    <a:pt x="294" y="82"/>
                  </a:cubicBezTo>
                  <a:cubicBezTo>
                    <a:pt x="330" y="82"/>
                    <a:pt x="330" y="82"/>
                    <a:pt x="330" y="82"/>
                  </a:cubicBezTo>
                  <a:cubicBezTo>
                    <a:pt x="341" y="82"/>
                    <a:pt x="349" y="74"/>
                    <a:pt x="349" y="63"/>
                  </a:cubicBezTo>
                  <a:cubicBezTo>
                    <a:pt x="349" y="19"/>
                    <a:pt x="349" y="19"/>
                    <a:pt x="349" y="19"/>
                  </a:cubicBezTo>
                  <a:cubicBezTo>
                    <a:pt x="349" y="9"/>
                    <a:pt x="341" y="0"/>
                    <a:pt x="330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58" y="0"/>
                    <a:pt x="149" y="9"/>
                    <a:pt x="149" y="19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49" y="74"/>
                    <a:pt x="158" y="82"/>
                    <a:pt x="168" y="8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70" y="129"/>
                    <a:pt x="144" y="139"/>
                    <a:pt x="120" y="153"/>
                  </a:cubicBezTo>
                  <a:cubicBezTo>
                    <a:pt x="85" y="119"/>
                    <a:pt x="85" y="119"/>
                    <a:pt x="85" y="119"/>
                  </a:cubicBezTo>
                  <a:cubicBezTo>
                    <a:pt x="78" y="112"/>
                    <a:pt x="66" y="112"/>
                    <a:pt x="59" y="120"/>
                  </a:cubicBezTo>
                  <a:cubicBezTo>
                    <a:pt x="37" y="143"/>
                    <a:pt x="37" y="143"/>
                    <a:pt x="37" y="143"/>
                  </a:cubicBezTo>
                  <a:cubicBezTo>
                    <a:pt x="30" y="150"/>
                    <a:pt x="30" y="162"/>
                    <a:pt x="38" y="170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25" y="240"/>
                    <a:pt x="0" y="299"/>
                    <a:pt x="0" y="364"/>
                  </a:cubicBezTo>
                  <a:cubicBezTo>
                    <a:pt x="0" y="476"/>
                    <a:pt x="75" y="571"/>
                    <a:pt x="178" y="600"/>
                  </a:cubicBezTo>
                  <a:cubicBezTo>
                    <a:pt x="178" y="615"/>
                    <a:pt x="178" y="615"/>
                    <a:pt x="178" y="615"/>
                  </a:cubicBezTo>
                  <a:cubicBezTo>
                    <a:pt x="178" y="622"/>
                    <a:pt x="184" y="628"/>
                    <a:pt x="192" y="628"/>
                  </a:cubicBezTo>
                  <a:cubicBezTo>
                    <a:pt x="306" y="628"/>
                    <a:pt x="306" y="628"/>
                    <a:pt x="306" y="628"/>
                  </a:cubicBezTo>
                  <a:cubicBezTo>
                    <a:pt x="314" y="628"/>
                    <a:pt x="320" y="622"/>
                    <a:pt x="320" y="615"/>
                  </a:cubicBezTo>
                  <a:cubicBezTo>
                    <a:pt x="320" y="598"/>
                    <a:pt x="320" y="598"/>
                    <a:pt x="320" y="598"/>
                  </a:cubicBezTo>
                  <a:cubicBezTo>
                    <a:pt x="419" y="566"/>
                    <a:pt x="491" y="473"/>
                    <a:pt x="491" y="364"/>
                  </a:cubicBezTo>
                  <a:cubicBezTo>
                    <a:pt x="491" y="300"/>
                    <a:pt x="466" y="241"/>
                    <a:pt x="425" y="197"/>
                  </a:cubicBezTo>
                  <a:close/>
                  <a:moveTo>
                    <a:pt x="245" y="565"/>
                  </a:moveTo>
                  <a:cubicBezTo>
                    <a:pt x="134" y="565"/>
                    <a:pt x="44" y="475"/>
                    <a:pt x="44" y="364"/>
                  </a:cubicBezTo>
                  <a:cubicBezTo>
                    <a:pt x="44" y="253"/>
                    <a:pt x="134" y="162"/>
                    <a:pt x="245" y="162"/>
                  </a:cubicBezTo>
                  <a:cubicBezTo>
                    <a:pt x="356" y="162"/>
                    <a:pt x="447" y="253"/>
                    <a:pt x="447" y="364"/>
                  </a:cubicBezTo>
                  <a:cubicBezTo>
                    <a:pt x="447" y="475"/>
                    <a:pt x="356" y="565"/>
                    <a:pt x="245" y="565"/>
                  </a:cubicBezTo>
                  <a:close/>
                  <a:moveTo>
                    <a:pt x="245" y="565"/>
                  </a:moveTo>
                  <a:cubicBezTo>
                    <a:pt x="245" y="565"/>
                    <a:pt x="245" y="565"/>
                    <a:pt x="245" y="56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4" name="Freeform 53">
              <a:extLst>
                <a:ext uri="{FF2B5EF4-FFF2-40B4-BE49-F238E27FC236}">
                  <a16:creationId xmlns:a16="http://schemas.microsoft.com/office/drawing/2014/main" id="{84053279-A32E-1B49-855D-1DD0DFB1E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9550" y="3557588"/>
              <a:ext cx="363538" cy="298450"/>
            </a:xfrm>
            <a:custGeom>
              <a:avLst/>
              <a:gdLst/>
              <a:ahLst/>
              <a:cxnLst>
                <a:cxn ang="0">
                  <a:pos x="128" y="8"/>
                </a:cxn>
                <a:cxn ang="0">
                  <a:pos x="21" y="46"/>
                </a:cxn>
                <a:cxn ang="0">
                  <a:pos x="17" y="48"/>
                </a:cxn>
                <a:cxn ang="0">
                  <a:pos x="16" y="49"/>
                </a:cxn>
                <a:cxn ang="0">
                  <a:pos x="16" y="49"/>
                </a:cxn>
                <a:cxn ang="0">
                  <a:pos x="0" y="77"/>
                </a:cxn>
                <a:cxn ang="0">
                  <a:pos x="33" y="110"/>
                </a:cxn>
                <a:cxn ang="0">
                  <a:pos x="52" y="104"/>
                </a:cxn>
                <a:cxn ang="0">
                  <a:pos x="52" y="104"/>
                </a:cxn>
                <a:cxn ang="0">
                  <a:pos x="53" y="104"/>
                </a:cxn>
                <a:cxn ang="0">
                  <a:pos x="61" y="95"/>
                </a:cxn>
                <a:cxn ang="0">
                  <a:pos x="128" y="8"/>
                </a:cxn>
                <a:cxn ang="0">
                  <a:pos x="128" y="8"/>
                </a:cxn>
                <a:cxn ang="0">
                  <a:pos x="128" y="8"/>
                </a:cxn>
              </a:cxnLst>
              <a:rect l="0" t="0" r="r" b="b"/>
              <a:pathLst>
                <a:path w="134" h="110">
                  <a:moveTo>
                    <a:pt x="128" y="8"/>
                  </a:moveTo>
                  <a:cubicBezTo>
                    <a:pt x="121" y="0"/>
                    <a:pt x="42" y="37"/>
                    <a:pt x="21" y="46"/>
                  </a:cubicBezTo>
                  <a:cubicBezTo>
                    <a:pt x="20" y="47"/>
                    <a:pt x="18" y="48"/>
                    <a:pt x="17" y="48"/>
                  </a:cubicBezTo>
                  <a:cubicBezTo>
                    <a:pt x="17" y="49"/>
                    <a:pt x="16" y="49"/>
                    <a:pt x="16" y="49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6" y="54"/>
                    <a:pt x="0" y="65"/>
                    <a:pt x="0" y="77"/>
                  </a:cubicBezTo>
                  <a:cubicBezTo>
                    <a:pt x="0" y="96"/>
                    <a:pt x="15" y="110"/>
                    <a:pt x="33" y="110"/>
                  </a:cubicBezTo>
                  <a:cubicBezTo>
                    <a:pt x="40" y="110"/>
                    <a:pt x="47" y="108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2" y="104"/>
                    <a:pt x="53" y="104"/>
                    <a:pt x="53" y="104"/>
                  </a:cubicBezTo>
                  <a:cubicBezTo>
                    <a:pt x="56" y="101"/>
                    <a:pt x="58" y="98"/>
                    <a:pt x="61" y="95"/>
                  </a:cubicBezTo>
                  <a:cubicBezTo>
                    <a:pt x="81" y="73"/>
                    <a:pt x="134" y="15"/>
                    <a:pt x="128" y="8"/>
                  </a:cubicBezTo>
                  <a:close/>
                  <a:moveTo>
                    <a:pt x="128" y="8"/>
                  </a:moveTo>
                  <a:cubicBezTo>
                    <a:pt x="128" y="8"/>
                    <a:pt x="128" y="8"/>
                    <a:pt x="128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5" name="Freeform 54">
              <a:extLst>
                <a:ext uri="{FF2B5EF4-FFF2-40B4-BE49-F238E27FC236}">
                  <a16:creationId xmlns:a16="http://schemas.microsoft.com/office/drawing/2014/main" id="{EB02856F-68D1-904B-BF71-49138B3CD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4121151"/>
              <a:ext cx="84138" cy="11588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43"/>
                </a:cxn>
                <a:cxn ang="0">
                  <a:pos x="1" y="43"/>
                </a:cxn>
                <a:cxn ang="0">
                  <a:pos x="30" y="43"/>
                </a:cxn>
                <a:cxn ang="0">
                  <a:pos x="31" y="43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1" h="43">
                  <a:moveTo>
                    <a:pt x="3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1" y="43"/>
                    <a:pt x="31" y="4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lose/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6" name="Freeform 55">
              <a:extLst>
                <a:ext uri="{FF2B5EF4-FFF2-40B4-BE49-F238E27FC236}">
                  <a16:creationId xmlns:a16="http://schemas.microsoft.com/office/drawing/2014/main" id="{73A1EA3A-9FC0-3B4D-B82C-F431A4606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66013" y="3711576"/>
              <a:ext cx="120650" cy="80963"/>
            </a:xfrm>
            <a:custGeom>
              <a:avLst/>
              <a:gdLst/>
              <a:ahLst/>
              <a:cxnLst>
                <a:cxn ang="0">
                  <a:pos x="44" y="30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0"/>
                </a:cxn>
                <a:cxn ang="0">
                  <a:pos x="1" y="30"/>
                </a:cxn>
                <a:cxn ang="0">
                  <a:pos x="43" y="30"/>
                </a:cxn>
                <a:cxn ang="0">
                  <a:pos x="44" y="30"/>
                </a:cxn>
                <a:cxn ang="0">
                  <a:pos x="44" y="30"/>
                </a:cxn>
                <a:cxn ang="0">
                  <a:pos x="44" y="30"/>
                </a:cxn>
              </a:cxnLst>
              <a:rect l="0" t="0" r="r" b="b"/>
              <a:pathLst>
                <a:path w="44" h="30">
                  <a:moveTo>
                    <a:pt x="44" y="30"/>
                  </a:move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4" y="0"/>
                    <a:pt x="4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" y="30"/>
                    <a:pt x="1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lose/>
                  <a:moveTo>
                    <a:pt x="44" y="30"/>
                  </a:moveTo>
                  <a:cubicBezTo>
                    <a:pt x="44" y="30"/>
                    <a:pt x="44" y="30"/>
                    <a:pt x="44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7" name="Freeform 56">
              <a:extLst>
                <a:ext uri="{FF2B5EF4-FFF2-40B4-BE49-F238E27FC236}">
                  <a16:creationId xmlns:a16="http://schemas.microsoft.com/office/drawing/2014/main" id="{7D2E4CBC-D6D0-4B45-87AE-9764B10F9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70825" y="3267076"/>
              <a:ext cx="84138" cy="119063"/>
            </a:xfrm>
            <a:custGeom>
              <a:avLst/>
              <a:gdLst/>
              <a:ahLst/>
              <a:cxnLst>
                <a:cxn ang="0">
                  <a:pos x="1" y="44"/>
                </a:cxn>
                <a:cxn ang="0">
                  <a:pos x="30" y="44"/>
                </a:cxn>
                <a:cxn ang="0">
                  <a:pos x="31" y="43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3"/>
                </a:cxn>
                <a:cxn ang="0">
                  <a:pos x="1" y="44"/>
                </a:cxn>
                <a:cxn ang="0">
                  <a:pos x="1" y="44"/>
                </a:cxn>
                <a:cxn ang="0">
                  <a:pos x="1" y="44"/>
                </a:cxn>
              </a:cxnLst>
              <a:rect l="0" t="0" r="r" b="b"/>
              <a:pathLst>
                <a:path w="31" h="44">
                  <a:moveTo>
                    <a:pt x="1" y="44"/>
                  </a:move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31" y="43"/>
                    <a:pt x="31" y="43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1" y="44"/>
                  </a:cubicBezTo>
                  <a:close/>
                  <a:moveTo>
                    <a:pt x="1" y="44"/>
                  </a:moveTo>
                  <a:cubicBezTo>
                    <a:pt x="1" y="44"/>
                    <a:pt x="1" y="44"/>
                    <a:pt x="1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8" name="Freeform 57">
              <a:extLst>
                <a:ext uri="{FF2B5EF4-FFF2-40B4-BE49-F238E27FC236}">
                  <a16:creationId xmlns:a16="http://schemas.microsoft.com/office/drawing/2014/main" id="{9E35D30F-917F-784C-9FF1-E3F1057E1F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9125" y="3711576"/>
              <a:ext cx="117475" cy="809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43" y="30"/>
                </a:cxn>
                <a:cxn ang="0">
                  <a:pos x="43" y="29"/>
                </a:cxn>
                <a:cxn ang="0">
                  <a:pos x="43" y="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43" h="30">
                  <a:moveTo>
                    <a:pt x="4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0"/>
                    <a:pt x="43" y="0"/>
                    <a:pt x="43" y="0"/>
                  </a:cubicBezTo>
                  <a:close/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79" name="Freeform 58">
              <a:extLst>
                <a:ext uri="{FF2B5EF4-FFF2-40B4-BE49-F238E27FC236}">
                  <a16:creationId xmlns:a16="http://schemas.microsoft.com/office/drawing/2014/main" id="{27424988-5E17-4840-B564-89209DCDA7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8400" y="3990976"/>
              <a:ext cx="141288" cy="1428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52" h="53">
                  <a:moveTo>
                    <a:pt x="31" y="0"/>
                  </a:moveTo>
                  <a:cubicBezTo>
                    <a:pt x="31" y="0"/>
                    <a:pt x="31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lnTo>
                    <a:pt x="31" y="0"/>
                  </a:lnTo>
                  <a:close/>
                  <a:moveTo>
                    <a:pt x="31" y="0"/>
                  </a:moveTo>
                  <a:cubicBezTo>
                    <a:pt x="31" y="0"/>
                    <a:pt x="31" y="0"/>
                    <a:pt x="3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0" name="Freeform 59">
              <a:extLst>
                <a:ext uri="{FF2B5EF4-FFF2-40B4-BE49-F238E27FC236}">
                  <a16:creationId xmlns:a16="http://schemas.microsoft.com/office/drawing/2014/main" id="{661C1BB9-4A34-E047-AB24-3BA62988E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8563" y="3408363"/>
              <a:ext cx="139700" cy="14287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0" y="0"/>
                </a:cxn>
                <a:cxn ang="0">
                  <a:pos x="0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0" y="52"/>
                </a:cxn>
                <a:cxn ang="0">
                  <a:pos x="31" y="53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52" y="31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52" h="53">
                  <a:moveTo>
                    <a:pt x="21" y="0"/>
                  </a:moveTo>
                  <a:cubicBezTo>
                    <a:pt x="21" y="0"/>
                    <a:pt x="21" y="0"/>
                    <a:pt x="2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1" y="53"/>
                    <a:pt x="31" y="53"/>
                  </a:cubicBezTo>
                  <a:cubicBezTo>
                    <a:pt x="31" y="53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1" y="0"/>
                  </a:lnTo>
                  <a:close/>
                  <a:moveTo>
                    <a:pt x="21" y="0"/>
                  </a:moveTo>
                  <a:cubicBezTo>
                    <a:pt x="21" y="0"/>
                    <a:pt x="21" y="0"/>
                    <a:pt x="2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1" name="Freeform 60">
              <a:extLst>
                <a:ext uri="{FF2B5EF4-FFF2-40B4-BE49-F238E27FC236}">
                  <a16:creationId xmlns:a16="http://schemas.microsoft.com/office/drawing/2014/main" id="{6B1A2145-7F35-894C-BF8E-C6692B9D1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1175" y="3378201"/>
              <a:ext cx="141288" cy="144463"/>
            </a:xfrm>
            <a:custGeom>
              <a:avLst/>
              <a:gdLst/>
              <a:ahLst/>
              <a:cxnLst>
                <a:cxn ang="0">
                  <a:pos x="21" y="53"/>
                </a:cxn>
                <a:cxn ang="0">
                  <a:pos x="21" y="53"/>
                </a:cxn>
                <a:cxn ang="0">
                  <a:pos x="22" y="53"/>
                </a:cxn>
                <a:cxn ang="0">
                  <a:pos x="52" y="22"/>
                </a:cxn>
                <a:cxn ang="0">
                  <a:pos x="52" y="22"/>
                </a:cxn>
                <a:cxn ang="0">
                  <a:pos x="52" y="21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2"/>
                </a:cxn>
                <a:cxn ang="0">
                  <a:pos x="21" y="53"/>
                </a:cxn>
                <a:cxn ang="0">
                  <a:pos x="21" y="53"/>
                </a:cxn>
                <a:cxn ang="0">
                  <a:pos x="21" y="53"/>
                </a:cxn>
              </a:cxnLst>
              <a:rect l="0" t="0" r="r" b="b"/>
              <a:pathLst>
                <a:path w="52" h="53"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2" y="53"/>
                    <a:pt x="22" y="53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1"/>
                    <a:pt x="52" y="2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2"/>
                  </a:cubicBezTo>
                  <a:lnTo>
                    <a:pt x="21" y="53"/>
                  </a:lnTo>
                  <a:close/>
                  <a:moveTo>
                    <a:pt x="21" y="53"/>
                  </a:moveTo>
                  <a:cubicBezTo>
                    <a:pt x="21" y="53"/>
                    <a:pt x="21" y="53"/>
                    <a:pt x="21" y="5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2" name="Freeform 61">
              <a:extLst>
                <a:ext uri="{FF2B5EF4-FFF2-40B4-BE49-F238E27FC236}">
                  <a16:creationId xmlns:a16="http://schemas.microsoft.com/office/drawing/2014/main" id="{366217F5-AE0A-ED4B-B740-90360EAA9B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01013" y="3960813"/>
              <a:ext cx="141288" cy="14128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0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31" y="52"/>
                </a:cxn>
                <a:cxn ang="0">
                  <a:pos x="52" y="32"/>
                </a:cxn>
                <a:cxn ang="0">
                  <a:pos x="52" y="31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52" h="52">
                  <a:moveTo>
                    <a:pt x="2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22" y="0"/>
                  </a:lnTo>
                  <a:close/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83" name="Group 206">
            <a:extLst>
              <a:ext uri="{FF2B5EF4-FFF2-40B4-BE49-F238E27FC236}">
                <a16:creationId xmlns:a16="http://schemas.microsoft.com/office/drawing/2014/main" id="{AAE8ED47-6569-E94B-A6F7-A425340BFD5D}"/>
              </a:ext>
            </a:extLst>
          </p:cNvPr>
          <p:cNvGrpSpPr/>
          <p:nvPr/>
        </p:nvGrpSpPr>
        <p:grpSpPr>
          <a:xfrm>
            <a:off x="3999688" y="4810289"/>
            <a:ext cx="643851" cy="839348"/>
            <a:chOff x="5135563" y="1020763"/>
            <a:chExt cx="873125" cy="1138237"/>
          </a:xfrm>
          <a:solidFill>
            <a:schemeClr val="bg1"/>
          </a:solidFill>
        </p:grpSpPr>
        <p:sp>
          <p:nvSpPr>
            <p:cNvPr id="384" name="Freeform 64">
              <a:extLst>
                <a:ext uri="{FF2B5EF4-FFF2-40B4-BE49-F238E27FC236}">
                  <a16:creationId xmlns:a16="http://schemas.microsoft.com/office/drawing/2014/main" id="{45669C13-512A-1845-86BD-17B550288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3" y="1439863"/>
              <a:ext cx="534988" cy="557213"/>
            </a:xfrm>
            <a:custGeom>
              <a:avLst/>
              <a:gdLst/>
              <a:ahLst/>
              <a:cxnLst>
                <a:cxn ang="0">
                  <a:pos x="167" y="164"/>
                </a:cxn>
                <a:cxn ang="0">
                  <a:pos x="145" y="138"/>
                </a:cxn>
                <a:cxn ang="0">
                  <a:pos x="145" y="138"/>
                </a:cxn>
                <a:cxn ang="0">
                  <a:pos x="140" y="125"/>
                </a:cxn>
                <a:cxn ang="0">
                  <a:pos x="145" y="118"/>
                </a:cxn>
                <a:cxn ang="0">
                  <a:pos x="185" y="3"/>
                </a:cxn>
                <a:cxn ang="0">
                  <a:pos x="176" y="0"/>
                </a:cxn>
                <a:cxn ang="0">
                  <a:pos x="157" y="19"/>
                </a:cxn>
                <a:cxn ang="0">
                  <a:pos x="138" y="0"/>
                </a:cxn>
                <a:cxn ang="0">
                  <a:pos x="138" y="0"/>
                </a:cxn>
                <a:cxn ang="0">
                  <a:pos x="88" y="26"/>
                </a:cxn>
                <a:cxn ang="0">
                  <a:pos x="59" y="50"/>
                </a:cxn>
                <a:cxn ang="0">
                  <a:pos x="4" y="142"/>
                </a:cxn>
                <a:cxn ang="0">
                  <a:pos x="7" y="176"/>
                </a:cxn>
                <a:cxn ang="0">
                  <a:pos x="75" y="192"/>
                </a:cxn>
                <a:cxn ang="0">
                  <a:pos x="140" y="192"/>
                </a:cxn>
                <a:cxn ang="0">
                  <a:pos x="167" y="164"/>
                </a:cxn>
                <a:cxn ang="0">
                  <a:pos x="107" y="183"/>
                </a:cxn>
                <a:cxn ang="0">
                  <a:pos x="85" y="184"/>
                </a:cxn>
                <a:cxn ang="0">
                  <a:pos x="77" y="184"/>
                </a:cxn>
                <a:cxn ang="0">
                  <a:pos x="75" y="184"/>
                </a:cxn>
                <a:cxn ang="0">
                  <a:pos x="75" y="184"/>
                </a:cxn>
                <a:cxn ang="0">
                  <a:pos x="13" y="171"/>
                </a:cxn>
                <a:cxn ang="0">
                  <a:pos x="12" y="144"/>
                </a:cxn>
                <a:cxn ang="0">
                  <a:pos x="65" y="55"/>
                </a:cxn>
                <a:cxn ang="0">
                  <a:pos x="93" y="32"/>
                </a:cxn>
                <a:cxn ang="0">
                  <a:pos x="94" y="31"/>
                </a:cxn>
                <a:cxn ang="0">
                  <a:pos x="137" y="140"/>
                </a:cxn>
                <a:cxn ang="0">
                  <a:pos x="143" y="146"/>
                </a:cxn>
                <a:cxn ang="0">
                  <a:pos x="159" y="164"/>
                </a:cxn>
                <a:cxn ang="0">
                  <a:pos x="140" y="183"/>
                </a:cxn>
                <a:cxn ang="0">
                  <a:pos x="107" y="183"/>
                </a:cxn>
                <a:cxn ang="0">
                  <a:pos x="107" y="183"/>
                </a:cxn>
                <a:cxn ang="0">
                  <a:pos x="107" y="183"/>
                </a:cxn>
              </a:cxnLst>
              <a:rect l="0" t="0" r="r" b="b"/>
              <a:pathLst>
                <a:path w="185" h="192">
                  <a:moveTo>
                    <a:pt x="167" y="164"/>
                  </a:moveTo>
                  <a:cubicBezTo>
                    <a:pt x="167" y="151"/>
                    <a:pt x="158" y="140"/>
                    <a:pt x="145" y="138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5" y="118"/>
                    <a:pt x="145" y="118"/>
                    <a:pt x="145" y="118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2" y="2"/>
                    <a:pt x="179" y="1"/>
                    <a:pt x="176" y="0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16" y="6"/>
                    <a:pt x="88" y="26"/>
                    <a:pt x="88" y="26"/>
                  </a:cubicBezTo>
                  <a:cubicBezTo>
                    <a:pt x="78" y="33"/>
                    <a:pt x="68" y="41"/>
                    <a:pt x="59" y="50"/>
                  </a:cubicBezTo>
                  <a:cubicBezTo>
                    <a:pt x="34" y="75"/>
                    <a:pt x="16" y="104"/>
                    <a:pt x="4" y="142"/>
                  </a:cubicBezTo>
                  <a:cubicBezTo>
                    <a:pt x="1" y="152"/>
                    <a:pt x="0" y="167"/>
                    <a:pt x="7" y="176"/>
                  </a:cubicBezTo>
                  <a:cubicBezTo>
                    <a:pt x="15" y="186"/>
                    <a:pt x="20" y="192"/>
                    <a:pt x="75" y="192"/>
                  </a:cubicBezTo>
                  <a:cubicBezTo>
                    <a:pt x="75" y="192"/>
                    <a:pt x="140" y="192"/>
                    <a:pt x="140" y="192"/>
                  </a:cubicBezTo>
                  <a:cubicBezTo>
                    <a:pt x="155" y="191"/>
                    <a:pt x="167" y="179"/>
                    <a:pt x="167" y="164"/>
                  </a:cubicBezTo>
                  <a:close/>
                  <a:moveTo>
                    <a:pt x="107" y="183"/>
                  </a:moveTo>
                  <a:cubicBezTo>
                    <a:pt x="99" y="183"/>
                    <a:pt x="91" y="184"/>
                    <a:pt x="85" y="184"/>
                  </a:cubicBezTo>
                  <a:cubicBezTo>
                    <a:pt x="82" y="184"/>
                    <a:pt x="79" y="184"/>
                    <a:pt x="77" y="184"/>
                  </a:cubicBezTo>
                  <a:cubicBezTo>
                    <a:pt x="77" y="184"/>
                    <a:pt x="76" y="184"/>
                    <a:pt x="75" y="184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24" y="184"/>
                    <a:pt x="20" y="179"/>
                    <a:pt x="13" y="171"/>
                  </a:cubicBezTo>
                  <a:cubicBezTo>
                    <a:pt x="9" y="165"/>
                    <a:pt x="9" y="153"/>
                    <a:pt x="12" y="144"/>
                  </a:cubicBezTo>
                  <a:cubicBezTo>
                    <a:pt x="23" y="109"/>
                    <a:pt x="40" y="81"/>
                    <a:pt x="65" y="55"/>
                  </a:cubicBezTo>
                  <a:cubicBezTo>
                    <a:pt x="73" y="48"/>
                    <a:pt x="82" y="40"/>
                    <a:pt x="93" y="32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3"/>
                    <a:pt x="140" y="145"/>
                    <a:pt x="143" y="146"/>
                  </a:cubicBezTo>
                  <a:cubicBezTo>
                    <a:pt x="153" y="147"/>
                    <a:pt x="159" y="155"/>
                    <a:pt x="159" y="164"/>
                  </a:cubicBezTo>
                  <a:cubicBezTo>
                    <a:pt x="159" y="175"/>
                    <a:pt x="151" y="183"/>
                    <a:pt x="140" y="183"/>
                  </a:cubicBezTo>
                  <a:cubicBezTo>
                    <a:pt x="140" y="183"/>
                    <a:pt x="124" y="183"/>
                    <a:pt x="107" y="183"/>
                  </a:cubicBezTo>
                  <a:close/>
                  <a:moveTo>
                    <a:pt x="107" y="183"/>
                  </a:moveTo>
                  <a:cubicBezTo>
                    <a:pt x="107" y="183"/>
                    <a:pt x="107" y="183"/>
                    <a:pt x="107" y="18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5" name="Freeform 65">
              <a:extLst>
                <a:ext uri="{FF2B5EF4-FFF2-40B4-BE49-F238E27FC236}">
                  <a16:creationId xmlns:a16="http://schemas.microsoft.com/office/drawing/2014/main" id="{8B7FCB70-018F-BF43-BBF8-BCB2AC298D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0988" y="1457325"/>
              <a:ext cx="647700" cy="701675"/>
            </a:xfrm>
            <a:custGeom>
              <a:avLst/>
              <a:gdLst/>
              <a:ahLst/>
              <a:cxnLst>
                <a:cxn ang="0">
                  <a:pos x="177" y="54"/>
                </a:cxn>
                <a:cxn ang="0">
                  <a:pos x="115" y="0"/>
                </a:cxn>
                <a:cxn ang="0">
                  <a:pos x="93" y="141"/>
                </a:cxn>
                <a:cxn ang="0">
                  <a:pos x="96" y="158"/>
                </a:cxn>
                <a:cxn ang="0">
                  <a:pos x="62" y="193"/>
                </a:cxn>
                <a:cxn ang="0">
                  <a:pos x="0" y="193"/>
                </a:cxn>
                <a:cxn ang="0">
                  <a:pos x="0" y="230"/>
                </a:cxn>
                <a:cxn ang="0">
                  <a:pos x="1" y="242"/>
                </a:cxn>
                <a:cxn ang="0">
                  <a:pos x="156" y="242"/>
                </a:cxn>
                <a:cxn ang="0">
                  <a:pos x="157" y="230"/>
                </a:cxn>
                <a:cxn ang="0">
                  <a:pos x="157" y="134"/>
                </a:cxn>
                <a:cxn ang="0">
                  <a:pos x="170" y="236"/>
                </a:cxn>
                <a:cxn ang="0">
                  <a:pos x="170" y="242"/>
                </a:cxn>
                <a:cxn ang="0">
                  <a:pos x="224" y="242"/>
                </a:cxn>
                <a:cxn ang="0">
                  <a:pos x="224" y="236"/>
                </a:cxn>
                <a:cxn ang="0">
                  <a:pos x="177" y="54"/>
                </a:cxn>
                <a:cxn ang="0">
                  <a:pos x="177" y="54"/>
                </a:cxn>
                <a:cxn ang="0">
                  <a:pos x="177" y="54"/>
                </a:cxn>
              </a:cxnLst>
              <a:rect l="0" t="0" r="r" b="b"/>
              <a:pathLst>
                <a:path w="224" h="242">
                  <a:moveTo>
                    <a:pt x="177" y="54"/>
                  </a:moveTo>
                  <a:cubicBezTo>
                    <a:pt x="164" y="37"/>
                    <a:pt x="144" y="15"/>
                    <a:pt x="115" y="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3" y="141"/>
                    <a:pt x="96" y="152"/>
                    <a:pt x="96" y="158"/>
                  </a:cubicBezTo>
                  <a:cubicBezTo>
                    <a:pt x="96" y="177"/>
                    <a:pt x="81" y="193"/>
                    <a:pt x="6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34"/>
                    <a:pt x="0" y="238"/>
                    <a:pt x="1" y="242"/>
                  </a:cubicBezTo>
                  <a:cubicBezTo>
                    <a:pt x="156" y="242"/>
                    <a:pt x="156" y="242"/>
                    <a:pt x="156" y="242"/>
                  </a:cubicBezTo>
                  <a:cubicBezTo>
                    <a:pt x="157" y="238"/>
                    <a:pt x="157" y="234"/>
                    <a:pt x="157" y="230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64" y="157"/>
                    <a:pt x="170" y="190"/>
                    <a:pt x="170" y="236"/>
                  </a:cubicBezTo>
                  <a:cubicBezTo>
                    <a:pt x="170" y="238"/>
                    <a:pt x="170" y="240"/>
                    <a:pt x="170" y="242"/>
                  </a:cubicBezTo>
                  <a:cubicBezTo>
                    <a:pt x="224" y="242"/>
                    <a:pt x="224" y="242"/>
                    <a:pt x="224" y="242"/>
                  </a:cubicBezTo>
                  <a:cubicBezTo>
                    <a:pt x="224" y="240"/>
                    <a:pt x="224" y="238"/>
                    <a:pt x="224" y="236"/>
                  </a:cubicBezTo>
                  <a:cubicBezTo>
                    <a:pt x="224" y="131"/>
                    <a:pt x="197" y="79"/>
                    <a:pt x="177" y="54"/>
                  </a:cubicBezTo>
                  <a:close/>
                  <a:moveTo>
                    <a:pt x="177" y="54"/>
                  </a:moveTo>
                  <a:cubicBezTo>
                    <a:pt x="177" y="54"/>
                    <a:pt x="177" y="54"/>
                    <a:pt x="177" y="5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6" name="Freeform 66">
              <a:extLst>
                <a:ext uri="{FF2B5EF4-FFF2-40B4-BE49-F238E27FC236}">
                  <a16:creationId xmlns:a16="http://schemas.microsoft.com/office/drawing/2014/main" id="{8F0F34BC-28F3-5D41-B80C-2877278A16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1625" y="1020763"/>
              <a:ext cx="414338" cy="414338"/>
            </a:xfrm>
            <a:custGeom>
              <a:avLst/>
              <a:gdLst/>
              <a:ahLst/>
              <a:cxnLst>
                <a:cxn ang="0">
                  <a:pos x="143" y="71"/>
                </a:cxn>
                <a:cxn ang="0">
                  <a:pos x="72" y="143"/>
                </a:cxn>
                <a:cxn ang="0">
                  <a:pos x="0" y="71"/>
                </a:cxn>
                <a:cxn ang="0">
                  <a:pos x="72" y="0"/>
                </a:cxn>
                <a:cxn ang="0">
                  <a:pos x="143" y="71"/>
                </a:cxn>
                <a:cxn ang="0">
                  <a:pos x="143" y="71"/>
                </a:cxn>
                <a:cxn ang="0">
                  <a:pos x="143" y="7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1"/>
                  </a:cubicBezTo>
                  <a:close/>
                  <a:moveTo>
                    <a:pt x="143" y="71"/>
                  </a:moveTo>
                  <a:cubicBezTo>
                    <a:pt x="143" y="71"/>
                    <a:pt x="143" y="71"/>
                    <a:pt x="143" y="7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87" name="Group 216">
            <a:extLst>
              <a:ext uri="{FF2B5EF4-FFF2-40B4-BE49-F238E27FC236}">
                <a16:creationId xmlns:a16="http://schemas.microsoft.com/office/drawing/2014/main" id="{070F48E5-29B0-CE45-A363-70D7FD126B8A}"/>
              </a:ext>
            </a:extLst>
          </p:cNvPr>
          <p:cNvGrpSpPr/>
          <p:nvPr/>
        </p:nvGrpSpPr>
        <p:grpSpPr>
          <a:xfrm>
            <a:off x="4945020" y="4819510"/>
            <a:ext cx="670766" cy="830127"/>
            <a:chOff x="1685925" y="982663"/>
            <a:chExt cx="735013" cy="909638"/>
          </a:xfrm>
          <a:solidFill>
            <a:schemeClr val="bg1"/>
          </a:solidFill>
        </p:grpSpPr>
        <p:sp>
          <p:nvSpPr>
            <p:cNvPr id="388" name="Freeform 20">
              <a:extLst>
                <a:ext uri="{FF2B5EF4-FFF2-40B4-BE49-F238E27FC236}">
                  <a16:creationId xmlns:a16="http://schemas.microsoft.com/office/drawing/2014/main" id="{104B3B95-1D8D-4B41-912E-853CA1E640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417638"/>
              <a:ext cx="277813" cy="234950"/>
            </a:xfrm>
            <a:custGeom>
              <a:avLst/>
              <a:gdLst/>
              <a:ahLst/>
              <a:cxnLst>
                <a:cxn ang="0">
                  <a:pos x="10" y="33"/>
                </a:cxn>
                <a:cxn ang="0">
                  <a:pos x="11" y="33"/>
                </a:cxn>
                <a:cxn ang="0">
                  <a:pos x="11" y="57"/>
                </a:cxn>
                <a:cxn ang="0">
                  <a:pos x="32" y="57"/>
                </a:cxn>
                <a:cxn ang="0">
                  <a:pos x="94" y="81"/>
                </a:cxn>
                <a:cxn ang="0">
                  <a:pos x="94" y="74"/>
                </a:cxn>
                <a:cxn ang="0">
                  <a:pos x="49" y="57"/>
                </a:cxn>
                <a:cxn ang="0">
                  <a:pos x="94" y="57"/>
                </a:cxn>
                <a:cxn ang="0">
                  <a:pos x="94" y="50"/>
                </a:cxn>
                <a:cxn ang="0">
                  <a:pos x="18" y="50"/>
                </a:cxn>
                <a:cxn ang="0">
                  <a:pos x="18" y="33"/>
                </a:cxn>
                <a:cxn ang="0">
                  <a:pos x="96" y="33"/>
                </a:cxn>
                <a:cxn ang="0">
                  <a:pos x="96" y="18"/>
                </a:cxn>
                <a:cxn ang="0">
                  <a:pos x="89" y="19"/>
                </a:cxn>
                <a:cxn ang="0">
                  <a:pos x="87" y="19"/>
                </a:cxn>
                <a:cxn ang="0">
                  <a:pos x="67" y="2"/>
                </a:cxn>
                <a:cxn ang="0">
                  <a:pos x="67" y="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2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</a:cxnLst>
              <a:rect l="0" t="0" r="r" b="b"/>
              <a:pathLst>
                <a:path w="96" h="81">
                  <a:moveTo>
                    <a:pt x="10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74"/>
                    <a:pt x="94" y="74"/>
                    <a:pt x="94" y="74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18" y="50"/>
                    <a:pt x="18" y="50"/>
                    <a:pt x="18" y="5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4" y="19"/>
                    <a:pt x="90" y="19"/>
                    <a:pt x="89" y="19"/>
                  </a:cubicBezTo>
                  <a:cubicBezTo>
                    <a:pt x="88" y="19"/>
                    <a:pt x="87" y="19"/>
                    <a:pt x="87" y="19"/>
                  </a:cubicBezTo>
                  <a:cubicBezTo>
                    <a:pt x="70" y="19"/>
                    <a:pt x="68" y="12"/>
                    <a:pt x="67" y="2"/>
                  </a:cubicBezTo>
                  <a:cubicBezTo>
                    <a:pt x="67" y="1"/>
                    <a:pt x="67" y="0"/>
                    <a:pt x="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5" y="33"/>
                    <a:pt x="10" y="33"/>
                  </a:cubicBezTo>
                  <a:close/>
                  <a:moveTo>
                    <a:pt x="10" y="33"/>
                  </a:moveTo>
                  <a:cubicBezTo>
                    <a:pt x="10" y="33"/>
                    <a:pt x="10" y="33"/>
                    <a:pt x="10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89" name="Freeform 21">
              <a:extLst>
                <a:ext uri="{FF2B5EF4-FFF2-40B4-BE49-F238E27FC236}">
                  <a16:creationId xmlns:a16="http://schemas.microsoft.com/office/drawing/2014/main" id="{C1FE2674-98A9-0A4D-923C-CD5508DD7D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0588" y="1417638"/>
              <a:ext cx="260350" cy="228600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27" y="0"/>
                </a:cxn>
                <a:cxn ang="0">
                  <a:pos x="27" y="1"/>
                </a:cxn>
                <a:cxn ang="0">
                  <a:pos x="7" y="18"/>
                </a:cxn>
                <a:cxn ang="0">
                  <a:pos x="0" y="17"/>
                </a:cxn>
                <a:cxn ang="0">
                  <a:pos x="0" y="33"/>
                </a:cxn>
                <a:cxn ang="0">
                  <a:pos x="72" y="33"/>
                </a:cxn>
                <a:cxn ang="0">
                  <a:pos x="72" y="50"/>
                </a:cxn>
                <a:cxn ang="0">
                  <a:pos x="1" y="50"/>
                </a:cxn>
                <a:cxn ang="0">
                  <a:pos x="1" y="57"/>
                </a:cxn>
                <a:cxn ang="0">
                  <a:pos x="41" y="57"/>
                </a:cxn>
                <a:cxn ang="0">
                  <a:pos x="1" y="72"/>
                </a:cxn>
                <a:cxn ang="0">
                  <a:pos x="1" y="79"/>
                </a:cxn>
                <a:cxn ang="0">
                  <a:pos x="58" y="57"/>
                </a:cxn>
                <a:cxn ang="0">
                  <a:pos x="79" y="57"/>
                </a:cxn>
                <a:cxn ang="0">
                  <a:pos x="79" y="33"/>
                </a:cxn>
                <a:cxn ang="0">
                  <a:pos x="80" y="33"/>
                </a:cxn>
                <a:cxn ang="0">
                  <a:pos x="90" y="23"/>
                </a:cxn>
                <a:cxn ang="0">
                  <a:pos x="90" y="10"/>
                </a:cxn>
                <a:cxn ang="0">
                  <a:pos x="80" y="0"/>
                </a:cxn>
                <a:cxn ang="0">
                  <a:pos x="80" y="0"/>
                </a:cxn>
                <a:cxn ang="0">
                  <a:pos x="80" y="0"/>
                </a:cxn>
              </a:cxnLst>
              <a:rect l="0" t="0" r="r" b="b"/>
              <a:pathLst>
                <a:path w="90" h="79">
                  <a:moveTo>
                    <a:pt x="8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1"/>
                  </a:cubicBezTo>
                  <a:cubicBezTo>
                    <a:pt x="26" y="11"/>
                    <a:pt x="22" y="20"/>
                    <a:pt x="7" y="18"/>
                  </a:cubicBezTo>
                  <a:cubicBezTo>
                    <a:pt x="5" y="18"/>
                    <a:pt x="1" y="18"/>
                    <a:pt x="0" y="17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5" y="33"/>
                    <a:pt x="90" y="28"/>
                    <a:pt x="90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4"/>
                    <a:pt x="85" y="0"/>
                    <a:pt x="80" y="0"/>
                  </a:cubicBezTo>
                  <a:close/>
                  <a:moveTo>
                    <a:pt x="80" y="0"/>
                  </a:moveTo>
                  <a:cubicBezTo>
                    <a:pt x="80" y="0"/>
                    <a:pt x="80" y="0"/>
                    <a:pt x="80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0" name="Freeform 22">
              <a:extLst>
                <a:ext uri="{FF2B5EF4-FFF2-40B4-BE49-F238E27FC236}">
                  <a16:creationId xmlns:a16="http://schemas.microsoft.com/office/drawing/2014/main" id="{FF321AE6-BE1A-AF4C-8232-90B4FB96B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925" y="1706563"/>
              <a:ext cx="722313" cy="185738"/>
            </a:xfrm>
            <a:custGeom>
              <a:avLst/>
              <a:gdLst/>
              <a:ahLst/>
              <a:cxnLst>
                <a:cxn ang="0">
                  <a:pos x="245" y="44"/>
                </a:cxn>
                <a:cxn ang="0">
                  <a:pos x="245" y="40"/>
                </a:cxn>
                <a:cxn ang="0">
                  <a:pos x="250" y="40"/>
                </a:cxn>
                <a:cxn ang="0">
                  <a:pos x="250" y="33"/>
                </a:cxn>
                <a:cxn ang="0">
                  <a:pos x="244" y="33"/>
                </a:cxn>
                <a:cxn ang="0">
                  <a:pos x="163" y="1"/>
                </a:cxn>
                <a:cxn ang="0">
                  <a:pos x="159" y="7"/>
                </a:cxn>
                <a:cxn ang="0">
                  <a:pos x="227" y="33"/>
                </a:cxn>
                <a:cxn ang="0">
                  <a:pos x="27" y="33"/>
                </a:cxn>
                <a:cxn ang="0">
                  <a:pos x="99" y="5"/>
                </a:cxn>
                <a:cxn ang="0">
                  <a:pos x="96" y="0"/>
                </a:cxn>
                <a:cxn ang="0">
                  <a:pos x="10" y="33"/>
                </a:cxn>
                <a:cxn ang="0">
                  <a:pos x="4" y="33"/>
                </a:cxn>
                <a:cxn ang="0">
                  <a:pos x="4" y="40"/>
                </a:cxn>
                <a:cxn ang="0">
                  <a:pos x="6" y="40"/>
                </a:cxn>
                <a:cxn ang="0">
                  <a:pos x="6" y="44"/>
                </a:cxn>
                <a:cxn ang="0">
                  <a:pos x="0" y="53"/>
                </a:cxn>
                <a:cxn ang="0">
                  <a:pos x="11" y="64"/>
                </a:cxn>
                <a:cxn ang="0">
                  <a:pos x="22" y="53"/>
                </a:cxn>
                <a:cxn ang="0">
                  <a:pos x="16" y="44"/>
                </a:cxn>
                <a:cxn ang="0">
                  <a:pos x="16" y="40"/>
                </a:cxn>
                <a:cxn ang="0">
                  <a:pos x="234" y="40"/>
                </a:cxn>
                <a:cxn ang="0">
                  <a:pos x="234" y="44"/>
                </a:cxn>
                <a:cxn ang="0">
                  <a:pos x="229" y="53"/>
                </a:cxn>
                <a:cxn ang="0">
                  <a:pos x="240" y="64"/>
                </a:cxn>
                <a:cxn ang="0">
                  <a:pos x="250" y="53"/>
                </a:cxn>
                <a:cxn ang="0">
                  <a:pos x="245" y="44"/>
                </a:cxn>
                <a:cxn ang="0">
                  <a:pos x="245" y="44"/>
                </a:cxn>
                <a:cxn ang="0">
                  <a:pos x="245" y="44"/>
                </a:cxn>
              </a:cxnLst>
              <a:rect l="0" t="0" r="r" b="b"/>
              <a:pathLst>
                <a:path w="250" h="64">
                  <a:moveTo>
                    <a:pt x="245" y="44"/>
                  </a:moveTo>
                  <a:cubicBezTo>
                    <a:pt x="245" y="40"/>
                    <a:pt x="245" y="40"/>
                    <a:pt x="245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3"/>
                    <a:pt x="250" y="33"/>
                    <a:pt x="250" y="33"/>
                  </a:cubicBezTo>
                  <a:cubicBezTo>
                    <a:pt x="244" y="33"/>
                    <a:pt x="244" y="33"/>
                    <a:pt x="244" y="33"/>
                  </a:cubicBezTo>
                  <a:cubicBezTo>
                    <a:pt x="163" y="1"/>
                    <a:pt x="163" y="1"/>
                    <a:pt x="163" y="1"/>
                  </a:cubicBezTo>
                  <a:cubicBezTo>
                    <a:pt x="162" y="3"/>
                    <a:pt x="160" y="5"/>
                    <a:pt x="159" y="7"/>
                  </a:cubicBezTo>
                  <a:cubicBezTo>
                    <a:pt x="227" y="33"/>
                    <a:pt x="227" y="33"/>
                    <a:pt x="2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3"/>
                    <a:pt x="96" y="2"/>
                    <a:pt x="96" y="0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2" y="46"/>
                    <a:pt x="0" y="49"/>
                    <a:pt x="0" y="53"/>
                  </a:cubicBezTo>
                  <a:cubicBezTo>
                    <a:pt x="0" y="59"/>
                    <a:pt x="5" y="64"/>
                    <a:pt x="11" y="64"/>
                  </a:cubicBezTo>
                  <a:cubicBezTo>
                    <a:pt x="17" y="64"/>
                    <a:pt x="22" y="59"/>
                    <a:pt x="22" y="53"/>
                  </a:cubicBezTo>
                  <a:cubicBezTo>
                    <a:pt x="22" y="49"/>
                    <a:pt x="19" y="46"/>
                    <a:pt x="16" y="44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234" y="40"/>
                    <a:pt x="234" y="40"/>
                    <a:pt x="234" y="40"/>
                  </a:cubicBezTo>
                  <a:cubicBezTo>
                    <a:pt x="234" y="44"/>
                    <a:pt x="234" y="44"/>
                    <a:pt x="234" y="44"/>
                  </a:cubicBezTo>
                  <a:cubicBezTo>
                    <a:pt x="231" y="46"/>
                    <a:pt x="229" y="49"/>
                    <a:pt x="229" y="53"/>
                  </a:cubicBezTo>
                  <a:cubicBezTo>
                    <a:pt x="229" y="59"/>
                    <a:pt x="233" y="64"/>
                    <a:pt x="240" y="64"/>
                  </a:cubicBezTo>
                  <a:cubicBezTo>
                    <a:pt x="246" y="64"/>
                    <a:pt x="250" y="59"/>
                    <a:pt x="250" y="53"/>
                  </a:cubicBezTo>
                  <a:cubicBezTo>
                    <a:pt x="250" y="49"/>
                    <a:pt x="248" y="46"/>
                    <a:pt x="245" y="44"/>
                  </a:cubicBezTo>
                  <a:close/>
                  <a:moveTo>
                    <a:pt x="245" y="44"/>
                  </a:moveTo>
                  <a:cubicBezTo>
                    <a:pt x="245" y="44"/>
                    <a:pt x="245" y="44"/>
                    <a:pt x="245" y="4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1" name="Freeform 23">
              <a:extLst>
                <a:ext uri="{FF2B5EF4-FFF2-40B4-BE49-F238E27FC236}">
                  <a16:creationId xmlns:a16="http://schemas.microsoft.com/office/drawing/2014/main" id="{DAC91421-F0C0-7942-A559-F07B94C872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63" y="1420813"/>
              <a:ext cx="80963" cy="3063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4" y="106"/>
                </a:cxn>
                <a:cxn ang="0">
                  <a:pos x="28" y="92"/>
                </a:cxn>
                <a:cxn ang="0">
                  <a:pos x="28" y="1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8" h="106"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4" y="106"/>
                  </a:cubicBezTo>
                  <a:cubicBezTo>
                    <a:pt x="21" y="106"/>
                    <a:pt x="28" y="100"/>
                    <a:pt x="28" y="9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6"/>
                    <a:pt x="21" y="0"/>
                    <a:pt x="14" y="0"/>
                  </a:cubicBezTo>
                  <a:close/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2" name="Freeform 24">
              <a:extLst>
                <a:ext uri="{FF2B5EF4-FFF2-40B4-BE49-F238E27FC236}">
                  <a16:creationId xmlns:a16="http://schemas.microsoft.com/office/drawing/2014/main" id="{BE98DA77-A847-D440-B63D-897EC66F8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8025" y="1420813"/>
              <a:ext cx="77788" cy="30638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14"/>
                </a:cxn>
                <a:cxn ang="0">
                  <a:pos x="0" y="92"/>
                </a:cxn>
                <a:cxn ang="0">
                  <a:pos x="13" y="106"/>
                </a:cxn>
                <a:cxn ang="0">
                  <a:pos x="27" y="92"/>
                </a:cxn>
                <a:cxn ang="0">
                  <a:pos x="27" y="14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7" h="106"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6" y="106"/>
                    <a:pt x="13" y="106"/>
                  </a:cubicBezTo>
                  <a:cubicBezTo>
                    <a:pt x="21" y="106"/>
                    <a:pt x="27" y="100"/>
                    <a:pt x="27" y="9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3" name="Freeform 25">
              <a:extLst>
                <a:ext uri="{FF2B5EF4-FFF2-40B4-BE49-F238E27FC236}">
                  <a16:creationId xmlns:a16="http://schemas.microsoft.com/office/drawing/2014/main" id="{1FE0DC40-6C69-9E43-A296-A46528A72C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675" y="982663"/>
              <a:ext cx="174625" cy="174625"/>
            </a:xfrm>
            <a:custGeom>
              <a:avLst/>
              <a:gdLst/>
              <a:ahLst/>
              <a:cxnLst>
                <a:cxn ang="0">
                  <a:pos x="60" y="30"/>
                </a:cxn>
                <a:cxn ang="0">
                  <a:pos x="30" y="60"/>
                </a:cxn>
                <a:cxn ang="0">
                  <a:pos x="0" y="30"/>
                </a:cxn>
                <a:cxn ang="0">
                  <a:pos x="30" y="0"/>
                </a:cxn>
                <a:cxn ang="0">
                  <a:pos x="60" y="30"/>
                </a:cxn>
                <a:cxn ang="0">
                  <a:pos x="60" y="30"/>
                </a:cxn>
                <a:cxn ang="0">
                  <a:pos x="60" y="30"/>
                </a:cxn>
              </a:cxnLst>
              <a:rect l="0" t="0" r="r" b="b"/>
              <a:pathLst>
                <a:path w="60" h="60">
                  <a:moveTo>
                    <a:pt x="60" y="30"/>
                  </a:moveTo>
                  <a:cubicBezTo>
                    <a:pt x="60" y="46"/>
                    <a:pt x="47" y="60"/>
                    <a:pt x="30" y="60"/>
                  </a:cubicBez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lose/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4" name="Freeform 26">
              <a:extLst>
                <a:ext uri="{FF2B5EF4-FFF2-40B4-BE49-F238E27FC236}">
                  <a16:creationId xmlns:a16="http://schemas.microsoft.com/office/drawing/2014/main" id="{DFF6D046-E423-A941-9DB7-881926A0A2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3250" y="1162050"/>
              <a:ext cx="365125" cy="298450"/>
            </a:xfrm>
            <a:custGeom>
              <a:avLst/>
              <a:gdLst/>
              <a:ahLst/>
              <a:cxnLst>
                <a:cxn ang="0">
                  <a:pos x="19" y="103"/>
                </a:cxn>
                <a:cxn ang="0">
                  <a:pos x="20" y="102"/>
                </a:cxn>
                <a:cxn ang="0">
                  <a:pos x="31" y="90"/>
                </a:cxn>
                <a:cxn ang="0">
                  <a:pos x="33" y="51"/>
                </a:cxn>
                <a:cxn ang="0">
                  <a:pos x="33" y="92"/>
                </a:cxn>
                <a:cxn ang="0">
                  <a:pos x="34" y="94"/>
                </a:cxn>
                <a:cxn ang="0">
                  <a:pos x="50" y="84"/>
                </a:cxn>
                <a:cxn ang="0">
                  <a:pos x="62" y="89"/>
                </a:cxn>
                <a:cxn ang="0">
                  <a:pos x="64" y="92"/>
                </a:cxn>
                <a:cxn ang="0">
                  <a:pos x="79" y="84"/>
                </a:cxn>
                <a:cxn ang="0">
                  <a:pos x="95" y="93"/>
                </a:cxn>
                <a:cxn ang="0">
                  <a:pos x="95" y="92"/>
                </a:cxn>
                <a:cxn ang="0">
                  <a:pos x="95" y="50"/>
                </a:cxn>
                <a:cxn ang="0">
                  <a:pos x="98" y="89"/>
                </a:cxn>
                <a:cxn ang="0">
                  <a:pos x="108" y="101"/>
                </a:cxn>
                <a:cxn ang="0">
                  <a:pos x="109" y="101"/>
                </a:cxn>
                <a:cxn ang="0">
                  <a:pos x="121" y="91"/>
                </a:cxn>
                <a:cxn ang="0">
                  <a:pos x="71" y="0"/>
                </a:cxn>
                <a:cxn ang="0">
                  <a:pos x="64" y="8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8" y="92"/>
                </a:cxn>
                <a:cxn ang="0">
                  <a:pos x="19" y="103"/>
                </a:cxn>
                <a:cxn ang="0">
                  <a:pos x="19" y="103"/>
                </a:cxn>
                <a:cxn ang="0">
                  <a:pos x="19" y="103"/>
                </a:cxn>
              </a:cxnLst>
              <a:rect l="0" t="0" r="r" b="b"/>
              <a:pathLst>
                <a:path w="126" h="103">
                  <a:moveTo>
                    <a:pt x="19" y="103"/>
                  </a:moveTo>
                  <a:cubicBezTo>
                    <a:pt x="20" y="103"/>
                    <a:pt x="20" y="102"/>
                    <a:pt x="20" y="102"/>
                  </a:cubicBezTo>
                  <a:cubicBezTo>
                    <a:pt x="27" y="102"/>
                    <a:pt x="31" y="96"/>
                    <a:pt x="31" y="90"/>
                  </a:cubicBezTo>
                  <a:cubicBezTo>
                    <a:pt x="29" y="72"/>
                    <a:pt x="30" y="60"/>
                    <a:pt x="33" y="51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3" y="93"/>
                    <a:pt x="34" y="94"/>
                    <a:pt x="34" y="94"/>
                  </a:cubicBezTo>
                  <a:cubicBezTo>
                    <a:pt x="36" y="88"/>
                    <a:pt x="43" y="84"/>
                    <a:pt x="50" y="84"/>
                  </a:cubicBezTo>
                  <a:cubicBezTo>
                    <a:pt x="55" y="84"/>
                    <a:pt x="59" y="86"/>
                    <a:pt x="62" y="89"/>
                  </a:cubicBezTo>
                  <a:cubicBezTo>
                    <a:pt x="63" y="90"/>
                    <a:pt x="64" y="91"/>
                    <a:pt x="64" y="92"/>
                  </a:cubicBezTo>
                  <a:cubicBezTo>
                    <a:pt x="68" y="87"/>
                    <a:pt x="73" y="84"/>
                    <a:pt x="79" y="84"/>
                  </a:cubicBezTo>
                  <a:cubicBezTo>
                    <a:pt x="86" y="84"/>
                    <a:pt x="91" y="88"/>
                    <a:pt x="95" y="93"/>
                  </a:cubicBezTo>
                  <a:cubicBezTo>
                    <a:pt x="95" y="93"/>
                    <a:pt x="95" y="92"/>
                    <a:pt x="95" y="92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8" y="59"/>
                    <a:pt x="99" y="71"/>
                    <a:pt x="98" y="89"/>
                  </a:cubicBezTo>
                  <a:cubicBezTo>
                    <a:pt x="97" y="95"/>
                    <a:pt x="102" y="101"/>
                    <a:pt x="108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5" y="101"/>
                    <a:pt x="120" y="97"/>
                    <a:pt x="121" y="91"/>
                  </a:cubicBezTo>
                  <a:cubicBezTo>
                    <a:pt x="126" y="39"/>
                    <a:pt x="101" y="7"/>
                    <a:pt x="71" y="0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7" y="3"/>
                    <a:pt x="0" y="20"/>
                    <a:pt x="8" y="92"/>
                  </a:cubicBezTo>
                  <a:cubicBezTo>
                    <a:pt x="8" y="98"/>
                    <a:pt x="13" y="103"/>
                    <a:pt x="19" y="103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395" name="Group 224">
            <a:extLst>
              <a:ext uri="{FF2B5EF4-FFF2-40B4-BE49-F238E27FC236}">
                <a16:creationId xmlns:a16="http://schemas.microsoft.com/office/drawing/2014/main" id="{2E1EE9E1-3108-AC44-9E13-61C3A0593C6A}"/>
              </a:ext>
            </a:extLst>
          </p:cNvPr>
          <p:cNvGrpSpPr/>
          <p:nvPr/>
        </p:nvGrpSpPr>
        <p:grpSpPr>
          <a:xfrm>
            <a:off x="1777601" y="4725209"/>
            <a:ext cx="904897" cy="924428"/>
            <a:chOff x="-9525" y="3198813"/>
            <a:chExt cx="882650" cy="901700"/>
          </a:xfrm>
          <a:solidFill>
            <a:schemeClr val="bg1"/>
          </a:solidFill>
        </p:grpSpPr>
        <p:sp>
          <p:nvSpPr>
            <p:cNvPr id="396" name="Freeform 15">
              <a:extLst>
                <a:ext uri="{FF2B5EF4-FFF2-40B4-BE49-F238E27FC236}">
                  <a16:creationId xmlns:a16="http://schemas.microsoft.com/office/drawing/2014/main" id="{853CA0A8-2D60-3B40-A766-AD0B862478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238" y="3581400"/>
              <a:ext cx="254000" cy="109538"/>
            </a:xfrm>
            <a:custGeom>
              <a:avLst/>
              <a:gdLst/>
              <a:ahLst/>
              <a:cxnLst>
                <a:cxn ang="0">
                  <a:pos x="73" y="13"/>
                </a:cxn>
                <a:cxn ang="0">
                  <a:pos x="20" y="4"/>
                </a:cxn>
                <a:cxn ang="0">
                  <a:pos x="4" y="4"/>
                </a:cxn>
                <a:cxn ang="0">
                  <a:pos x="4" y="20"/>
                </a:cxn>
                <a:cxn ang="0">
                  <a:pos x="55" y="38"/>
                </a:cxn>
                <a:cxn ang="0">
                  <a:pos x="78" y="36"/>
                </a:cxn>
                <a:cxn ang="0">
                  <a:pos x="86" y="22"/>
                </a:cxn>
                <a:cxn ang="0">
                  <a:pos x="73" y="13"/>
                </a:cxn>
                <a:cxn ang="0">
                  <a:pos x="73" y="13"/>
                </a:cxn>
                <a:cxn ang="0">
                  <a:pos x="73" y="13"/>
                </a:cxn>
              </a:cxnLst>
              <a:rect l="0" t="0" r="r" b="b"/>
              <a:pathLst>
                <a:path w="88" h="38">
                  <a:moveTo>
                    <a:pt x="73" y="13"/>
                  </a:moveTo>
                  <a:cubicBezTo>
                    <a:pt x="38" y="21"/>
                    <a:pt x="21" y="5"/>
                    <a:pt x="20" y="4"/>
                  </a:cubicBezTo>
                  <a:cubicBezTo>
                    <a:pt x="16" y="0"/>
                    <a:pt x="9" y="0"/>
                    <a:pt x="4" y="4"/>
                  </a:cubicBezTo>
                  <a:cubicBezTo>
                    <a:pt x="0" y="8"/>
                    <a:pt x="0" y="15"/>
                    <a:pt x="4" y="20"/>
                  </a:cubicBezTo>
                  <a:cubicBezTo>
                    <a:pt x="5" y="21"/>
                    <a:pt x="22" y="38"/>
                    <a:pt x="55" y="38"/>
                  </a:cubicBezTo>
                  <a:cubicBezTo>
                    <a:pt x="62" y="38"/>
                    <a:pt x="70" y="37"/>
                    <a:pt x="78" y="36"/>
                  </a:cubicBezTo>
                  <a:cubicBezTo>
                    <a:pt x="84" y="34"/>
                    <a:pt x="88" y="28"/>
                    <a:pt x="86" y="22"/>
                  </a:cubicBezTo>
                  <a:cubicBezTo>
                    <a:pt x="85" y="16"/>
                    <a:pt x="79" y="12"/>
                    <a:pt x="73" y="13"/>
                  </a:cubicBezTo>
                  <a:close/>
                  <a:moveTo>
                    <a:pt x="73" y="13"/>
                  </a:moveTo>
                  <a:cubicBezTo>
                    <a:pt x="73" y="13"/>
                    <a:pt x="73" y="13"/>
                    <a:pt x="73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7" name="Freeform 16">
              <a:extLst>
                <a:ext uri="{FF2B5EF4-FFF2-40B4-BE49-F238E27FC236}">
                  <a16:creationId xmlns:a16="http://schemas.microsoft.com/office/drawing/2014/main" id="{815951D2-C6A8-744A-830C-40408DBC8D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900" y="3462338"/>
              <a:ext cx="147638" cy="144463"/>
            </a:xfrm>
            <a:custGeom>
              <a:avLst/>
              <a:gdLst/>
              <a:ahLst/>
              <a:cxnLst>
                <a:cxn ang="0">
                  <a:pos x="51" y="25"/>
                </a:cxn>
                <a:cxn ang="0">
                  <a:pos x="25" y="50"/>
                </a:cxn>
                <a:cxn ang="0">
                  <a:pos x="0" y="25"/>
                </a:cxn>
                <a:cxn ang="0">
                  <a:pos x="25" y="0"/>
                </a:cxn>
                <a:cxn ang="0">
                  <a:pos x="51" y="25"/>
                </a:cxn>
                <a:cxn ang="0">
                  <a:pos x="51" y="25"/>
                </a:cxn>
                <a:cxn ang="0">
                  <a:pos x="51" y="25"/>
                </a:cxn>
              </a:cxnLst>
              <a:rect l="0" t="0" r="r" b="b"/>
              <a:pathLst>
                <a:path w="51" h="50">
                  <a:moveTo>
                    <a:pt x="51" y="25"/>
                  </a:moveTo>
                  <a:cubicBezTo>
                    <a:pt x="51" y="39"/>
                    <a:pt x="40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40" y="0"/>
                    <a:pt x="51" y="11"/>
                    <a:pt x="51" y="25"/>
                  </a:cubicBezTo>
                  <a:close/>
                  <a:moveTo>
                    <a:pt x="51" y="25"/>
                  </a:moveTo>
                  <a:cubicBezTo>
                    <a:pt x="51" y="25"/>
                    <a:pt x="51" y="25"/>
                    <a:pt x="51" y="2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8" name="Freeform 17">
              <a:extLst>
                <a:ext uri="{FF2B5EF4-FFF2-40B4-BE49-F238E27FC236}">
                  <a16:creationId xmlns:a16="http://schemas.microsoft.com/office/drawing/2014/main" id="{158192BD-E4BC-D049-A908-71E41BC58A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525" y="3549650"/>
              <a:ext cx="882650" cy="550863"/>
            </a:xfrm>
            <a:custGeom>
              <a:avLst/>
              <a:gdLst/>
              <a:ahLst/>
              <a:cxnLst>
                <a:cxn ang="0">
                  <a:pos x="295" y="99"/>
                </a:cxn>
                <a:cxn ang="0">
                  <a:pos x="247" y="80"/>
                </a:cxn>
                <a:cxn ang="0">
                  <a:pos x="242" y="79"/>
                </a:cxn>
                <a:cxn ang="0">
                  <a:pos x="230" y="79"/>
                </a:cxn>
                <a:cxn ang="0">
                  <a:pos x="230" y="76"/>
                </a:cxn>
                <a:cxn ang="0">
                  <a:pos x="229" y="73"/>
                </a:cxn>
                <a:cxn ang="0">
                  <a:pos x="274" y="85"/>
                </a:cxn>
                <a:cxn ang="0">
                  <a:pos x="277" y="85"/>
                </a:cxn>
                <a:cxn ang="0">
                  <a:pos x="290" y="75"/>
                </a:cxn>
                <a:cxn ang="0">
                  <a:pos x="281" y="59"/>
                </a:cxn>
                <a:cxn ang="0">
                  <a:pos x="222" y="43"/>
                </a:cxn>
                <a:cxn ang="0">
                  <a:pos x="218" y="42"/>
                </a:cxn>
                <a:cxn ang="0">
                  <a:pos x="178" y="42"/>
                </a:cxn>
                <a:cxn ang="0">
                  <a:pos x="167" y="51"/>
                </a:cxn>
                <a:cxn ang="0">
                  <a:pos x="147" y="54"/>
                </a:cxn>
                <a:cxn ang="0">
                  <a:pos x="91" y="35"/>
                </a:cxn>
                <a:cxn ang="0">
                  <a:pos x="85" y="25"/>
                </a:cxn>
                <a:cxn ang="0">
                  <a:pos x="88" y="14"/>
                </a:cxn>
                <a:cxn ang="0">
                  <a:pos x="100" y="8"/>
                </a:cxn>
                <a:cxn ang="0">
                  <a:pos x="110" y="11"/>
                </a:cxn>
                <a:cxn ang="0">
                  <a:pos x="133" y="21"/>
                </a:cxn>
                <a:cxn ang="0">
                  <a:pos x="108" y="5"/>
                </a:cxn>
                <a:cxn ang="0">
                  <a:pos x="82" y="10"/>
                </a:cxn>
                <a:cxn ang="0">
                  <a:pos x="79" y="14"/>
                </a:cxn>
                <a:cxn ang="0">
                  <a:pos x="76" y="19"/>
                </a:cxn>
                <a:cxn ang="0">
                  <a:pos x="76" y="19"/>
                </a:cxn>
                <a:cxn ang="0">
                  <a:pos x="83" y="45"/>
                </a:cxn>
                <a:cxn ang="0">
                  <a:pos x="130" y="75"/>
                </a:cxn>
                <a:cxn ang="0">
                  <a:pos x="132" y="76"/>
                </a:cxn>
                <a:cxn ang="0">
                  <a:pos x="132" y="76"/>
                </a:cxn>
                <a:cxn ang="0">
                  <a:pos x="132" y="79"/>
                </a:cxn>
                <a:cxn ang="0">
                  <a:pos x="118" y="79"/>
                </a:cxn>
                <a:cxn ang="0">
                  <a:pos x="55" y="35"/>
                </a:cxn>
                <a:cxn ang="0">
                  <a:pos x="56" y="34"/>
                </a:cxn>
                <a:cxn ang="0">
                  <a:pos x="54" y="23"/>
                </a:cxn>
                <a:cxn ang="0">
                  <a:pos x="32" y="10"/>
                </a:cxn>
                <a:cxn ang="0">
                  <a:pos x="22" y="12"/>
                </a:cxn>
                <a:cxn ang="0">
                  <a:pos x="4" y="17"/>
                </a:cxn>
                <a:cxn ang="0">
                  <a:pos x="8" y="36"/>
                </a:cxn>
                <a:cxn ang="0">
                  <a:pos x="106" y="104"/>
                </a:cxn>
                <a:cxn ang="0">
                  <a:pos x="114" y="107"/>
                </a:cxn>
                <a:cxn ang="0">
                  <a:pos x="132" y="107"/>
                </a:cxn>
                <a:cxn ang="0">
                  <a:pos x="140" y="112"/>
                </a:cxn>
                <a:cxn ang="0">
                  <a:pos x="157" y="112"/>
                </a:cxn>
                <a:cxn ang="0">
                  <a:pos x="157" y="177"/>
                </a:cxn>
                <a:cxn ang="0">
                  <a:pos x="149" y="177"/>
                </a:cxn>
                <a:cxn ang="0">
                  <a:pos x="142" y="184"/>
                </a:cxn>
                <a:cxn ang="0">
                  <a:pos x="149" y="190"/>
                </a:cxn>
                <a:cxn ang="0">
                  <a:pos x="214" y="190"/>
                </a:cxn>
                <a:cxn ang="0">
                  <a:pos x="220" y="184"/>
                </a:cxn>
                <a:cxn ang="0">
                  <a:pos x="214" y="177"/>
                </a:cxn>
                <a:cxn ang="0">
                  <a:pos x="204" y="177"/>
                </a:cxn>
                <a:cxn ang="0">
                  <a:pos x="204" y="112"/>
                </a:cxn>
                <a:cxn ang="0">
                  <a:pos x="221" y="112"/>
                </a:cxn>
                <a:cxn ang="0">
                  <a:pos x="229" y="107"/>
                </a:cxn>
                <a:cxn ang="0">
                  <a:pos x="239" y="107"/>
                </a:cxn>
                <a:cxn ang="0">
                  <a:pos x="284" y="125"/>
                </a:cxn>
                <a:cxn ang="0">
                  <a:pos x="289" y="126"/>
                </a:cxn>
                <a:cxn ang="0">
                  <a:pos x="302" y="117"/>
                </a:cxn>
                <a:cxn ang="0">
                  <a:pos x="295" y="99"/>
                </a:cxn>
                <a:cxn ang="0">
                  <a:pos x="295" y="99"/>
                </a:cxn>
                <a:cxn ang="0">
                  <a:pos x="295" y="99"/>
                </a:cxn>
              </a:cxnLst>
              <a:rect l="0" t="0" r="r" b="b"/>
              <a:pathLst>
                <a:path w="305" h="190">
                  <a:moveTo>
                    <a:pt x="295" y="99"/>
                  </a:moveTo>
                  <a:cubicBezTo>
                    <a:pt x="247" y="80"/>
                    <a:pt x="247" y="80"/>
                    <a:pt x="247" y="80"/>
                  </a:cubicBezTo>
                  <a:cubicBezTo>
                    <a:pt x="245" y="79"/>
                    <a:pt x="244" y="79"/>
                    <a:pt x="242" y="79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5"/>
                    <a:pt x="229" y="74"/>
                    <a:pt x="229" y="73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5" y="85"/>
                    <a:pt x="276" y="85"/>
                    <a:pt x="277" y="85"/>
                  </a:cubicBezTo>
                  <a:cubicBezTo>
                    <a:pt x="283" y="85"/>
                    <a:pt x="289" y="81"/>
                    <a:pt x="290" y="75"/>
                  </a:cubicBezTo>
                  <a:cubicBezTo>
                    <a:pt x="292" y="68"/>
                    <a:pt x="288" y="61"/>
                    <a:pt x="281" y="59"/>
                  </a:cubicBezTo>
                  <a:cubicBezTo>
                    <a:pt x="222" y="43"/>
                    <a:pt x="222" y="43"/>
                    <a:pt x="222" y="43"/>
                  </a:cubicBezTo>
                  <a:cubicBezTo>
                    <a:pt x="220" y="42"/>
                    <a:pt x="219" y="42"/>
                    <a:pt x="218" y="42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6" y="47"/>
                    <a:pt x="172" y="50"/>
                    <a:pt x="167" y="51"/>
                  </a:cubicBezTo>
                  <a:cubicBezTo>
                    <a:pt x="160" y="53"/>
                    <a:pt x="153" y="54"/>
                    <a:pt x="147" y="54"/>
                  </a:cubicBezTo>
                  <a:cubicBezTo>
                    <a:pt x="114" y="54"/>
                    <a:pt x="92" y="36"/>
                    <a:pt x="91" y="35"/>
                  </a:cubicBezTo>
                  <a:cubicBezTo>
                    <a:pt x="87" y="33"/>
                    <a:pt x="85" y="29"/>
                    <a:pt x="85" y="25"/>
                  </a:cubicBezTo>
                  <a:cubicBezTo>
                    <a:pt x="85" y="21"/>
                    <a:pt x="86" y="17"/>
                    <a:pt x="88" y="14"/>
                  </a:cubicBezTo>
                  <a:cubicBezTo>
                    <a:pt x="91" y="10"/>
                    <a:pt x="96" y="8"/>
                    <a:pt x="100" y="8"/>
                  </a:cubicBezTo>
                  <a:cubicBezTo>
                    <a:pt x="104" y="8"/>
                    <a:pt x="107" y="9"/>
                    <a:pt x="110" y="11"/>
                  </a:cubicBezTo>
                  <a:cubicBezTo>
                    <a:pt x="110" y="12"/>
                    <a:pt x="119" y="18"/>
                    <a:pt x="133" y="21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99" y="0"/>
                    <a:pt x="89" y="4"/>
                    <a:pt x="82" y="10"/>
                  </a:cubicBezTo>
                  <a:cubicBezTo>
                    <a:pt x="82" y="10"/>
                    <a:pt x="80" y="11"/>
                    <a:pt x="79" y="14"/>
                  </a:cubicBezTo>
                  <a:cubicBezTo>
                    <a:pt x="77" y="16"/>
                    <a:pt x="76" y="19"/>
                    <a:pt x="76" y="19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3" y="27"/>
                    <a:pt x="74" y="39"/>
                    <a:pt x="83" y="45"/>
                  </a:cubicBezTo>
                  <a:cubicBezTo>
                    <a:pt x="130" y="75"/>
                    <a:pt x="130" y="75"/>
                    <a:pt x="130" y="75"/>
                  </a:cubicBezTo>
                  <a:cubicBezTo>
                    <a:pt x="131" y="75"/>
                    <a:pt x="131" y="76"/>
                    <a:pt x="132" y="76"/>
                  </a:cubicBezTo>
                  <a:cubicBezTo>
                    <a:pt x="132" y="76"/>
                    <a:pt x="132" y="76"/>
                    <a:pt x="132" y="76"/>
                  </a:cubicBezTo>
                  <a:cubicBezTo>
                    <a:pt x="132" y="79"/>
                    <a:pt x="132" y="79"/>
                    <a:pt x="132" y="7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6" y="35"/>
                    <a:pt x="56" y="35"/>
                    <a:pt x="56" y="34"/>
                  </a:cubicBezTo>
                  <a:cubicBezTo>
                    <a:pt x="59" y="31"/>
                    <a:pt x="58" y="26"/>
                    <a:pt x="54" y="23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9" y="8"/>
                    <a:pt x="24" y="9"/>
                    <a:pt x="22" y="12"/>
                  </a:cubicBezTo>
                  <a:cubicBezTo>
                    <a:pt x="16" y="9"/>
                    <a:pt x="8" y="11"/>
                    <a:pt x="4" y="17"/>
                  </a:cubicBezTo>
                  <a:cubicBezTo>
                    <a:pt x="0" y="23"/>
                    <a:pt x="2" y="32"/>
                    <a:pt x="8" y="36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8" y="106"/>
                    <a:pt x="111" y="107"/>
                    <a:pt x="114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10"/>
                    <a:pt x="136" y="112"/>
                    <a:pt x="140" y="112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49" y="177"/>
                    <a:pt x="149" y="177"/>
                    <a:pt x="149" y="177"/>
                  </a:cubicBezTo>
                  <a:cubicBezTo>
                    <a:pt x="145" y="177"/>
                    <a:pt x="142" y="180"/>
                    <a:pt x="142" y="184"/>
                  </a:cubicBezTo>
                  <a:cubicBezTo>
                    <a:pt x="142" y="187"/>
                    <a:pt x="145" y="190"/>
                    <a:pt x="149" y="190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17" y="190"/>
                    <a:pt x="220" y="187"/>
                    <a:pt x="220" y="184"/>
                  </a:cubicBezTo>
                  <a:cubicBezTo>
                    <a:pt x="220" y="180"/>
                    <a:pt x="217" y="177"/>
                    <a:pt x="214" y="177"/>
                  </a:cubicBezTo>
                  <a:cubicBezTo>
                    <a:pt x="204" y="177"/>
                    <a:pt x="204" y="177"/>
                    <a:pt x="204" y="177"/>
                  </a:cubicBezTo>
                  <a:cubicBezTo>
                    <a:pt x="204" y="112"/>
                    <a:pt x="204" y="112"/>
                    <a:pt x="204" y="112"/>
                  </a:cubicBezTo>
                  <a:cubicBezTo>
                    <a:pt x="221" y="112"/>
                    <a:pt x="221" y="112"/>
                    <a:pt x="221" y="112"/>
                  </a:cubicBezTo>
                  <a:cubicBezTo>
                    <a:pt x="225" y="112"/>
                    <a:pt x="228" y="110"/>
                    <a:pt x="229" y="107"/>
                  </a:cubicBezTo>
                  <a:cubicBezTo>
                    <a:pt x="239" y="107"/>
                    <a:pt x="239" y="107"/>
                    <a:pt x="239" y="107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6" y="126"/>
                    <a:pt x="288" y="126"/>
                    <a:pt x="289" y="126"/>
                  </a:cubicBezTo>
                  <a:cubicBezTo>
                    <a:pt x="295" y="126"/>
                    <a:pt x="300" y="123"/>
                    <a:pt x="302" y="117"/>
                  </a:cubicBezTo>
                  <a:cubicBezTo>
                    <a:pt x="305" y="110"/>
                    <a:pt x="302" y="102"/>
                    <a:pt x="295" y="99"/>
                  </a:cubicBezTo>
                  <a:close/>
                  <a:moveTo>
                    <a:pt x="295" y="99"/>
                  </a:moveTo>
                  <a:cubicBezTo>
                    <a:pt x="295" y="99"/>
                    <a:pt x="295" y="99"/>
                    <a:pt x="295" y="9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99" name="Freeform 18">
              <a:extLst>
                <a:ext uri="{FF2B5EF4-FFF2-40B4-BE49-F238E27FC236}">
                  <a16:creationId xmlns:a16="http://schemas.microsoft.com/office/drawing/2014/main" id="{2C600189-F643-004E-87C4-A155651A4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275" y="3370263"/>
              <a:ext cx="415925" cy="295275"/>
            </a:xfrm>
            <a:custGeom>
              <a:avLst/>
              <a:gdLst/>
              <a:ahLst/>
              <a:cxnLst>
                <a:cxn ang="0">
                  <a:pos x="11" y="62"/>
                </a:cxn>
                <a:cxn ang="0">
                  <a:pos x="59" y="47"/>
                </a:cxn>
                <a:cxn ang="0">
                  <a:pos x="59" y="65"/>
                </a:cxn>
                <a:cxn ang="0">
                  <a:pos x="55" y="83"/>
                </a:cxn>
                <a:cxn ang="0">
                  <a:pos x="57" y="82"/>
                </a:cxn>
                <a:cxn ang="0">
                  <a:pos x="60" y="82"/>
                </a:cxn>
                <a:cxn ang="0">
                  <a:pos x="75" y="94"/>
                </a:cxn>
                <a:cxn ang="0">
                  <a:pos x="75" y="100"/>
                </a:cxn>
                <a:cxn ang="0">
                  <a:pos x="114" y="100"/>
                </a:cxn>
                <a:cxn ang="0">
                  <a:pos x="118" y="101"/>
                </a:cxn>
                <a:cxn ang="0">
                  <a:pos x="124" y="102"/>
                </a:cxn>
                <a:cxn ang="0">
                  <a:pos x="116" y="65"/>
                </a:cxn>
                <a:cxn ang="0">
                  <a:pos x="116" y="44"/>
                </a:cxn>
                <a:cxn ang="0">
                  <a:pos x="122" y="84"/>
                </a:cxn>
                <a:cxn ang="0">
                  <a:pos x="133" y="95"/>
                </a:cxn>
                <a:cxn ang="0">
                  <a:pos x="133" y="95"/>
                </a:cxn>
                <a:cxn ang="0">
                  <a:pos x="144" y="84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7" y="7"/>
                </a:cxn>
                <a:cxn ang="0">
                  <a:pos x="80" y="0"/>
                </a:cxn>
                <a:cxn ang="0">
                  <a:pos x="69" y="5"/>
                </a:cxn>
                <a:cxn ang="0">
                  <a:pos x="53" y="21"/>
                </a:cxn>
                <a:cxn ang="0">
                  <a:pos x="11" y="41"/>
                </a:cxn>
                <a:cxn ang="0">
                  <a:pos x="0" y="51"/>
                </a:cxn>
                <a:cxn ang="0">
                  <a:pos x="11" y="62"/>
                </a:cxn>
                <a:cxn ang="0">
                  <a:pos x="11" y="62"/>
                </a:cxn>
                <a:cxn ang="0">
                  <a:pos x="11" y="62"/>
                </a:cxn>
              </a:cxnLst>
              <a:rect l="0" t="0" r="r" b="b"/>
              <a:pathLst>
                <a:path w="144" h="102">
                  <a:moveTo>
                    <a:pt x="11" y="62"/>
                  </a:moveTo>
                  <a:cubicBezTo>
                    <a:pt x="36" y="62"/>
                    <a:pt x="50" y="55"/>
                    <a:pt x="59" y="47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8" y="68"/>
                    <a:pt x="57" y="75"/>
                    <a:pt x="55" y="83"/>
                  </a:cubicBezTo>
                  <a:cubicBezTo>
                    <a:pt x="55" y="83"/>
                    <a:pt x="56" y="82"/>
                    <a:pt x="57" y="82"/>
                  </a:cubicBezTo>
                  <a:cubicBezTo>
                    <a:pt x="58" y="82"/>
                    <a:pt x="59" y="82"/>
                    <a:pt x="60" y="82"/>
                  </a:cubicBezTo>
                  <a:cubicBezTo>
                    <a:pt x="67" y="82"/>
                    <a:pt x="74" y="87"/>
                    <a:pt x="75" y="94"/>
                  </a:cubicBezTo>
                  <a:cubicBezTo>
                    <a:pt x="76" y="96"/>
                    <a:pt x="76" y="98"/>
                    <a:pt x="75" y="100"/>
                  </a:cubicBezTo>
                  <a:cubicBezTo>
                    <a:pt x="114" y="100"/>
                    <a:pt x="114" y="100"/>
                    <a:pt x="114" y="100"/>
                  </a:cubicBezTo>
                  <a:cubicBezTo>
                    <a:pt x="115" y="100"/>
                    <a:pt x="117" y="100"/>
                    <a:pt x="118" y="101"/>
                  </a:cubicBezTo>
                  <a:cubicBezTo>
                    <a:pt x="124" y="102"/>
                    <a:pt x="124" y="102"/>
                    <a:pt x="124" y="102"/>
                  </a:cubicBezTo>
                  <a:cubicBezTo>
                    <a:pt x="121" y="86"/>
                    <a:pt x="117" y="71"/>
                    <a:pt x="116" y="6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20" y="53"/>
                    <a:pt x="122" y="65"/>
                    <a:pt x="122" y="84"/>
                  </a:cubicBezTo>
                  <a:cubicBezTo>
                    <a:pt x="122" y="90"/>
                    <a:pt x="127" y="95"/>
                    <a:pt x="133" y="95"/>
                  </a:cubicBezTo>
                  <a:cubicBezTo>
                    <a:pt x="133" y="95"/>
                    <a:pt x="133" y="95"/>
                    <a:pt x="133" y="95"/>
                  </a:cubicBezTo>
                  <a:cubicBezTo>
                    <a:pt x="139" y="95"/>
                    <a:pt x="144" y="90"/>
                    <a:pt x="144" y="84"/>
                  </a:cubicBezTo>
                  <a:cubicBezTo>
                    <a:pt x="144" y="33"/>
                    <a:pt x="119" y="9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6" y="1"/>
                    <a:pt x="73" y="3"/>
                    <a:pt x="69" y="5"/>
                  </a:cubicBezTo>
                  <a:cubicBezTo>
                    <a:pt x="69" y="5"/>
                    <a:pt x="60" y="12"/>
                    <a:pt x="53" y="21"/>
                  </a:cubicBezTo>
                  <a:cubicBezTo>
                    <a:pt x="46" y="32"/>
                    <a:pt x="39" y="41"/>
                    <a:pt x="11" y="41"/>
                  </a:cubicBezTo>
                  <a:cubicBezTo>
                    <a:pt x="5" y="41"/>
                    <a:pt x="0" y="45"/>
                    <a:pt x="0" y="51"/>
                  </a:cubicBezTo>
                  <a:cubicBezTo>
                    <a:pt x="0" y="57"/>
                    <a:pt x="5" y="62"/>
                    <a:pt x="11" y="62"/>
                  </a:cubicBezTo>
                  <a:close/>
                  <a:moveTo>
                    <a:pt x="11" y="62"/>
                  </a:moveTo>
                  <a:cubicBezTo>
                    <a:pt x="11" y="62"/>
                    <a:pt x="11" y="62"/>
                    <a:pt x="11" y="6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0" name="Freeform 19">
              <a:extLst>
                <a:ext uri="{FF2B5EF4-FFF2-40B4-BE49-F238E27FC236}">
                  <a16:creationId xmlns:a16="http://schemas.microsoft.com/office/drawing/2014/main" id="{B9FDA7F8-E687-6741-885A-438CFE710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4663" y="3198813"/>
              <a:ext cx="149225" cy="165100"/>
            </a:xfrm>
            <a:custGeom>
              <a:avLst/>
              <a:gdLst/>
              <a:ahLst/>
              <a:cxnLst>
                <a:cxn ang="0">
                  <a:pos x="26" y="57"/>
                </a:cxn>
                <a:cxn ang="0">
                  <a:pos x="52" y="31"/>
                </a:cxn>
                <a:cxn ang="0">
                  <a:pos x="46" y="15"/>
                </a:cxn>
                <a:cxn ang="0">
                  <a:pos x="38" y="15"/>
                </a:cxn>
                <a:cxn ang="0">
                  <a:pos x="38" y="11"/>
                </a:cxn>
                <a:cxn ang="0">
                  <a:pos x="42" y="11"/>
                </a:cxn>
                <a:cxn ang="0">
                  <a:pos x="37" y="7"/>
                </a:cxn>
                <a:cxn ang="0">
                  <a:pos x="26" y="0"/>
                </a:cxn>
                <a:cxn ang="0">
                  <a:pos x="14" y="7"/>
                </a:cxn>
                <a:cxn ang="0">
                  <a:pos x="9" y="11"/>
                </a:cxn>
                <a:cxn ang="0">
                  <a:pos x="14" y="11"/>
                </a:cxn>
                <a:cxn ang="0">
                  <a:pos x="14" y="15"/>
                </a:cxn>
                <a:cxn ang="0">
                  <a:pos x="5" y="15"/>
                </a:cxn>
                <a:cxn ang="0">
                  <a:pos x="0" y="31"/>
                </a:cxn>
                <a:cxn ang="0">
                  <a:pos x="26" y="57"/>
                </a:cxn>
                <a:cxn ang="0">
                  <a:pos x="26" y="5"/>
                </a:cxn>
                <a:cxn ang="0">
                  <a:pos x="33" y="12"/>
                </a:cxn>
                <a:cxn ang="0">
                  <a:pos x="26" y="20"/>
                </a:cxn>
                <a:cxn ang="0">
                  <a:pos x="19" y="12"/>
                </a:cxn>
                <a:cxn ang="0">
                  <a:pos x="26" y="5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52" h="57">
                  <a:moveTo>
                    <a:pt x="26" y="57"/>
                  </a:moveTo>
                  <a:cubicBezTo>
                    <a:pt x="40" y="57"/>
                    <a:pt x="52" y="45"/>
                    <a:pt x="52" y="31"/>
                  </a:cubicBezTo>
                  <a:cubicBezTo>
                    <a:pt x="52" y="25"/>
                    <a:pt x="50" y="19"/>
                    <a:pt x="46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9"/>
                    <a:pt x="39" y="8"/>
                    <a:pt x="37" y="7"/>
                  </a:cubicBezTo>
                  <a:cubicBezTo>
                    <a:pt x="35" y="3"/>
                    <a:pt x="31" y="0"/>
                    <a:pt x="26" y="0"/>
                  </a:cubicBezTo>
                  <a:cubicBezTo>
                    <a:pt x="21" y="0"/>
                    <a:pt x="16" y="3"/>
                    <a:pt x="14" y="7"/>
                  </a:cubicBezTo>
                  <a:cubicBezTo>
                    <a:pt x="12" y="8"/>
                    <a:pt x="11" y="9"/>
                    <a:pt x="9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9"/>
                    <a:pt x="0" y="25"/>
                    <a:pt x="0" y="31"/>
                  </a:cubicBezTo>
                  <a:cubicBezTo>
                    <a:pt x="0" y="45"/>
                    <a:pt x="11" y="57"/>
                    <a:pt x="26" y="57"/>
                  </a:cubicBezTo>
                  <a:close/>
                  <a:moveTo>
                    <a:pt x="26" y="5"/>
                  </a:moveTo>
                  <a:cubicBezTo>
                    <a:pt x="30" y="5"/>
                    <a:pt x="33" y="9"/>
                    <a:pt x="33" y="12"/>
                  </a:cubicBezTo>
                  <a:cubicBezTo>
                    <a:pt x="33" y="16"/>
                    <a:pt x="30" y="20"/>
                    <a:pt x="26" y="20"/>
                  </a:cubicBezTo>
                  <a:cubicBezTo>
                    <a:pt x="22" y="20"/>
                    <a:pt x="19" y="16"/>
                    <a:pt x="19" y="12"/>
                  </a:cubicBezTo>
                  <a:cubicBezTo>
                    <a:pt x="19" y="9"/>
                    <a:pt x="22" y="5"/>
                    <a:pt x="26" y="5"/>
                  </a:cubicBezTo>
                  <a:close/>
                  <a:moveTo>
                    <a:pt x="26" y="5"/>
                  </a:moveTo>
                  <a:cubicBezTo>
                    <a:pt x="26" y="5"/>
                    <a:pt x="26" y="5"/>
                    <a:pt x="26" y="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01" name="Group 231">
            <a:extLst>
              <a:ext uri="{FF2B5EF4-FFF2-40B4-BE49-F238E27FC236}">
                <a16:creationId xmlns:a16="http://schemas.microsoft.com/office/drawing/2014/main" id="{48FBD913-6F06-2E47-8144-5AE24B73B080}"/>
              </a:ext>
            </a:extLst>
          </p:cNvPr>
          <p:cNvGrpSpPr/>
          <p:nvPr/>
        </p:nvGrpSpPr>
        <p:grpSpPr>
          <a:xfrm>
            <a:off x="2983979" y="4770253"/>
            <a:ext cx="714228" cy="879384"/>
            <a:chOff x="6259513" y="2459038"/>
            <a:chExt cx="782637" cy="963612"/>
          </a:xfrm>
          <a:solidFill>
            <a:schemeClr val="bg1"/>
          </a:solidFill>
        </p:grpSpPr>
        <p:sp>
          <p:nvSpPr>
            <p:cNvPr id="402" name="Freeform 22">
              <a:extLst>
                <a:ext uri="{FF2B5EF4-FFF2-40B4-BE49-F238E27FC236}">
                  <a16:creationId xmlns:a16="http://schemas.microsoft.com/office/drawing/2014/main" id="{9102385F-2297-B547-BE8E-100DE94542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3825" y="2678113"/>
              <a:ext cx="568325" cy="744537"/>
            </a:xfrm>
            <a:custGeom>
              <a:avLst/>
              <a:gdLst/>
              <a:ahLst/>
              <a:cxnLst>
                <a:cxn ang="0">
                  <a:pos x="99" y="114"/>
                </a:cxn>
                <a:cxn ang="0">
                  <a:pos x="76" y="60"/>
                </a:cxn>
                <a:cxn ang="0">
                  <a:pos x="64" y="55"/>
                </a:cxn>
                <a:cxn ang="0">
                  <a:pos x="60" y="55"/>
                </a:cxn>
                <a:cxn ang="0">
                  <a:pos x="64" y="40"/>
                </a:cxn>
                <a:cxn ang="0">
                  <a:pos x="34" y="7"/>
                </a:cxn>
                <a:cxn ang="0">
                  <a:pos x="32" y="5"/>
                </a:cxn>
                <a:cxn ang="0">
                  <a:pos x="26" y="2"/>
                </a:cxn>
                <a:cxn ang="0">
                  <a:pos x="7" y="13"/>
                </a:cxn>
                <a:cxn ang="0">
                  <a:pos x="1" y="59"/>
                </a:cxn>
                <a:cxn ang="0">
                  <a:pos x="1" y="61"/>
                </a:cxn>
                <a:cxn ang="0">
                  <a:pos x="10" y="75"/>
                </a:cxn>
                <a:cxn ang="0">
                  <a:pos x="61" y="75"/>
                </a:cxn>
                <a:cxn ang="0">
                  <a:pos x="81" y="123"/>
                </a:cxn>
                <a:cxn ang="0">
                  <a:pos x="99" y="114"/>
                </a:cxn>
                <a:cxn ang="0">
                  <a:pos x="33" y="55"/>
                </a:cxn>
                <a:cxn ang="0">
                  <a:pos x="35" y="36"/>
                </a:cxn>
                <a:cxn ang="0">
                  <a:pos x="51" y="53"/>
                </a:cxn>
                <a:cxn ang="0">
                  <a:pos x="54" y="55"/>
                </a:cxn>
                <a:cxn ang="0">
                  <a:pos x="33" y="55"/>
                </a:cxn>
                <a:cxn ang="0">
                  <a:pos x="33" y="55"/>
                </a:cxn>
                <a:cxn ang="0">
                  <a:pos x="33" y="55"/>
                </a:cxn>
              </a:cxnLst>
              <a:rect l="0" t="0" r="r" b="b"/>
              <a:pathLst>
                <a:path w="103" h="136">
                  <a:moveTo>
                    <a:pt x="99" y="114"/>
                  </a:moveTo>
                  <a:cubicBezTo>
                    <a:pt x="92" y="96"/>
                    <a:pt x="85" y="77"/>
                    <a:pt x="76" y="60"/>
                  </a:cubicBezTo>
                  <a:cubicBezTo>
                    <a:pt x="73" y="55"/>
                    <a:pt x="68" y="54"/>
                    <a:pt x="64" y="55"/>
                  </a:cubicBezTo>
                  <a:cubicBezTo>
                    <a:pt x="63" y="55"/>
                    <a:pt x="62" y="55"/>
                    <a:pt x="60" y="55"/>
                  </a:cubicBezTo>
                  <a:cubicBezTo>
                    <a:pt x="66" y="53"/>
                    <a:pt x="70" y="45"/>
                    <a:pt x="64" y="40"/>
                  </a:cubicBezTo>
                  <a:cubicBezTo>
                    <a:pt x="53" y="30"/>
                    <a:pt x="43" y="19"/>
                    <a:pt x="34" y="7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1" y="4"/>
                    <a:pt x="29" y="3"/>
                    <a:pt x="26" y="2"/>
                  </a:cubicBezTo>
                  <a:cubicBezTo>
                    <a:pt x="19" y="0"/>
                    <a:pt x="8" y="5"/>
                    <a:pt x="7" y="13"/>
                  </a:cubicBezTo>
                  <a:cubicBezTo>
                    <a:pt x="4" y="28"/>
                    <a:pt x="2" y="44"/>
                    <a:pt x="1" y="59"/>
                  </a:cubicBezTo>
                  <a:cubicBezTo>
                    <a:pt x="1" y="60"/>
                    <a:pt x="1" y="61"/>
                    <a:pt x="1" y="61"/>
                  </a:cubicBezTo>
                  <a:cubicBezTo>
                    <a:pt x="0" y="67"/>
                    <a:pt x="3" y="75"/>
                    <a:pt x="10" y="75"/>
                  </a:cubicBezTo>
                  <a:cubicBezTo>
                    <a:pt x="27" y="77"/>
                    <a:pt x="44" y="76"/>
                    <a:pt x="61" y="75"/>
                  </a:cubicBezTo>
                  <a:cubicBezTo>
                    <a:pt x="68" y="91"/>
                    <a:pt x="75" y="107"/>
                    <a:pt x="81" y="123"/>
                  </a:cubicBezTo>
                  <a:cubicBezTo>
                    <a:pt x="85" y="136"/>
                    <a:pt x="103" y="126"/>
                    <a:pt x="99" y="114"/>
                  </a:cubicBezTo>
                  <a:close/>
                  <a:moveTo>
                    <a:pt x="33" y="55"/>
                  </a:moveTo>
                  <a:cubicBezTo>
                    <a:pt x="33" y="49"/>
                    <a:pt x="34" y="42"/>
                    <a:pt x="35" y="36"/>
                  </a:cubicBezTo>
                  <a:cubicBezTo>
                    <a:pt x="40" y="42"/>
                    <a:pt x="46" y="48"/>
                    <a:pt x="51" y="53"/>
                  </a:cubicBezTo>
                  <a:cubicBezTo>
                    <a:pt x="52" y="54"/>
                    <a:pt x="53" y="55"/>
                    <a:pt x="54" y="55"/>
                  </a:cubicBezTo>
                  <a:cubicBezTo>
                    <a:pt x="47" y="55"/>
                    <a:pt x="40" y="55"/>
                    <a:pt x="33" y="55"/>
                  </a:cubicBezTo>
                  <a:close/>
                  <a:moveTo>
                    <a:pt x="33" y="55"/>
                  </a:moveTo>
                  <a:cubicBezTo>
                    <a:pt x="33" y="55"/>
                    <a:pt x="33" y="55"/>
                    <a:pt x="33" y="5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3" name="Freeform 23">
              <a:extLst>
                <a:ext uri="{FF2B5EF4-FFF2-40B4-BE49-F238E27FC236}">
                  <a16:creationId xmlns:a16="http://schemas.microsoft.com/office/drawing/2014/main" id="{A4468331-8FE4-834D-87DB-89F662836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4625" y="2459038"/>
              <a:ext cx="196850" cy="196850"/>
            </a:xfrm>
            <a:custGeom>
              <a:avLst/>
              <a:gdLst/>
              <a:ahLst/>
              <a:cxnLst>
                <a:cxn ang="0">
                  <a:pos x="36" y="18"/>
                </a:cxn>
                <a:cxn ang="0">
                  <a:pos x="18" y="36"/>
                </a:cxn>
                <a:cxn ang="0">
                  <a:pos x="0" y="18"/>
                </a:cxn>
                <a:cxn ang="0">
                  <a:pos x="18" y="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8"/>
                </a:cxn>
              </a:cxnLst>
              <a:rect l="0" t="0" r="r" b="b"/>
              <a:pathLst>
                <a:path w="36" h="36">
                  <a:moveTo>
                    <a:pt x="36" y="18"/>
                  </a:moveTo>
                  <a:cubicBezTo>
                    <a:pt x="36" y="28"/>
                    <a:pt x="2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lose/>
                  <a:moveTo>
                    <a:pt x="36" y="18"/>
                  </a:moveTo>
                  <a:cubicBezTo>
                    <a:pt x="36" y="18"/>
                    <a:pt x="36" y="18"/>
                    <a:pt x="36" y="1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4" name="Freeform 24">
              <a:extLst>
                <a:ext uri="{FF2B5EF4-FFF2-40B4-BE49-F238E27FC236}">
                  <a16:creationId xmlns:a16="http://schemas.microsoft.com/office/drawing/2014/main" id="{40B31F6B-C5FD-C442-A4C8-7950600D2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9513" y="2738438"/>
              <a:ext cx="622300" cy="684212"/>
            </a:xfrm>
            <a:custGeom>
              <a:avLst/>
              <a:gdLst/>
              <a:ahLst/>
              <a:cxnLst>
                <a:cxn ang="0">
                  <a:pos x="111" y="96"/>
                </a:cxn>
                <a:cxn ang="0">
                  <a:pos x="106" y="97"/>
                </a:cxn>
                <a:cxn ang="0">
                  <a:pos x="68" y="118"/>
                </a:cxn>
                <a:cxn ang="0">
                  <a:pos x="24" y="74"/>
                </a:cxn>
                <a:cxn ang="0">
                  <a:pos x="37" y="43"/>
                </a:cxn>
                <a:cxn ang="0">
                  <a:pos x="37" y="38"/>
                </a:cxn>
                <a:cxn ang="0">
                  <a:pos x="33" y="37"/>
                </a:cxn>
                <a:cxn ang="0">
                  <a:pos x="32" y="14"/>
                </a:cxn>
                <a:cxn ang="0">
                  <a:pos x="30" y="11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25" y="17"/>
                </a:cxn>
                <a:cxn ang="0">
                  <a:pos x="26" y="44"/>
                </a:cxn>
                <a:cxn ang="0">
                  <a:pos x="17" y="74"/>
                </a:cxn>
                <a:cxn ang="0">
                  <a:pos x="68" y="125"/>
                </a:cxn>
                <a:cxn ang="0">
                  <a:pos x="112" y="101"/>
                </a:cxn>
                <a:cxn ang="0">
                  <a:pos x="111" y="96"/>
                </a:cxn>
                <a:cxn ang="0">
                  <a:pos x="111" y="96"/>
                </a:cxn>
                <a:cxn ang="0">
                  <a:pos x="111" y="96"/>
                </a:cxn>
              </a:cxnLst>
              <a:rect l="0" t="0" r="r" b="b"/>
              <a:pathLst>
                <a:path w="113" h="125">
                  <a:moveTo>
                    <a:pt x="111" y="96"/>
                  </a:moveTo>
                  <a:cubicBezTo>
                    <a:pt x="109" y="95"/>
                    <a:pt x="107" y="96"/>
                    <a:pt x="106" y="97"/>
                  </a:cubicBezTo>
                  <a:cubicBezTo>
                    <a:pt x="97" y="110"/>
                    <a:pt x="83" y="118"/>
                    <a:pt x="68" y="118"/>
                  </a:cubicBezTo>
                  <a:cubicBezTo>
                    <a:pt x="44" y="118"/>
                    <a:pt x="24" y="98"/>
                    <a:pt x="24" y="74"/>
                  </a:cubicBezTo>
                  <a:cubicBezTo>
                    <a:pt x="24" y="62"/>
                    <a:pt x="29" y="51"/>
                    <a:pt x="37" y="43"/>
                  </a:cubicBezTo>
                  <a:cubicBezTo>
                    <a:pt x="39" y="41"/>
                    <a:pt x="39" y="39"/>
                    <a:pt x="37" y="38"/>
                  </a:cubicBezTo>
                  <a:cubicBezTo>
                    <a:pt x="36" y="37"/>
                    <a:pt x="35" y="36"/>
                    <a:pt x="33" y="37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3"/>
                    <a:pt x="31" y="12"/>
                    <a:pt x="30" y="1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1" y="1"/>
                    <a:pt x="0" y="3"/>
                  </a:cubicBezTo>
                  <a:cubicBezTo>
                    <a:pt x="0" y="5"/>
                    <a:pt x="0" y="7"/>
                    <a:pt x="2" y="8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0" y="53"/>
                    <a:pt x="17" y="63"/>
                    <a:pt x="17" y="74"/>
                  </a:cubicBezTo>
                  <a:cubicBezTo>
                    <a:pt x="17" y="102"/>
                    <a:pt x="40" y="125"/>
                    <a:pt x="68" y="125"/>
                  </a:cubicBezTo>
                  <a:cubicBezTo>
                    <a:pt x="86" y="125"/>
                    <a:pt x="102" y="116"/>
                    <a:pt x="112" y="101"/>
                  </a:cubicBezTo>
                  <a:cubicBezTo>
                    <a:pt x="113" y="99"/>
                    <a:pt x="112" y="97"/>
                    <a:pt x="111" y="96"/>
                  </a:cubicBezTo>
                  <a:close/>
                  <a:moveTo>
                    <a:pt x="111" y="96"/>
                  </a:moveTo>
                  <a:cubicBezTo>
                    <a:pt x="111" y="96"/>
                    <a:pt x="111" y="96"/>
                    <a:pt x="111" y="9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405" name="Freeform 14">
            <a:extLst>
              <a:ext uri="{FF2B5EF4-FFF2-40B4-BE49-F238E27FC236}">
                <a16:creationId xmlns:a16="http://schemas.microsoft.com/office/drawing/2014/main" id="{46B38144-D28D-7247-B9F6-2900D46D9082}"/>
              </a:ext>
            </a:extLst>
          </p:cNvPr>
          <p:cNvSpPr>
            <a:spLocks noEditPoints="1"/>
          </p:cNvSpPr>
          <p:nvPr/>
        </p:nvSpPr>
        <p:spPr bwMode="auto">
          <a:xfrm>
            <a:off x="5917267" y="4943048"/>
            <a:ext cx="508700" cy="706589"/>
          </a:xfrm>
          <a:custGeom>
            <a:avLst/>
            <a:gdLst/>
            <a:ahLst/>
            <a:cxnLst>
              <a:cxn ang="0">
                <a:pos x="570" y="331"/>
              </a:cxn>
              <a:cxn ang="0">
                <a:pos x="542" y="277"/>
              </a:cxn>
              <a:cxn ang="0">
                <a:pos x="485" y="225"/>
              </a:cxn>
              <a:cxn ang="0">
                <a:pos x="477" y="216"/>
              </a:cxn>
              <a:cxn ang="0">
                <a:pos x="476" y="215"/>
              </a:cxn>
              <a:cxn ang="0">
                <a:pos x="475" y="214"/>
              </a:cxn>
              <a:cxn ang="0">
                <a:pos x="475" y="213"/>
              </a:cxn>
              <a:cxn ang="0">
                <a:pos x="465" y="183"/>
              </a:cxn>
              <a:cxn ang="0">
                <a:pos x="465" y="151"/>
              </a:cxn>
              <a:cxn ang="0">
                <a:pos x="480" y="151"/>
              </a:cxn>
              <a:cxn ang="0">
                <a:pos x="519" y="116"/>
              </a:cxn>
              <a:cxn ang="0">
                <a:pos x="519" y="35"/>
              </a:cxn>
              <a:cxn ang="0">
                <a:pos x="480" y="0"/>
              </a:cxn>
              <a:cxn ang="0">
                <a:pos x="90" y="0"/>
              </a:cxn>
              <a:cxn ang="0">
                <a:pos x="51" y="35"/>
              </a:cxn>
              <a:cxn ang="0">
                <a:pos x="51" y="116"/>
              </a:cxn>
              <a:cxn ang="0">
                <a:pos x="90" y="151"/>
              </a:cxn>
              <a:cxn ang="0">
                <a:pos x="105" y="151"/>
              </a:cxn>
              <a:cxn ang="0">
                <a:pos x="105" y="183"/>
              </a:cxn>
              <a:cxn ang="0">
                <a:pos x="95" y="213"/>
              </a:cxn>
              <a:cxn ang="0">
                <a:pos x="95" y="214"/>
              </a:cxn>
              <a:cxn ang="0">
                <a:pos x="94" y="215"/>
              </a:cxn>
              <a:cxn ang="0">
                <a:pos x="93" y="216"/>
              </a:cxn>
              <a:cxn ang="0">
                <a:pos x="85" y="225"/>
              </a:cxn>
              <a:cxn ang="0">
                <a:pos x="28" y="277"/>
              </a:cxn>
              <a:cxn ang="0">
                <a:pos x="28" y="277"/>
              </a:cxn>
              <a:cxn ang="0">
                <a:pos x="0" y="331"/>
              </a:cxn>
              <a:cxn ang="0">
                <a:pos x="0" y="331"/>
              </a:cxn>
              <a:cxn ang="0">
                <a:pos x="0" y="718"/>
              </a:cxn>
              <a:cxn ang="0">
                <a:pos x="75" y="793"/>
              </a:cxn>
              <a:cxn ang="0">
                <a:pos x="283" y="793"/>
              </a:cxn>
              <a:cxn ang="0">
                <a:pos x="285" y="793"/>
              </a:cxn>
              <a:cxn ang="0">
                <a:pos x="285" y="793"/>
              </a:cxn>
              <a:cxn ang="0">
                <a:pos x="286" y="793"/>
              </a:cxn>
              <a:cxn ang="0">
                <a:pos x="495" y="793"/>
              </a:cxn>
              <a:cxn ang="0">
                <a:pos x="570" y="718"/>
              </a:cxn>
              <a:cxn ang="0">
                <a:pos x="570" y="331"/>
              </a:cxn>
              <a:cxn ang="0">
                <a:pos x="570" y="331"/>
              </a:cxn>
              <a:cxn ang="0">
                <a:pos x="491" y="630"/>
              </a:cxn>
              <a:cxn ang="0">
                <a:pos x="452" y="670"/>
              </a:cxn>
              <a:cxn ang="0">
                <a:pos x="118" y="670"/>
              </a:cxn>
              <a:cxn ang="0">
                <a:pos x="79" y="630"/>
              </a:cxn>
              <a:cxn ang="0">
                <a:pos x="79" y="453"/>
              </a:cxn>
              <a:cxn ang="0">
                <a:pos x="118" y="414"/>
              </a:cxn>
              <a:cxn ang="0">
                <a:pos x="452" y="414"/>
              </a:cxn>
              <a:cxn ang="0">
                <a:pos x="491" y="453"/>
              </a:cxn>
              <a:cxn ang="0">
                <a:pos x="491" y="630"/>
              </a:cxn>
              <a:cxn ang="0">
                <a:pos x="491" y="630"/>
              </a:cxn>
              <a:cxn ang="0">
                <a:pos x="491" y="630"/>
              </a:cxn>
            </a:cxnLst>
            <a:rect l="0" t="0" r="r" b="b"/>
            <a:pathLst>
              <a:path w="570" h="793">
                <a:moveTo>
                  <a:pt x="570" y="331"/>
                </a:moveTo>
                <a:cubicBezTo>
                  <a:pt x="569" y="309"/>
                  <a:pt x="558" y="289"/>
                  <a:pt x="542" y="277"/>
                </a:cubicBezTo>
                <a:cubicBezTo>
                  <a:pt x="523" y="260"/>
                  <a:pt x="504" y="245"/>
                  <a:pt x="485" y="225"/>
                </a:cubicBezTo>
                <a:cubicBezTo>
                  <a:pt x="482" y="221"/>
                  <a:pt x="479" y="218"/>
                  <a:pt x="477" y="216"/>
                </a:cubicBezTo>
                <a:cubicBezTo>
                  <a:pt x="477" y="215"/>
                  <a:pt x="476" y="215"/>
                  <a:pt x="476" y="215"/>
                </a:cubicBezTo>
                <a:cubicBezTo>
                  <a:pt x="476" y="214"/>
                  <a:pt x="476" y="214"/>
                  <a:pt x="475" y="214"/>
                </a:cubicBezTo>
                <a:cubicBezTo>
                  <a:pt x="475" y="213"/>
                  <a:pt x="475" y="213"/>
                  <a:pt x="475" y="213"/>
                </a:cubicBezTo>
                <a:cubicBezTo>
                  <a:pt x="466" y="201"/>
                  <a:pt x="465" y="194"/>
                  <a:pt x="465" y="183"/>
                </a:cubicBezTo>
                <a:cubicBezTo>
                  <a:pt x="465" y="151"/>
                  <a:pt x="465" y="151"/>
                  <a:pt x="465" y="151"/>
                </a:cubicBezTo>
                <a:cubicBezTo>
                  <a:pt x="480" y="151"/>
                  <a:pt x="480" y="151"/>
                  <a:pt x="480" y="151"/>
                </a:cubicBezTo>
                <a:cubicBezTo>
                  <a:pt x="502" y="151"/>
                  <a:pt x="519" y="136"/>
                  <a:pt x="519" y="116"/>
                </a:cubicBezTo>
                <a:cubicBezTo>
                  <a:pt x="519" y="35"/>
                  <a:pt x="519" y="35"/>
                  <a:pt x="519" y="35"/>
                </a:cubicBezTo>
                <a:cubicBezTo>
                  <a:pt x="519" y="16"/>
                  <a:pt x="502" y="0"/>
                  <a:pt x="480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68" y="0"/>
                  <a:pt x="51" y="16"/>
                  <a:pt x="51" y="35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51" y="136"/>
                  <a:pt x="68" y="151"/>
                  <a:pt x="90" y="151"/>
                </a:cubicBezTo>
                <a:cubicBezTo>
                  <a:pt x="105" y="151"/>
                  <a:pt x="105" y="151"/>
                  <a:pt x="105" y="151"/>
                </a:cubicBezTo>
                <a:cubicBezTo>
                  <a:pt x="105" y="183"/>
                  <a:pt x="105" y="183"/>
                  <a:pt x="105" y="183"/>
                </a:cubicBezTo>
                <a:cubicBezTo>
                  <a:pt x="105" y="194"/>
                  <a:pt x="104" y="201"/>
                  <a:pt x="95" y="213"/>
                </a:cubicBezTo>
                <a:cubicBezTo>
                  <a:pt x="95" y="213"/>
                  <a:pt x="95" y="213"/>
                  <a:pt x="95" y="214"/>
                </a:cubicBezTo>
                <a:cubicBezTo>
                  <a:pt x="94" y="214"/>
                  <a:pt x="94" y="214"/>
                  <a:pt x="94" y="215"/>
                </a:cubicBezTo>
                <a:cubicBezTo>
                  <a:pt x="93" y="215"/>
                  <a:pt x="93" y="215"/>
                  <a:pt x="93" y="216"/>
                </a:cubicBezTo>
                <a:cubicBezTo>
                  <a:pt x="91" y="218"/>
                  <a:pt x="88" y="221"/>
                  <a:pt x="85" y="225"/>
                </a:cubicBezTo>
                <a:cubicBezTo>
                  <a:pt x="66" y="245"/>
                  <a:pt x="46" y="260"/>
                  <a:pt x="28" y="277"/>
                </a:cubicBezTo>
                <a:cubicBezTo>
                  <a:pt x="28" y="277"/>
                  <a:pt x="28" y="277"/>
                  <a:pt x="28" y="277"/>
                </a:cubicBezTo>
                <a:cubicBezTo>
                  <a:pt x="12" y="289"/>
                  <a:pt x="1" y="309"/>
                  <a:pt x="0" y="331"/>
                </a:cubicBezTo>
                <a:cubicBezTo>
                  <a:pt x="0" y="331"/>
                  <a:pt x="0" y="331"/>
                  <a:pt x="0" y="331"/>
                </a:cubicBezTo>
                <a:cubicBezTo>
                  <a:pt x="0" y="718"/>
                  <a:pt x="0" y="718"/>
                  <a:pt x="0" y="718"/>
                </a:cubicBezTo>
                <a:cubicBezTo>
                  <a:pt x="0" y="756"/>
                  <a:pt x="28" y="793"/>
                  <a:pt x="75" y="793"/>
                </a:cubicBezTo>
                <a:cubicBezTo>
                  <a:pt x="283" y="793"/>
                  <a:pt x="283" y="793"/>
                  <a:pt x="283" y="793"/>
                </a:cubicBezTo>
                <a:cubicBezTo>
                  <a:pt x="283" y="793"/>
                  <a:pt x="284" y="793"/>
                  <a:pt x="285" y="793"/>
                </a:cubicBezTo>
                <a:cubicBezTo>
                  <a:pt x="285" y="793"/>
                  <a:pt x="285" y="793"/>
                  <a:pt x="285" y="793"/>
                </a:cubicBezTo>
                <a:cubicBezTo>
                  <a:pt x="286" y="793"/>
                  <a:pt x="286" y="793"/>
                  <a:pt x="286" y="793"/>
                </a:cubicBezTo>
                <a:cubicBezTo>
                  <a:pt x="495" y="793"/>
                  <a:pt x="495" y="793"/>
                  <a:pt x="495" y="793"/>
                </a:cubicBezTo>
                <a:cubicBezTo>
                  <a:pt x="542" y="793"/>
                  <a:pt x="570" y="756"/>
                  <a:pt x="570" y="718"/>
                </a:cubicBezTo>
                <a:cubicBezTo>
                  <a:pt x="570" y="331"/>
                  <a:pt x="570" y="331"/>
                  <a:pt x="570" y="331"/>
                </a:cubicBezTo>
                <a:cubicBezTo>
                  <a:pt x="570" y="331"/>
                  <a:pt x="570" y="331"/>
                  <a:pt x="570" y="331"/>
                </a:cubicBezTo>
                <a:close/>
                <a:moveTo>
                  <a:pt x="491" y="630"/>
                </a:moveTo>
                <a:cubicBezTo>
                  <a:pt x="491" y="652"/>
                  <a:pt x="473" y="670"/>
                  <a:pt x="452" y="670"/>
                </a:cubicBezTo>
                <a:cubicBezTo>
                  <a:pt x="118" y="670"/>
                  <a:pt x="118" y="670"/>
                  <a:pt x="118" y="670"/>
                </a:cubicBezTo>
                <a:cubicBezTo>
                  <a:pt x="96" y="670"/>
                  <a:pt x="79" y="652"/>
                  <a:pt x="79" y="630"/>
                </a:cubicBezTo>
                <a:cubicBezTo>
                  <a:pt x="79" y="453"/>
                  <a:pt x="79" y="453"/>
                  <a:pt x="79" y="453"/>
                </a:cubicBezTo>
                <a:cubicBezTo>
                  <a:pt x="79" y="431"/>
                  <a:pt x="96" y="414"/>
                  <a:pt x="118" y="414"/>
                </a:cubicBezTo>
                <a:cubicBezTo>
                  <a:pt x="452" y="414"/>
                  <a:pt x="452" y="414"/>
                  <a:pt x="452" y="414"/>
                </a:cubicBezTo>
                <a:cubicBezTo>
                  <a:pt x="473" y="414"/>
                  <a:pt x="491" y="431"/>
                  <a:pt x="491" y="453"/>
                </a:cubicBezTo>
                <a:lnTo>
                  <a:pt x="491" y="630"/>
                </a:lnTo>
                <a:close/>
                <a:moveTo>
                  <a:pt x="491" y="630"/>
                </a:moveTo>
                <a:cubicBezTo>
                  <a:pt x="491" y="630"/>
                  <a:pt x="491" y="630"/>
                  <a:pt x="491" y="63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406" name="Group 49">
            <a:extLst>
              <a:ext uri="{FF2B5EF4-FFF2-40B4-BE49-F238E27FC236}">
                <a16:creationId xmlns:a16="http://schemas.microsoft.com/office/drawing/2014/main" id="{46F173F2-FAF3-8547-9138-A9C671A1DFE8}"/>
              </a:ext>
            </a:extLst>
          </p:cNvPr>
          <p:cNvGrpSpPr/>
          <p:nvPr/>
        </p:nvGrpSpPr>
        <p:grpSpPr>
          <a:xfrm>
            <a:off x="6727448" y="5006112"/>
            <a:ext cx="650557" cy="643525"/>
            <a:chOff x="1504950" y="3868738"/>
            <a:chExt cx="293688" cy="290513"/>
          </a:xfrm>
          <a:solidFill>
            <a:schemeClr val="bg1"/>
          </a:solidFill>
        </p:grpSpPr>
        <p:sp>
          <p:nvSpPr>
            <p:cNvPr id="407" name="Freeform 33">
              <a:extLst>
                <a:ext uri="{FF2B5EF4-FFF2-40B4-BE49-F238E27FC236}">
                  <a16:creationId xmlns:a16="http://schemas.microsoft.com/office/drawing/2014/main" id="{3DD1EFF0-6CE0-6D40-A911-BF385EDE9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50" y="3868738"/>
              <a:ext cx="138113" cy="13493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37"/>
                </a:cxn>
                <a:cxn ang="0">
                  <a:pos x="17" y="46"/>
                </a:cxn>
                <a:cxn ang="0">
                  <a:pos x="47" y="17"/>
                </a:cxn>
                <a:cxn ang="0">
                  <a:pos x="38" y="8"/>
                </a:cxn>
                <a:cxn ang="0">
                  <a:pos x="9" y="8"/>
                </a:cxn>
              </a:cxnLst>
              <a:rect l="0" t="0" r="r" b="b"/>
              <a:pathLst>
                <a:path w="47" h="46">
                  <a:moveTo>
                    <a:pt x="9" y="8"/>
                  </a:moveTo>
                  <a:cubicBezTo>
                    <a:pt x="1" y="16"/>
                    <a:pt x="0" y="29"/>
                    <a:pt x="9" y="3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0" y="0"/>
                    <a:pt x="17" y="0"/>
                    <a:pt x="9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8" name="Freeform 34">
              <a:extLst>
                <a:ext uri="{FF2B5EF4-FFF2-40B4-BE49-F238E27FC236}">
                  <a16:creationId xmlns:a16="http://schemas.microsoft.com/office/drawing/2014/main" id="{12ACA912-A59C-3E43-A9D8-FEAA01E7D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5" y="4021138"/>
              <a:ext cx="131763" cy="13811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0" y="29"/>
                </a:cxn>
                <a:cxn ang="0">
                  <a:pos x="10" y="38"/>
                </a:cxn>
                <a:cxn ang="0">
                  <a:pos x="39" y="39"/>
                </a:cxn>
                <a:cxn ang="0">
                  <a:pos x="45" y="24"/>
                </a:cxn>
                <a:cxn ang="0">
                  <a:pos x="39" y="9"/>
                </a:cxn>
                <a:cxn ang="0">
                  <a:pos x="30" y="0"/>
                </a:cxn>
              </a:cxnLst>
              <a:rect l="0" t="0" r="r" b="b"/>
              <a:pathLst>
                <a:path w="45" h="47">
                  <a:moveTo>
                    <a:pt x="30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8" y="47"/>
                    <a:pt x="31" y="47"/>
                    <a:pt x="39" y="39"/>
                  </a:cubicBezTo>
                  <a:cubicBezTo>
                    <a:pt x="43" y="35"/>
                    <a:pt x="45" y="29"/>
                    <a:pt x="45" y="24"/>
                  </a:cubicBezTo>
                  <a:cubicBezTo>
                    <a:pt x="45" y="19"/>
                    <a:pt x="43" y="13"/>
                    <a:pt x="39" y="9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09" name="Freeform 35">
              <a:extLst>
                <a:ext uri="{FF2B5EF4-FFF2-40B4-BE49-F238E27FC236}">
                  <a16:creationId xmlns:a16="http://schemas.microsoft.com/office/drawing/2014/main" id="{05BC80C7-2604-3B40-8587-228B436BD1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4950" y="3868738"/>
              <a:ext cx="293688" cy="279400"/>
            </a:xfrm>
            <a:custGeom>
              <a:avLst/>
              <a:gdLst/>
              <a:ahLst/>
              <a:cxnLst>
                <a:cxn ang="0">
                  <a:pos x="9" y="60"/>
                </a:cxn>
                <a:cxn ang="0">
                  <a:pos x="23" y="95"/>
                </a:cxn>
                <a:cxn ang="0">
                  <a:pos x="91" y="37"/>
                </a:cxn>
                <a:cxn ang="0">
                  <a:pos x="62" y="8"/>
                </a:cxn>
                <a:cxn ang="0">
                  <a:pos x="68" y="20"/>
                </a:cxn>
                <a:cxn ang="0">
                  <a:pos x="62" y="20"/>
                </a:cxn>
                <a:cxn ang="0">
                  <a:pos x="14" y="85"/>
                </a:cxn>
                <a:cxn ang="0">
                  <a:pos x="14" y="80"/>
                </a:cxn>
                <a:cxn ang="0">
                  <a:pos x="14" y="85"/>
                </a:cxn>
                <a:cxn ang="0">
                  <a:pos x="15" y="74"/>
                </a:cxn>
                <a:cxn ang="0">
                  <a:pos x="20" y="75"/>
                </a:cxn>
                <a:cxn ang="0">
                  <a:pos x="19" y="68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21" y="82"/>
                </a:cxn>
                <a:cxn ang="0">
                  <a:pos x="27" y="82"/>
                </a:cxn>
                <a:cxn ang="0">
                  <a:pos x="26" y="75"/>
                </a:cxn>
                <a:cxn ang="0">
                  <a:pos x="26" y="70"/>
                </a:cxn>
                <a:cxn ang="0">
                  <a:pos x="26" y="75"/>
                </a:cxn>
                <a:cxn ang="0">
                  <a:pos x="30" y="80"/>
                </a:cxn>
                <a:cxn ang="0">
                  <a:pos x="35" y="80"/>
                </a:cxn>
                <a:cxn ang="0">
                  <a:pos x="65" y="53"/>
                </a:cxn>
                <a:cxn ang="0">
                  <a:pos x="36" y="62"/>
                </a:cxn>
                <a:cxn ang="0">
                  <a:pos x="36" y="43"/>
                </a:cxn>
                <a:cxn ang="0">
                  <a:pos x="64" y="34"/>
                </a:cxn>
                <a:cxn ang="0">
                  <a:pos x="65" y="53"/>
                </a:cxn>
                <a:cxn ang="0">
                  <a:pos x="69" y="27"/>
                </a:cxn>
                <a:cxn ang="0">
                  <a:pos x="74" y="27"/>
                </a:cxn>
                <a:cxn ang="0">
                  <a:pos x="72" y="19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76" y="34"/>
                </a:cxn>
                <a:cxn ang="0">
                  <a:pos x="81" y="34"/>
                </a:cxn>
                <a:cxn ang="0">
                  <a:pos x="81" y="28"/>
                </a:cxn>
                <a:cxn ang="0">
                  <a:pos x="81" y="23"/>
                </a:cxn>
                <a:cxn ang="0">
                  <a:pos x="81" y="28"/>
                </a:cxn>
                <a:cxn ang="0">
                  <a:pos x="80" y="16"/>
                </a:cxn>
                <a:cxn ang="0">
                  <a:pos x="86" y="16"/>
                </a:cxn>
              </a:cxnLst>
              <a:rect l="0" t="0" r="r" b="b"/>
              <a:pathLst>
                <a:path w="100" h="95">
                  <a:moveTo>
                    <a:pt x="62" y="8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1" y="68"/>
                    <a:pt x="0" y="81"/>
                    <a:pt x="9" y="89"/>
                  </a:cubicBezTo>
                  <a:cubicBezTo>
                    <a:pt x="13" y="93"/>
                    <a:pt x="18" y="95"/>
                    <a:pt x="23" y="95"/>
                  </a:cubicBezTo>
                  <a:cubicBezTo>
                    <a:pt x="29" y="95"/>
                    <a:pt x="34" y="93"/>
                    <a:pt x="38" y="90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100" y="29"/>
                    <a:pt x="100" y="16"/>
                    <a:pt x="92" y="8"/>
                  </a:cubicBezTo>
                  <a:cubicBezTo>
                    <a:pt x="84" y="0"/>
                    <a:pt x="70" y="0"/>
                    <a:pt x="62" y="8"/>
                  </a:cubicBezTo>
                  <a:moveTo>
                    <a:pt x="65" y="17"/>
                  </a:moveTo>
                  <a:cubicBezTo>
                    <a:pt x="66" y="17"/>
                    <a:pt x="68" y="18"/>
                    <a:pt x="68" y="20"/>
                  </a:cubicBezTo>
                  <a:cubicBezTo>
                    <a:pt x="68" y="21"/>
                    <a:pt x="66" y="22"/>
                    <a:pt x="65" y="22"/>
                  </a:cubicBezTo>
                  <a:cubicBezTo>
                    <a:pt x="64" y="22"/>
                    <a:pt x="62" y="21"/>
                    <a:pt x="62" y="20"/>
                  </a:cubicBezTo>
                  <a:cubicBezTo>
                    <a:pt x="62" y="18"/>
                    <a:pt x="64" y="17"/>
                    <a:pt x="65" y="17"/>
                  </a:cubicBezTo>
                  <a:moveTo>
                    <a:pt x="14" y="85"/>
                  </a:moveTo>
                  <a:cubicBezTo>
                    <a:pt x="12" y="85"/>
                    <a:pt x="11" y="84"/>
                    <a:pt x="11" y="82"/>
                  </a:cubicBezTo>
                  <a:cubicBezTo>
                    <a:pt x="12" y="81"/>
                    <a:pt x="13" y="80"/>
                    <a:pt x="14" y="80"/>
                  </a:cubicBezTo>
                  <a:cubicBezTo>
                    <a:pt x="16" y="80"/>
                    <a:pt x="17" y="81"/>
                    <a:pt x="17" y="83"/>
                  </a:cubicBezTo>
                  <a:cubicBezTo>
                    <a:pt x="17" y="84"/>
                    <a:pt x="15" y="85"/>
                    <a:pt x="14" y="85"/>
                  </a:cubicBezTo>
                  <a:moveTo>
                    <a:pt x="17" y="77"/>
                  </a:moveTo>
                  <a:cubicBezTo>
                    <a:pt x="16" y="77"/>
                    <a:pt x="15" y="76"/>
                    <a:pt x="15" y="74"/>
                  </a:cubicBezTo>
                  <a:cubicBezTo>
                    <a:pt x="15" y="73"/>
                    <a:pt x="16" y="72"/>
                    <a:pt x="18" y="72"/>
                  </a:cubicBezTo>
                  <a:cubicBezTo>
                    <a:pt x="19" y="72"/>
                    <a:pt x="20" y="73"/>
                    <a:pt x="20" y="75"/>
                  </a:cubicBezTo>
                  <a:cubicBezTo>
                    <a:pt x="20" y="76"/>
                    <a:pt x="19" y="77"/>
                    <a:pt x="17" y="77"/>
                  </a:cubicBezTo>
                  <a:moveTo>
                    <a:pt x="19" y="68"/>
                  </a:moveTo>
                  <a:cubicBezTo>
                    <a:pt x="18" y="68"/>
                    <a:pt x="16" y="66"/>
                    <a:pt x="17" y="65"/>
                  </a:cubicBezTo>
                  <a:cubicBezTo>
                    <a:pt x="17" y="63"/>
                    <a:pt x="18" y="62"/>
                    <a:pt x="19" y="63"/>
                  </a:cubicBezTo>
                  <a:cubicBezTo>
                    <a:pt x="21" y="63"/>
                    <a:pt x="22" y="64"/>
                    <a:pt x="22" y="65"/>
                  </a:cubicBezTo>
                  <a:cubicBezTo>
                    <a:pt x="22" y="67"/>
                    <a:pt x="20" y="68"/>
                    <a:pt x="19" y="68"/>
                  </a:cubicBezTo>
                  <a:moveTo>
                    <a:pt x="24" y="85"/>
                  </a:moveTo>
                  <a:cubicBezTo>
                    <a:pt x="22" y="84"/>
                    <a:pt x="21" y="83"/>
                    <a:pt x="21" y="82"/>
                  </a:cubicBezTo>
                  <a:cubicBezTo>
                    <a:pt x="22" y="80"/>
                    <a:pt x="23" y="79"/>
                    <a:pt x="24" y="79"/>
                  </a:cubicBezTo>
                  <a:cubicBezTo>
                    <a:pt x="26" y="79"/>
                    <a:pt x="27" y="81"/>
                    <a:pt x="27" y="82"/>
                  </a:cubicBezTo>
                  <a:cubicBezTo>
                    <a:pt x="27" y="84"/>
                    <a:pt x="25" y="85"/>
                    <a:pt x="24" y="85"/>
                  </a:cubicBezTo>
                  <a:moveTo>
                    <a:pt x="26" y="75"/>
                  </a:moveTo>
                  <a:cubicBezTo>
                    <a:pt x="24" y="75"/>
                    <a:pt x="23" y="74"/>
                    <a:pt x="23" y="72"/>
                  </a:cubicBezTo>
                  <a:cubicBezTo>
                    <a:pt x="23" y="71"/>
                    <a:pt x="25" y="70"/>
                    <a:pt x="26" y="70"/>
                  </a:cubicBezTo>
                  <a:cubicBezTo>
                    <a:pt x="28" y="70"/>
                    <a:pt x="29" y="71"/>
                    <a:pt x="28" y="73"/>
                  </a:cubicBezTo>
                  <a:cubicBezTo>
                    <a:pt x="28" y="74"/>
                    <a:pt x="27" y="75"/>
                    <a:pt x="26" y="75"/>
                  </a:cubicBezTo>
                  <a:moveTo>
                    <a:pt x="32" y="83"/>
                  </a:moveTo>
                  <a:cubicBezTo>
                    <a:pt x="31" y="83"/>
                    <a:pt x="30" y="81"/>
                    <a:pt x="30" y="80"/>
                  </a:cubicBezTo>
                  <a:cubicBezTo>
                    <a:pt x="30" y="78"/>
                    <a:pt x="31" y="77"/>
                    <a:pt x="32" y="78"/>
                  </a:cubicBezTo>
                  <a:cubicBezTo>
                    <a:pt x="34" y="78"/>
                    <a:pt x="35" y="79"/>
                    <a:pt x="35" y="80"/>
                  </a:cubicBezTo>
                  <a:cubicBezTo>
                    <a:pt x="35" y="82"/>
                    <a:pt x="33" y="83"/>
                    <a:pt x="32" y="83"/>
                  </a:cubicBezTo>
                  <a:moveTo>
                    <a:pt x="65" y="53"/>
                  </a:moveTo>
                  <a:cubicBezTo>
                    <a:pt x="54" y="63"/>
                    <a:pt x="54" y="63"/>
                    <a:pt x="54" y="63"/>
                  </a:cubicBezTo>
                  <a:cubicBezTo>
                    <a:pt x="49" y="68"/>
                    <a:pt x="41" y="67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1" y="56"/>
                    <a:pt x="31" y="48"/>
                    <a:pt x="36" y="43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52" y="28"/>
                    <a:pt x="60" y="28"/>
                    <a:pt x="64" y="34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0" y="40"/>
                    <a:pt x="70" y="48"/>
                    <a:pt x="65" y="53"/>
                  </a:cubicBezTo>
                  <a:moveTo>
                    <a:pt x="72" y="29"/>
                  </a:moveTo>
                  <a:cubicBezTo>
                    <a:pt x="70" y="29"/>
                    <a:pt x="69" y="28"/>
                    <a:pt x="69" y="27"/>
                  </a:cubicBezTo>
                  <a:cubicBezTo>
                    <a:pt x="69" y="25"/>
                    <a:pt x="70" y="24"/>
                    <a:pt x="72" y="24"/>
                  </a:cubicBezTo>
                  <a:cubicBezTo>
                    <a:pt x="73" y="24"/>
                    <a:pt x="74" y="25"/>
                    <a:pt x="74" y="27"/>
                  </a:cubicBezTo>
                  <a:cubicBezTo>
                    <a:pt x="74" y="28"/>
                    <a:pt x="73" y="29"/>
                    <a:pt x="72" y="29"/>
                  </a:cubicBezTo>
                  <a:moveTo>
                    <a:pt x="72" y="19"/>
                  </a:moveTo>
                  <a:cubicBezTo>
                    <a:pt x="72" y="17"/>
                    <a:pt x="73" y="16"/>
                    <a:pt x="74" y="16"/>
                  </a:cubicBezTo>
                  <a:cubicBezTo>
                    <a:pt x="76" y="16"/>
                    <a:pt x="77" y="17"/>
                    <a:pt x="77" y="19"/>
                  </a:cubicBezTo>
                  <a:cubicBezTo>
                    <a:pt x="77" y="20"/>
                    <a:pt x="76" y="21"/>
                    <a:pt x="74" y="21"/>
                  </a:cubicBezTo>
                  <a:cubicBezTo>
                    <a:pt x="73" y="21"/>
                    <a:pt x="72" y="20"/>
                    <a:pt x="72" y="19"/>
                  </a:cubicBezTo>
                  <a:moveTo>
                    <a:pt x="79" y="36"/>
                  </a:moveTo>
                  <a:cubicBezTo>
                    <a:pt x="77" y="36"/>
                    <a:pt x="76" y="35"/>
                    <a:pt x="76" y="34"/>
                  </a:cubicBezTo>
                  <a:cubicBezTo>
                    <a:pt x="76" y="32"/>
                    <a:pt x="77" y="31"/>
                    <a:pt x="79" y="31"/>
                  </a:cubicBezTo>
                  <a:cubicBezTo>
                    <a:pt x="80" y="31"/>
                    <a:pt x="81" y="32"/>
                    <a:pt x="81" y="34"/>
                  </a:cubicBezTo>
                  <a:cubicBezTo>
                    <a:pt x="81" y="35"/>
                    <a:pt x="80" y="36"/>
                    <a:pt x="79" y="36"/>
                  </a:cubicBezTo>
                  <a:moveTo>
                    <a:pt x="81" y="28"/>
                  </a:moveTo>
                  <a:cubicBezTo>
                    <a:pt x="80" y="28"/>
                    <a:pt x="79" y="27"/>
                    <a:pt x="79" y="26"/>
                  </a:cubicBezTo>
                  <a:cubicBezTo>
                    <a:pt x="79" y="24"/>
                    <a:pt x="80" y="23"/>
                    <a:pt x="81" y="23"/>
                  </a:cubicBezTo>
                  <a:cubicBezTo>
                    <a:pt x="83" y="23"/>
                    <a:pt x="84" y="24"/>
                    <a:pt x="84" y="26"/>
                  </a:cubicBezTo>
                  <a:cubicBezTo>
                    <a:pt x="84" y="27"/>
                    <a:pt x="83" y="28"/>
                    <a:pt x="81" y="28"/>
                  </a:cubicBezTo>
                  <a:moveTo>
                    <a:pt x="83" y="19"/>
                  </a:moveTo>
                  <a:cubicBezTo>
                    <a:pt x="81" y="19"/>
                    <a:pt x="80" y="17"/>
                    <a:pt x="80" y="16"/>
                  </a:cubicBezTo>
                  <a:cubicBezTo>
                    <a:pt x="80" y="14"/>
                    <a:pt x="81" y="13"/>
                    <a:pt x="83" y="13"/>
                  </a:cubicBezTo>
                  <a:cubicBezTo>
                    <a:pt x="84" y="13"/>
                    <a:pt x="86" y="14"/>
                    <a:pt x="86" y="16"/>
                  </a:cubicBezTo>
                  <a:cubicBezTo>
                    <a:pt x="86" y="17"/>
                    <a:pt x="84" y="19"/>
                    <a:pt x="83" y="1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410" name="Freeform 110">
            <a:extLst>
              <a:ext uri="{FF2B5EF4-FFF2-40B4-BE49-F238E27FC236}">
                <a16:creationId xmlns:a16="http://schemas.microsoft.com/office/drawing/2014/main" id="{EE7647F3-FF38-664D-8A20-4323F997947D}"/>
              </a:ext>
            </a:extLst>
          </p:cNvPr>
          <p:cNvSpPr>
            <a:spLocks noEditPoints="1"/>
          </p:cNvSpPr>
          <p:nvPr/>
        </p:nvSpPr>
        <p:spPr bwMode="auto">
          <a:xfrm>
            <a:off x="7679486" y="5054715"/>
            <a:ext cx="868775" cy="594922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grpSp>
        <p:nvGrpSpPr>
          <p:cNvPr id="411" name="Group 175">
            <a:extLst>
              <a:ext uri="{FF2B5EF4-FFF2-40B4-BE49-F238E27FC236}">
                <a16:creationId xmlns:a16="http://schemas.microsoft.com/office/drawing/2014/main" id="{74654D94-95E4-A940-B69B-28D15A59B405}"/>
              </a:ext>
            </a:extLst>
          </p:cNvPr>
          <p:cNvGrpSpPr/>
          <p:nvPr/>
        </p:nvGrpSpPr>
        <p:grpSpPr>
          <a:xfrm flipH="1">
            <a:off x="8849742" y="5054715"/>
            <a:ext cx="843503" cy="594922"/>
            <a:chOff x="6035675" y="862013"/>
            <a:chExt cx="479425" cy="338138"/>
          </a:xfrm>
          <a:solidFill>
            <a:schemeClr val="bg1"/>
          </a:solidFill>
        </p:grpSpPr>
        <p:sp>
          <p:nvSpPr>
            <p:cNvPr id="412" name="Freeform 95">
              <a:extLst>
                <a:ext uri="{FF2B5EF4-FFF2-40B4-BE49-F238E27FC236}">
                  <a16:creationId xmlns:a16="http://schemas.microsoft.com/office/drawing/2014/main" id="{8B5573EA-6123-5646-BD7F-63CE49E963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3" name="Freeform 96">
              <a:extLst>
                <a:ext uri="{FF2B5EF4-FFF2-40B4-BE49-F238E27FC236}">
                  <a16:creationId xmlns:a16="http://schemas.microsoft.com/office/drawing/2014/main" id="{59B93C47-1F5D-9547-84DC-22CDBA62CF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2538" y="977900"/>
              <a:ext cx="76200" cy="74613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0" y="16"/>
                </a:cxn>
                <a:cxn ang="0">
                  <a:pos x="0" y="29"/>
                </a:cxn>
                <a:cxn ang="0">
                  <a:pos x="17" y="29"/>
                </a:cxn>
                <a:cxn ang="0">
                  <a:pos x="17" y="47"/>
                </a:cxn>
                <a:cxn ang="0">
                  <a:pos x="31" y="47"/>
                </a:cxn>
                <a:cxn ang="0">
                  <a:pos x="31" y="29"/>
                </a:cxn>
                <a:cxn ang="0">
                  <a:pos x="48" y="29"/>
                </a:cxn>
                <a:cxn ang="0">
                  <a:pos x="48" y="16"/>
                </a:cxn>
                <a:cxn ang="0">
                  <a:pos x="31" y="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0" t="0" r="r" b="b"/>
              <a:pathLst>
                <a:path w="48" h="47">
                  <a:moveTo>
                    <a:pt x="3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9"/>
                  </a:lnTo>
                  <a:lnTo>
                    <a:pt x="17" y="29"/>
                  </a:lnTo>
                  <a:lnTo>
                    <a:pt x="17" y="47"/>
                  </a:lnTo>
                  <a:lnTo>
                    <a:pt x="31" y="47"/>
                  </a:lnTo>
                  <a:lnTo>
                    <a:pt x="31" y="29"/>
                  </a:lnTo>
                  <a:lnTo>
                    <a:pt x="48" y="29"/>
                  </a:lnTo>
                  <a:lnTo>
                    <a:pt x="48" y="16"/>
                  </a:lnTo>
                  <a:lnTo>
                    <a:pt x="31" y="16"/>
                  </a:lnTo>
                  <a:lnTo>
                    <a:pt x="31" y="0"/>
                  </a:lnTo>
                  <a:moveTo>
                    <a:pt x="31" y="0"/>
                  </a:moveTo>
                  <a:lnTo>
                    <a:pt x="31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4" name="Freeform 97">
              <a:extLst>
                <a:ext uri="{FF2B5EF4-FFF2-40B4-BE49-F238E27FC236}">
                  <a16:creationId xmlns:a16="http://schemas.microsoft.com/office/drawing/2014/main" id="{AA647625-0FDD-A446-A651-1D38FD5225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75363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4" y="29"/>
                </a:cxn>
                <a:cxn ang="0">
                  <a:pos x="0" y="14"/>
                </a:cxn>
                <a:cxn ang="0">
                  <a:pos x="14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2" y="29"/>
                    <a:pt x="14" y="29"/>
                  </a:cubicBezTo>
                  <a:cubicBezTo>
                    <a:pt x="6" y="29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5" name="Freeform 98">
              <a:extLst>
                <a:ext uri="{FF2B5EF4-FFF2-40B4-BE49-F238E27FC236}">
                  <a16:creationId xmlns:a16="http://schemas.microsoft.com/office/drawing/2014/main" id="{7AD955CC-FCCC-D146-BB66-9158EAC693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0638" y="1116013"/>
              <a:ext cx="84138" cy="84138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5" y="29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29" y="14"/>
                </a:cxn>
                <a:cxn ang="0">
                  <a:pos x="29" y="14"/>
                </a:cxn>
                <a:cxn ang="0">
                  <a:pos x="29" y="14"/>
                </a:cxn>
              </a:cxnLst>
              <a:rect l="0" t="0" r="r" b="b"/>
              <a:pathLst>
                <a:path w="29" h="29">
                  <a:moveTo>
                    <a:pt x="29" y="14"/>
                  </a:moveTo>
                  <a:cubicBezTo>
                    <a:pt x="29" y="22"/>
                    <a:pt x="23" y="29"/>
                    <a:pt x="15" y="29"/>
                  </a:cubicBez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6" name="Freeform 103">
              <a:extLst>
                <a:ext uri="{FF2B5EF4-FFF2-40B4-BE49-F238E27FC236}">
                  <a16:creationId xmlns:a16="http://schemas.microsoft.com/office/drawing/2014/main" id="{8FD17E11-9F40-194D-A83C-DAB76B237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5675" y="862013"/>
              <a:ext cx="479425" cy="280988"/>
            </a:xfrm>
            <a:custGeom>
              <a:avLst/>
              <a:gdLst/>
              <a:ahLst/>
              <a:cxnLst>
                <a:cxn ang="0">
                  <a:pos x="153" y="8"/>
                </a:cxn>
                <a:cxn ang="0">
                  <a:pos x="78" y="8"/>
                </a:cxn>
                <a:cxn ang="0">
                  <a:pos x="67" y="0"/>
                </a:cxn>
                <a:cxn ang="0">
                  <a:pos x="57" y="8"/>
                </a:cxn>
                <a:cxn ang="0">
                  <a:pos x="52" y="8"/>
                </a:cxn>
                <a:cxn ang="0">
                  <a:pos x="46" y="17"/>
                </a:cxn>
                <a:cxn ang="0">
                  <a:pos x="46" y="26"/>
                </a:cxn>
                <a:cxn ang="0">
                  <a:pos x="40" y="26"/>
                </a:cxn>
                <a:cxn ang="0">
                  <a:pos x="25" y="36"/>
                </a:cxn>
                <a:cxn ang="0">
                  <a:pos x="8" y="56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7"/>
                </a:cxn>
                <a:cxn ang="0">
                  <a:pos x="12" y="97"/>
                </a:cxn>
                <a:cxn ang="0">
                  <a:pos x="29" y="85"/>
                </a:cxn>
                <a:cxn ang="0">
                  <a:pos x="45" y="97"/>
                </a:cxn>
                <a:cxn ang="0">
                  <a:pos x="114" y="97"/>
                </a:cxn>
                <a:cxn ang="0">
                  <a:pos x="131" y="85"/>
                </a:cxn>
                <a:cxn ang="0">
                  <a:pos x="148" y="97"/>
                </a:cxn>
                <a:cxn ang="0">
                  <a:pos x="157" y="97"/>
                </a:cxn>
                <a:cxn ang="0">
                  <a:pos x="166" y="84"/>
                </a:cxn>
                <a:cxn ang="0">
                  <a:pos x="166" y="21"/>
                </a:cxn>
                <a:cxn ang="0">
                  <a:pos x="153" y="8"/>
                </a:cxn>
                <a:cxn ang="0">
                  <a:pos x="47" y="53"/>
                </a:cxn>
                <a:cxn ang="0">
                  <a:pos x="40" y="60"/>
                </a:cxn>
                <a:cxn ang="0">
                  <a:pos x="26" y="60"/>
                </a:cxn>
                <a:cxn ang="0">
                  <a:pos x="24" y="55"/>
                </a:cxn>
                <a:cxn ang="0">
                  <a:pos x="34" y="44"/>
                </a:cxn>
                <a:cxn ang="0">
                  <a:pos x="43" y="40"/>
                </a:cxn>
                <a:cxn ang="0">
                  <a:pos x="47" y="46"/>
                </a:cxn>
                <a:cxn ang="0">
                  <a:pos x="47" y="53"/>
                </a:cxn>
                <a:cxn ang="0">
                  <a:pos x="139" y="56"/>
                </a:cxn>
                <a:cxn ang="0">
                  <a:pos x="117" y="78"/>
                </a:cxn>
                <a:cxn ang="0">
                  <a:pos x="94" y="56"/>
                </a:cxn>
                <a:cxn ang="0">
                  <a:pos x="88" y="44"/>
                </a:cxn>
                <a:cxn ang="0">
                  <a:pos x="104" y="28"/>
                </a:cxn>
                <a:cxn ang="0">
                  <a:pos x="116" y="33"/>
                </a:cxn>
                <a:cxn ang="0">
                  <a:pos x="128" y="28"/>
                </a:cxn>
                <a:cxn ang="0">
                  <a:pos x="144" y="44"/>
                </a:cxn>
                <a:cxn ang="0">
                  <a:pos x="139" y="56"/>
                </a:cxn>
                <a:cxn ang="0">
                  <a:pos x="139" y="56"/>
                </a:cxn>
                <a:cxn ang="0">
                  <a:pos x="139" y="56"/>
                </a:cxn>
              </a:cxnLst>
              <a:rect l="0" t="0" r="r" b="b"/>
              <a:pathLst>
                <a:path w="166" h="97">
                  <a:moveTo>
                    <a:pt x="153" y="8"/>
                  </a:moveTo>
                  <a:cubicBezTo>
                    <a:pt x="78" y="8"/>
                    <a:pt x="78" y="8"/>
                    <a:pt x="78" y="8"/>
                  </a:cubicBezTo>
                  <a:cubicBezTo>
                    <a:pt x="76" y="3"/>
                    <a:pt x="72" y="0"/>
                    <a:pt x="67" y="0"/>
                  </a:cubicBezTo>
                  <a:cubicBezTo>
                    <a:pt x="63" y="0"/>
                    <a:pt x="58" y="3"/>
                    <a:pt x="57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49" y="8"/>
                    <a:pt x="46" y="12"/>
                    <a:pt x="46" y="1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7" y="26"/>
                    <a:pt x="30" y="31"/>
                    <a:pt x="25" y="3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4" y="61"/>
                    <a:pt x="0" y="71"/>
                    <a:pt x="0" y="78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91"/>
                    <a:pt x="3" y="97"/>
                    <a:pt x="6" y="97"/>
                  </a:cubicBezTo>
                  <a:cubicBezTo>
                    <a:pt x="12" y="97"/>
                    <a:pt x="12" y="97"/>
                    <a:pt x="12" y="97"/>
                  </a:cubicBezTo>
                  <a:cubicBezTo>
                    <a:pt x="14" y="90"/>
                    <a:pt x="21" y="85"/>
                    <a:pt x="29" y="85"/>
                  </a:cubicBezTo>
                  <a:cubicBezTo>
                    <a:pt x="36" y="85"/>
                    <a:pt x="43" y="90"/>
                    <a:pt x="45" y="97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6" y="90"/>
                    <a:pt x="123" y="85"/>
                    <a:pt x="131" y="85"/>
                  </a:cubicBezTo>
                  <a:cubicBezTo>
                    <a:pt x="139" y="85"/>
                    <a:pt x="145" y="90"/>
                    <a:pt x="14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2" y="97"/>
                    <a:pt x="166" y="91"/>
                    <a:pt x="166" y="84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14"/>
                    <a:pt x="160" y="8"/>
                    <a:pt x="153" y="8"/>
                  </a:cubicBezTo>
                  <a:close/>
                  <a:moveTo>
                    <a:pt x="47" y="53"/>
                  </a:moveTo>
                  <a:cubicBezTo>
                    <a:pt x="47" y="57"/>
                    <a:pt x="44" y="60"/>
                    <a:pt x="40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2" y="60"/>
                    <a:pt x="22" y="57"/>
                    <a:pt x="24" y="5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6" y="42"/>
                    <a:pt x="40" y="40"/>
                    <a:pt x="43" y="40"/>
                  </a:cubicBezTo>
                  <a:cubicBezTo>
                    <a:pt x="45" y="40"/>
                    <a:pt x="47" y="43"/>
                    <a:pt x="47" y="46"/>
                  </a:cubicBezTo>
                  <a:lnTo>
                    <a:pt x="47" y="53"/>
                  </a:lnTo>
                  <a:close/>
                  <a:moveTo>
                    <a:pt x="139" y="56"/>
                  </a:moveTo>
                  <a:cubicBezTo>
                    <a:pt x="117" y="78"/>
                    <a:pt x="117" y="78"/>
                    <a:pt x="117" y="78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0" y="53"/>
                    <a:pt x="88" y="49"/>
                    <a:pt x="88" y="44"/>
                  </a:cubicBezTo>
                  <a:cubicBezTo>
                    <a:pt x="88" y="35"/>
                    <a:pt x="95" y="28"/>
                    <a:pt x="104" y="28"/>
                  </a:cubicBezTo>
                  <a:cubicBezTo>
                    <a:pt x="109" y="28"/>
                    <a:pt x="113" y="30"/>
                    <a:pt x="116" y="33"/>
                  </a:cubicBezTo>
                  <a:cubicBezTo>
                    <a:pt x="119" y="30"/>
                    <a:pt x="123" y="28"/>
                    <a:pt x="128" y="28"/>
                  </a:cubicBezTo>
                  <a:cubicBezTo>
                    <a:pt x="137" y="28"/>
                    <a:pt x="144" y="35"/>
                    <a:pt x="144" y="44"/>
                  </a:cubicBezTo>
                  <a:cubicBezTo>
                    <a:pt x="144" y="49"/>
                    <a:pt x="142" y="53"/>
                    <a:pt x="139" y="56"/>
                  </a:cubicBezTo>
                  <a:close/>
                  <a:moveTo>
                    <a:pt x="139" y="56"/>
                  </a:moveTo>
                  <a:cubicBezTo>
                    <a:pt x="139" y="56"/>
                    <a:pt x="139" y="56"/>
                    <a:pt x="139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sp>
        <p:nvSpPr>
          <p:cNvPr id="417" name="Freeform 5">
            <a:extLst>
              <a:ext uri="{FF2B5EF4-FFF2-40B4-BE49-F238E27FC236}">
                <a16:creationId xmlns:a16="http://schemas.microsoft.com/office/drawing/2014/main" id="{2840E3A8-8303-2845-9D65-04767215B8B0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10832142" y="4232290"/>
            <a:ext cx="1119435" cy="1143702"/>
          </a:xfrm>
          <a:custGeom>
            <a:avLst/>
            <a:gdLst/>
            <a:ahLst/>
            <a:cxnLst>
              <a:cxn ang="0">
                <a:pos x="739" y="553"/>
              </a:cxn>
              <a:cxn ang="0">
                <a:pos x="623" y="488"/>
              </a:cxn>
              <a:cxn ang="0">
                <a:pos x="541" y="483"/>
              </a:cxn>
              <a:cxn ang="0">
                <a:pos x="272" y="213"/>
              </a:cxn>
              <a:cxn ang="0">
                <a:pos x="170" y="33"/>
              </a:cxn>
              <a:cxn ang="0">
                <a:pos x="50" y="185"/>
              </a:cxn>
              <a:cxn ang="0">
                <a:pos x="0" y="203"/>
              </a:cxn>
              <a:cxn ang="0">
                <a:pos x="284" y="470"/>
              </a:cxn>
              <a:cxn ang="0">
                <a:pos x="551" y="755"/>
              </a:cxn>
              <a:cxn ang="0">
                <a:pos x="571" y="706"/>
              </a:cxn>
              <a:cxn ang="0">
                <a:pos x="706" y="587"/>
              </a:cxn>
              <a:cxn ang="0">
                <a:pos x="599" y="531"/>
              </a:cxn>
              <a:cxn ang="0">
                <a:pos x="530" y="619"/>
              </a:cxn>
              <a:cxn ang="0">
                <a:pos x="532" y="531"/>
              </a:cxn>
              <a:cxn ang="0">
                <a:pos x="526" y="585"/>
              </a:cxn>
              <a:cxn ang="0">
                <a:pos x="397" y="485"/>
              </a:cxn>
              <a:cxn ang="0">
                <a:pos x="489" y="411"/>
              </a:cxn>
              <a:cxn ang="0">
                <a:pos x="397" y="485"/>
              </a:cxn>
              <a:cxn ang="0">
                <a:pos x="383" y="480"/>
              </a:cxn>
              <a:cxn ang="0">
                <a:pos x="456" y="341"/>
              </a:cxn>
              <a:cxn ang="0">
                <a:pos x="437" y="324"/>
              </a:cxn>
              <a:cxn ang="0">
                <a:pos x="330" y="449"/>
              </a:cxn>
              <a:cxn ang="0">
                <a:pos x="437" y="324"/>
              </a:cxn>
              <a:cxn ang="0">
                <a:pos x="363" y="271"/>
              </a:cxn>
              <a:cxn ang="0">
                <a:pos x="275" y="376"/>
              </a:cxn>
              <a:cxn ang="0">
                <a:pos x="349" y="266"/>
              </a:cxn>
              <a:cxn ang="0">
                <a:pos x="261" y="262"/>
              </a:cxn>
              <a:cxn ang="0">
                <a:pos x="172" y="228"/>
              </a:cxn>
              <a:cxn ang="0">
                <a:pos x="227" y="155"/>
              </a:cxn>
              <a:cxn ang="0">
                <a:pos x="172" y="228"/>
              </a:cxn>
              <a:cxn ang="0">
                <a:pos x="84" y="206"/>
              </a:cxn>
              <a:cxn ang="0">
                <a:pos x="224" y="139"/>
              </a:cxn>
              <a:cxn ang="0">
                <a:pos x="192" y="61"/>
              </a:cxn>
              <a:cxn ang="0">
                <a:pos x="72" y="200"/>
              </a:cxn>
              <a:cxn ang="0">
                <a:pos x="192" y="61"/>
              </a:cxn>
              <a:cxn ang="0">
                <a:pos x="227" y="192"/>
              </a:cxn>
              <a:cxn ang="0">
                <a:pos x="192" y="227"/>
              </a:cxn>
              <a:cxn ang="0">
                <a:pos x="388" y="282"/>
              </a:cxn>
              <a:cxn ang="0">
                <a:pos x="311" y="431"/>
              </a:cxn>
              <a:cxn ang="0">
                <a:pos x="426" y="492"/>
              </a:cxn>
              <a:cxn ang="0">
                <a:pos x="492" y="492"/>
              </a:cxn>
              <a:cxn ang="0">
                <a:pos x="563" y="696"/>
              </a:cxn>
              <a:cxn ang="0">
                <a:pos x="677" y="563"/>
              </a:cxn>
              <a:cxn ang="0">
                <a:pos x="563" y="696"/>
              </a:cxn>
              <a:cxn ang="0">
                <a:pos x="533" y="634"/>
              </a:cxn>
              <a:cxn ang="0">
                <a:pos x="666" y="556"/>
              </a:cxn>
              <a:cxn ang="0">
                <a:pos x="549" y="673"/>
              </a:cxn>
            </a:cxnLst>
            <a:rect l="0" t="0" r="r" b="b"/>
            <a:pathLst>
              <a:path w="739" h="755">
                <a:moveTo>
                  <a:pt x="706" y="587"/>
                </a:moveTo>
                <a:cubicBezTo>
                  <a:pt x="739" y="553"/>
                  <a:pt x="739" y="553"/>
                  <a:pt x="739" y="553"/>
                </a:cubicBezTo>
                <a:cubicBezTo>
                  <a:pt x="706" y="520"/>
                  <a:pt x="666" y="499"/>
                  <a:pt x="624" y="489"/>
                </a:cubicBezTo>
                <a:cubicBezTo>
                  <a:pt x="623" y="488"/>
                  <a:pt x="623" y="488"/>
                  <a:pt x="623" y="488"/>
                </a:cubicBezTo>
                <a:cubicBezTo>
                  <a:pt x="623" y="489"/>
                  <a:pt x="623" y="489"/>
                  <a:pt x="623" y="489"/>
                </a:cubicBezTo>
                <a:cubicBezTo>
                  <a:pt x="596" y="482"/>
                  <a:pt x="568" y="480"/>
                  <a:pt x="541" y="483"/>
                </a:cubicBezTo>
                <a:cubicBezTo>
                  <a:pt x="548" y="412"/>
                  <a:pt x="524" y="338"/>
                  <a:pt x="470" y="284"/>
                </a:cubicBezTo>
                <a:cubicBezTo>
                  <a:pt x="416" y="230"/>
                  <a:pt x="342" y="206"/>
                  <a:pt x="272" y="213"/>
                </a:cubicBezTo>
                <a:cubicBezTo>
                  <a:pt x="284" y="138"/>
                  <a:pt x="261" y="58"/>
                  <a:pt x="20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75" y="39"/>
                  <a:pt x="180" y="44"/>
                  <a:pt x="184" y="50"/>
                </a:cubicBezTo>
                <a:cubicBezTo>
                  <a:pt x="50" y="185"/>
                  <a:pt x="50" y="185"/>
                  <a:pt x="50" y="185"/>
                </a:cubicBezTo>
                <a:cubicBezTo>
                  <a:pt x="44" y="180"/>
                  <a:pt x="38" y="175"/>
                  <a:pt x="33" y="170"/>
                </a:cubicBezTo>
                <a:cubicBezTo>
                  <a:pt x="0" y="203"/>
                  <a:pt x="0" y="203"/>
                  <a:pt x="0" y="203"/>
                </a:cubicBezTo>
                <a:cubicBezTo>
                  <a:pt x="58" y="261"/>
                  <a:pt x="138" y="284"/>
                  <a:pt x="213" y="272"/>
                </a:cubicBezTo>
                <a:cubicBezTo>
                  <a:pt x="206" y="343"/>
                  <a:pt x="230" y="416"/>
                  <a:pt x="284" y="470"/>
                </a:cubicBezTo>
                <a:cubicBezTo>
                  <a:pt x="338" y="524"/>
                  <a:pt x="411" y="548"/>
                  <a:pt x="482" y="541"/>
                </a:cubicBezTo>
                <a:cubicBezTo>
                  <a:pt x="470" y="616"/>
                  <a:pt x="493" y="696"/>
                  <a:pt x="551" y="755"/>
                </a:cubicBezTo>
                <a:cubicBezTo>
                  <a:pt x="585" y="721"/>
                  <a:pt x="585" y="721"/>
                  <a:pt x="585" y="721"/>
                </a:cubicBezTo>
                <a:cubicBezTo>
                  <a:pt x="580" y="716"/>
                  <a:pt x="575" y="711"/>
                  <a:pt x="571" y="706"/>
                </a:cubicBezTo>
                <a:cubicBezTo>
                  <a:pt x="698" y="579"/>
                  <a:pt x="698" y="579"/>
                  <a:pt x="698" y="579"/>
                </a:cubicBezTo>
                <a:cubicBezTo>
                  <a:pt x="700" y="582"/>
                  <a:pt x="703" y="584"/>
                  <a:pt x="706" y="587"/>
                </a:cubicBezTo>
                <a:close/>
                <a:moveTo>
                  <a:pt x="528" y="603"/>
                </a:moveTo>
                <a:cubicBezTo>
                  <a:pt x="599" y="531"/>
                  <a:pt x="599" y="531"/>
                  <a:pt x="599" y="531"/>
                </a:cubicBezTo>
                <a:cubicBezTo>
                  <a:pt x="604" y="532"/>
                  <a:pt x="609" y="534"/>
                  <a:pt x="614" y="535"/>
                </a:cubicBezTo>
                <a:cubicBezTo>
                  <a:pt x="530" y="619"/>
                  <a:pt x="530" y="619"/>
                  <a:pt x="530" y="619"/>
                </a:cubicBezTo>
                <a:cubicBezTo>
                  <a:pt x="529" y="613"/>
                  <a:pt x="528" y="608"/>
                  <a:pt x="528" y="603"/>
                </a:cubicBezTo>
                <a:close/>
                <a:moveTo>
                  <a:pt x="532" y="531"/>
                </a:moveTo>
                <a:cubicBezTo>
                  <a:pt x="549" y="528"/>
                  <a:pt x="566" y="528"/>
                  <a:pt x="583" y="529"/>
                </a:cubicBezTo>
                <a:cubicBezTo>
                  <a:pt x="526" y="585"/>
                  <a:pt x="526" y="585"/>
                  <a:pt x="526" y="585"/>
                </a:cubicBezTo>
                <a:cubicBezTo>
                  <a:pt x="526" y="567"/>
                  <a:pt x="528" y="549"/>
                  <a:pt x="532" y="531"/>
                </a:cubicBezTo>
                <a:close/>
                <a:moveTo>
                  <a:pt x="397" y="485"/>
                </a:moveTo>
                <a:cubicBezTo>
                  <a:pt x="485" y="397"/>
                  <a:pt x="485" y="397"/>
                  <a:pt x="485" y="397"/>
                </a:cubicBezTo>
                <a:cubicBezTo>
                  <a:pt x="487" y="402"/>
                  <a:pt x="488" y="407"/>
                  <a:pt x="489" y="411"/>
                </a:cubicBezTo>
                <a:cubicBezTo>
                  <a:pt x="411" y="489"/>
                  <a:pt x="411" y="489"/>
                  <a:pt x="411" y="489"/>
                </a:cubicBezTo>
                <a:cubicBezTo>
                  <a:pt x="406" y="488"/>
                  <a:pt x="401" y="487"/>
                  <a:pt x="397" y="485"/>
                </a:cubicBezTo>
                <a:close/>
                <a:moveTo>
                  <a:pt x="480" y="383"/>
                </a:moveTo>
                <a:cubicBezTo>
                  <a:pt x="383" y="480"/>
                  <a:pt x="383" y="480"/>
                  <a:pt x="383" y="480"/>
                </a:cubicBezTo>
                <a:cubicBezTo>
                  <a:pt x="368" y="474"/>
                  <a:pt x="354" y="466"/>
                  <a:pt x="341" y="457"/>
                </a:cubicBezTo>
                <a:cubicBezTo>
                  <a:pt x="456" y="341"/>
                  <a:pt x="456" y="341"/>
                  <a:pt x="456" y="341"/>
                </a:cubicBezTo>
                <a:cubicBezTo>
                  <a:pt x="466" y="354"/>
                  <a:pt x="474" y="369"/>
                  <a:pt x="480" y="383"/>
                </a:cubicBezTo>
                <a:close/>
                <a:moveTo>
                  <a:pt x="437" y="324"/>
                </a:moveTo>
                <a:cubicBezTo>
                  <a:pt x="446" y="333"/>
                  <a:pt x="446" y="333"/>
                  <a:pt x="446" y="333"/>
                </a:cubicBezTo>
                <a:cubicBezTo>
                  <a:pt x="330" y="449"/>
                  <a:pt x="330" y="449"/>
                  <a:pt x="330" y="449"/>
                </a:cubicBezTo>
                <a:cubicBezTo>
                  <a:pt x="327" y="446"/>
                  <a:pt x="324" y="443"/>
                  <a:pt x="321" y="440"/>
                </a:cubicBezTo>
                <a:lnTo>
                  <a:pt x="437" y="324"/>
                </a:lnTo>
                <a:close/>
                <a:moveTo>
                  <a:pt x="270" y="363"/>
                </a:moveTo>
                <a:cubicBezTo>
                  <a:pt x="363" y="271"/>
                  <a:pt x="363" y="271"/>
                  <a:pt x="363" y="271"/>
                </a:cubicBezTo>
                <a:cubicBezTo>
                  <a:pt x="367" y="272"/>
                  <a:pt x="372" y="274"/>
                  <a:pt x="376" y="276"/>
                </a:cubicBezTo>
                <a:cubicBezTo>
                  <a:pt x="275" y="376"/>
                  <a:pt x="275" y="376"/>
                  <a:pt x="275" y="376"/>
                </a:cubicBezTo>
                <a:cubicBezTo>
                  <a:pt x="274" y="372"/>
                  <a:pt x="272" y="367"/>
                  <a:pt x="270" y="363"/>
                </a:cubicBezTo>
                <a:close/>
                <a:moveTo>
                  <a:pt x="349" y="266"/>
                </a:moveTo>
                <a:cubicBezTo>
                  <a:pt x="266" y="349"/>
                  <a:pt x="266" y="349"/>
                  <a:pt x="266" y="349"/>
                </a:cubicBezTo>
                <a:cubicBezTo>
                  <a:pt x="258" y="320"/>
                  <a:pt x="256" y="291"/>
                  <a:pt x="261" y="262"/>
                </a:cubicBezTo>
                <a:cubicBezTo>
                  <a:pt x="290" y="257"/>
                  <a:pt x="320" y="258"/>
                  <a:pt x="349" y="266"/>
                </a:cubicBezTo>
                <a:close/>
                <a:moveTo>
                  <a:pt x="172" y="228"/>
                </a:moveTo>
                <a:cubicBezTo>
                  <a:pt x="166" y="228"/>
                  <a:pt x="161" y="227"/>
                  <a:pt x="155" y="227"/>
                </a:cubicBezTo>
                <a:cubicBezTo>
                  <a:pt x="227" y="155"/>
                  <a:pt x="227" y="155"/>
                  <a:pt x="227" y="155"/>
                </a:cubicBezTo>
                <a:cubicBezTo>
                  <a:pt x="227" y="161"/>
                  <a:pt x="228" y="167"/>
                  <a:pt x="228" y="172"/>
                </a:cubicBezTo>
                <a:lnTo>
                  <a:pt x="172" y="228"/>
                </a:lnTo>
                <a:close/>
                <a:moveTo>
                  <a:pt x="139" y="225"/>
                </a:moveTo>
                <a:cubicBezTo>
                  <a:pt x="120" y="221"/>
                  <a:pt x="101" y="215"/>
                  <a:pt x="84" y="206"/>
                </a:cubicBezTo>
                <a:cubicBezTo>
                  <a:pt x="206" y="84"/>
                  <a:pt x="206" y="84"/>
                  <a:pt x="206" y="84"/>
                </a:cubicBezTo>
                <a:cubicBezTo>
                  <a:pt x="215" y="102"/>
                  <a:pt x="221" y="120"/>
                  <a:pt x="224" y="139"/>
                </a:cubicBezTo>
                <a:lnTo>
                  <a:pt x="139" y="225"/>
                </a:lnTo>
                <a:close/>
                <a:moveTo>
                  <a:pt x="192" y="61"/>
                </a:moveTo>
                <a:cubicBezTo>
                  <a:pt x="195" y="65"/>
                  <a:pt x="197" y="68"/>
                  <a:pt x="200" y="72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8" y="197"/>
                  <a:pt x="64" y="195"/>
                  <a:pt x="61" y="193"/>
                </a:cubicBezTo>
                <a:lnTo>
                  <a:pt x="192" y="61"/>
                </a:lnTo>
                <a:close/>
                <a:moveTo>
                  <a:pt x="192" y="227"/>
                </a:moveTo>
                <a:cubicBezTo>
                  <a:pt x="227" y="192"/>
                  <a:pt x="227" y="192"/>
                  <a:pt x="227" y="192"/>
                </a:cubicBezTo>
                <a:cubicBezTo>
                  <a:pt x="226" y="202"/>
                  <a:pt x="225" y="212"/>
                  <a:pt x="222" y="222"/>
                </a:cubicBezTo>
                <a:cubicBezTo>
                  <a:pt x="212" y="225"/>
                  <a:pt x="202" y="226"/>
                  <a:pt x="192" y="227"/>
                </a:cubicBezTo>
                <a:close/>
                <a:moveTo>
                  <a:pt x="282" y="389"/>
                </a:moveTo>
                <a:cubicBezTo>
                  <a:pt x="388" y="282"/>
                  <a:pt x="388" y="282"/>
                  <a:pt x="388" y="282"/>
                </a:cubicBezTo>
                <a:cubicBezTo>
                  <a:pt x="403" y="290"/>
                  <a:pt x="417" y="300"/>
                  <a:pt x="430" y="312"/>
                </a:cubicBezTo>
                <a:cubicBezTo>
                  <a:pt x="311" y="431"/>
                  <a:pt x="311" y="431"/>
                  <a:pt x="311" y="431"/>
                </a:cubicBezTo>
                <a:cubicBezTo>
                  <a:pt x="299" y="418"/>
                  <a:pt x="290" y="403"/>
                  <a:pt x="282" y="389"/>
                </a:cubicBezTo>
                <a:close/>
                <a:moveTo>
                  <a:pt x="426" y="492"/>
                </a:moveTo>
                <a:cubicBezTo>
                  <a:pt x="492" y="427"/>
                  <a:pt x="492" y="427"/>
                  <a:pt x="492" y="427"/>
                </a:cubicBezTo>
                <a:cubicBezTo>
                  <a:pt x="496" y="448"/>
                  <a:pt x="496" y="471"/>
                  <a:pt x="492" y="492"/>
                </a:cubicBezTo>
                <a:cubicBezTo>
                  <a:pt x="470" y="496"/>
                  <a:pt x="448" y="496"/>
                  <a:pt x="426" y="492"/>
                </a:cubicBezTo>
                <a:close/>
                <a:moveTo>
                  <a:pt x="563" y="696"/>
                </a:moveTo>
                <a:cubicBezTo>
                  <a:pt x="561" y="692"/>
                  <a:pt x="558" y="688"/>
                  <a:pt x="556" y="685"/>
                </a:cubicBezTo>
                <a:cubicBezTo>
                  <a:pt x="677" y="563"/>
                  <a:pt x="677" y="563"/>
                  <a:pt x="677" y="563"/>
                </a:cubicBezTo>
                <a:cubicBezTo>
                  <a:pt x="686" y="573"/>
                  <a:pt x="686" y="573"/>
                  <a:pt x="686" y="573"/>
                </a:cubicBezTo>
                <a:lnTo>
                  <a:pt x="563" y="696"/>
                </a:lnTo>
                <a:close/>
                <a:moveTo>
                  <a:pt x="549" y="673"/>
                </a:moveTo>
                <a:cubicBezTo>
                  <a:pt x="543" y="660"/>
                  <a:pt x="537" y="647"/>
                  <a:pt x="533" y="634"/>
                </a:cubicBezTo>
                <a:cubicBezTo>
                  <a:pt x="628" y="539"/>
                  <a:pt x="628" y="539"/>
                  <a:pt x="628" y="539"/>
                </a:cubicBezTo>
                <a:cubicBezTo>
                  <a:pt x="641" y="543"/>
                  <a:pt x="654" y="549"/>
                  <a:pt x="666" y="556"/>
                </a:cubicBezTo>
                <a:lnTo>
                  <a:pt x="549" y="673"/>
                </a:lnTo>
                <a:close/>
                <a:moveTo>
                  <a:pt x="549" y="673"/>
                </a:moveTo>
                <a:cubicBezTo>
                  <a:pt x="549" y="673"/>
                  <a:pt x="549" y="673"/>
                  <a:pt x="549" y="673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>
              <a:solidFill>
                <a:srgbClr val="262626"/>
              </a:solidFill>
              <a:latin typeface="Arial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67464D51-1CBA-9442-95B7-2F7B0F4A1FBF}"/>
              </a:ext>
            </a:extLst>
          </p:cNvPr>
          <p:cNvSpPr txBox="1"/>
          <p:nvPr/>
        </p:nvSpPr>
        <p:spPr>
          <a:xfrm>
            <a:off x="5011070" y="6134091"/>
            <a:ext cx="198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素材库页面</a:t>
            </a:r>
          </a:p>
        </p:txBody>
      </p:sp>
      <p:grpSp>
        <p:nvGrpSpPr>
          <p:cNvPr id="252" name="Group 21">
            <a:extLst>
              <a:ext uri="{FF2B5EF4-FFF2-40B4-BE49-F238E27FC236}">
                <a16:creationId xmlns:a16="http://schemas.microsoft.com/office/drawing/2014/main" id="{D5403F6C-18A0-AD4B-AD7E-93F1FF526045}"/>
              </a:ext>
            </a:extLst>
          </p:cNvPr>
          <p:cNvGrpSpPr/>
          <p:nvPr/>
        </p:nvGrpSpPr>
        <p:grpSpPr>
          <a:xfrm>
            <a:off x="444905" y="5126417"/>
            <a:ext cx="1031215" cy="523220"/>
            <a:chOff x="2263775" y="3041151"/>
            <a:chExt cx="855152" cy="433889"/>
          </a:xfrm>
          <a:solidFill>
            <a:schemeClr val="accent1"/>
          </a:solidFill>
        </p:grpSpPr>
        <p:sp>
          <p:nvSpPr>
            <p:cNvPr id="253" name="Freeform 5">
              <a:extLst>
                <a:ext uri="{FF2B5EF4-FFF2-40B4-BE49-F238E27FC236}">
                  <a16:creationId xmlns:a16="http://schemas.microsoft.com/office/drawing/2014/main" id="{26D659B3-9CB7-F543-9EF6-ED63E34C2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2977" y="3041151"/>
              <a:ext cx="153813" cy="152665"/>
            </a:xfrm>
            <a:custGeom>
              <a:avLst/>
              <a:gdLst/>
              <a:ahLst/>
              <a:cxnLst>
                <a:cxn ang="0">
                  <a:pos x="56" y="28"/>
                </a:cxn>
                <a:cxn ang="0">
                  <a:pos x="28" y="55"/>
                </a:cxn>
                <a:cxn ang="0">
                  <a:pos x="0" y="28"/>
                </a:cxn>
                <a:cxn ang="0">
                  <a:pos x="28" y="0"/>
                </a:cxn>
                <a:cxn ang="0">
                  <a:pos x="56" y="28"/>
                </a:cxn>
                <a:cxn ang="0">
                  <a:pos x="56" y="28"/>
                </a:cxn>
                <a:cxn ang="0">
                  <a:pos x="56" y="28"/>
                </a:cxn>
              </a:cxnLst>
              <a:rect l="0" t="0" r="r" b="b"/>
              <a:pathLst>
                <a:path w="56" h="55">
                  <a:moveTo>
                    <a:pt x="56" y="28"/>
                  </a:moveTo>
                  <a:cubicBezTo>
                    <a:pt x="56" y="43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lose/>
                  <a:moveTo>
                    <a:pt x="56" y="28"/>
                  </a:moveTo>
                  <a:cubicBezTo>
                    <a:pt x="56" y="28"/>
                    <a:pt x="56" y="28"/>
                    <a:pt x="56" y="28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254" name="Freeform 6">
              <a:extLst>
                <a:ext uri="{FF2B5EF4-FFF2-40B4-BE49-F238E27FC236}">
                  <a16:creationId xmlns:a16="http://schemas.microsoft.com/office/drawing/2014/main" id="{A283603D-7835-6945-A7D9-8E1D8E42E8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3775" y="3149049"/>
              <a:ext cx="312217" cy="166439"/>
            </a:xfrm>
            <a:custGeom>
              <a:avLst/>
              <a:gdLst/>
              <a:ahLst/>
              <a:cxnLst>
                <a:cxn ang="0">
                  <a:pos x="51" y="52"/>
                </a:cxn>
                <a:cxn ang="0">
                  <a:pos x="51" y="52"/>
                </a:cxn>
                <a:cxn ang="0">
                  <a:pos x="42" y="40"/>
                </a:cxn>
                <a:cxn ang="0">
                  <a:pos x="24" y="35"/>
                </a:cxn>
                <a:cxn ang="0">
                  <a:pos x="27" y="29"/>
                </a:cxn>
                <a:cxn ang="0">
                  <a:pos x="29" y="27"/>
                </a:cxn>
                <a:cxn ang="0">
                  <a:pos x="29" y="34"/>
                </a:cxn>
                <a:cxn ang="0">
                  <a:pos x="43" y="38"/>
                </a:cxn>
                <a:cxn ang="0">
                  <a:pos x="51" y="43"/>
                </a:cxn>
                <a:cxn ang="0">
                  <a:pos x="54" y="52"/>
                </a:cxn>
                <a:cxn ang="0">
                  <a:pos x="57" y="51"/>
                </a:cxn>
                <a:cxn ang="0">
                  <a:pos x="57" y="51"/>
                </a:cxn>
                <a:cxn ang="0">
                  <a:pos x="62" y="52"/>
                </a:cxn>
                <a:cxn ang="0">
                  <a:pos x="64" y="43"/>
                </a:cxn>
                <a:cxn ang="0">
                  <a:pos x="72" y="38"/>
                </a:cxn>
                <a:cxn ang="0">
                  <a:pos x="85" y="35"/>
                </a:cxn>
                <a:cxn ang="0">
                  <a:pos x="85" y="26"/>
                </a:cxn>
                <a:cxn ang="0">
                  <a:pos x="91" y="34"/>
                </a:cxn>
                <a:cxn ang="0">
                  <a:pos x="74" y="40"/>
                </a:cxn>
                <a:cxn ang="0">
                  <a:pos x="65" y="52"/>
                </a:cxn>
                <a:cxn ang="0">
                  <a:pos x="65" y="53"/>
                </a:cxn>
                <a:cxn ang="0">
                  <a:pos x="79" y="60"/>
                </a:cxn>
                <a:cxn ang="0">
                  <a:pos x="114" y="37"/>
                </a:cxn>
                <a:cxn ang="0">
                  <a:pos x="114" y="33"/>
                </a:cxn>
                <a:cxn ang="0">
                  <a:pos x="103" y="13"/>
                </a:cxn>
                <a:cxn ang="0">
                  <a:pos x="103" y="13"/>
                </a:cxn>
                <a:cxn ang="0">
                  <a:pos x="102" y="12"/>
                </a:cxn>
                <a:cxn ang="0">
                  <a:pos x="100" y="10"/>
                </a:cxn>
                <a:cxn ang="0">
                  <a:pos x="99" y="10"/>
                </a:cxn>
                <a:cxn ang="0">
                  <a:pos x="98" y="8"/>
                </a:cxn>
                <a:cxn ang="0">
                  <a:pos x="86" y="0"/>
                </a:cxn>
                <a:cxn ang="0">
                  <a:pos x="57" y="20"/>
                </a:cxn>
                <a:cxn ang="0">
                  <a:pos x="28" y="0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34" y="60"/>
                </a:cxn>
                <a:cxn ang="0">
                  <a:pos x="51" y="52"/>
                </a:cxn>
                <a:cxn ang="0">
                  <a:pos x="51" y="52"/>
                </a:cxn>
                <a:cxn ang="0">
                  <a:pos x="51" y="52"/>
                </a:cxn>
              </a:cxnLst>
              <a:rect l="0" t="0" r="r" b="b"/>
              <a:pathLst>
                <a:path w="114" h="60">
                  <a:moveTo>
                    <a:pt x="51" y="52"/>
                  </a:moveTo>
                  <a:cubicBezTo>
                    <a:pt x="51" y="52"/>
                    <a:pt x="51" y="52"/>
                    <a:pt x="51" y="52"/>
                  </a:cubicBezTo>
                  <a:cubicBezTo>
                    <a:pt x="52" y="46"/>
                    <a:pt x="48" y="41"/>
                    <a:pt x="42" y="40"/>
                  </a:cubicBezTo>
                  <a:cubicBezTo>
                    <a:pt x="32" y="38"/>
                    <a:pt x="27" y="36"/>
                    <a:pt x="24" y="35"/>
                  </a:cubicBezTo>
                  <a:cubicBezTo>
                    <a:pt x="25" y="33"/>
                    <a:pt x="26" y="31"/>
                    <a:pt x="27" y="29"/>
                  </a:cubicBezTo>
                  <a:cubicBezTo>
                    <a:pt x="28" y="28"/>
                    <a:pt x="28" y="28"/>
                    <a:pt x="29" y="27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32" y="35"/>
                    <a:pt x="37" y="37"/>
                    <a:pt x="43" y="38"/>
                  </a:cubicBezTo>
                  <a:cubicBezTo>
                    <a:pt x="47" y="39"/>
                    <a:pt x="50" y="40"/>
                    <a:pt x="51" y="43"/>
                  </a:cubicBezTo>
                  <a:cubicBezTo>
                    <a:pt x="53" y="46"/>
                    <a:pt x="54" y="49"/>
                    <a:pt x="54" y="52"/>
                  </a:cubicBezTo>
                  <a:cubicBezTo>
                    <a:pt x="55" y="52"/>
                    <a:pt x="56" y="51"/>
                    <a:pt x="57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58" y="51"/>
                    <a:pt x="60" y="52"/>
                    <a:pt x="62" y="52"/>
                  </a:cubicBezTo>
                  <a:cubicBezTo>
                    <a:pt x="61" y="49"/>
                    <a:pt x="62" y="46"/>
                    <a:pt x="64" y="43"/>
                  </a:cubicBezTo>
                  <a:cubicBezTo>
                    <a:pt x="66" y="40"/>
                    <a:pt x="69" y="39"/>
                    <a:pt x="72" y="38"/>
                  </a:cubicBezTo>
                  <a:cubicBezTo>
                    <a:pt x="78" y="37"/>
                    <a:pt x="82" y="36"/>
                    <a:pt x="85" y="35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8" y="29"/>
                    <a:pt x="89" y="31"/>
                    <a:pt x="91" y="34"/>
                  </a:cubicBezTo>
                  <a:cubicBezTo>
                    <a:pt x="91" y="35"/>
                    <a:pt x="85" y="38"/>
                    <a:pt x="74" y="40"/>
                  </a:cubicBezTo>
                  <a:cubicBezTo>
                    <a:pt x="68" y="41"/>
                    <a:pt x="64" y="46"/>
                    <a:pt x="65" y="52"/>
                  </a:cubicBezTo>
                  <a:cubicBezTo>
                    <a:pt x="65" y="52"/>
                    <a:pt x="65" y="53"/>
                    <a:pt x="65" y="53"/>
                  </a:cubicBezTo>
                  <a:cubicBezTo>
                    <a:pt x="71" y="54"/>
                    <a:pt x="75" y="56"/>
                    <a:pt x="79" y="60"/>
                  </a:cubicBezTo>
                  <a:cubicBezTo>
                    <a:pt x="107" y="54"/>
                    <a:pt x="114" y="44"/>
                    <a:pt x="114" y="37"/>
                  </a:cubicBezTo>
                  <a:cubicBezTo>
                    <a:pt x="114" y="36"/>
                    <a:pt x="114" y="34"/>
                    <a:pt x="114" y="33"/>
                  </a:cubicBezTo>
                  <a:cubicBezTo>
                    <a:pt x="111" y="25"/>
                    <a:pt x="108" y="19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2" y="13"/>
                    <a:pt x="102" y="13"/>
                    <a:pt x="102" y="12"/>
                  </a:cubicBezTo>
                  <a:cubicBezTo>
                    <a:pt x="101" y="12"/>
                    <a:pt x="101" y="11"/>
                    <a:pt x="100" y="10"/>
                  </a:cubicBezTo>
                  <a:cubicBezTo>
                    <a:pt x="100" y="10"/>
                    <a:pt x="100" y="10"/>
                    <a:pt x="99" y="10"/>
                  </a:cubicBezTo>
                  <a:cubicBezTo>
                    <a:pt x="99" y="9"/>
                    <a:pt x="98" y="9"/>
                    <a:pt x="98" y="8"/>
                  </a:cubicBezTo>
                  <a:cubicBezTo>
                    <a:pt x="94" y="5"/>
                    <a:pt x="90" y="2"/>
                    <a:pt x="86" y="0"/>
                  </a:cubicBezTo>
                  <a:cubicBezTo>
                    <a:pt x="82" y="11"/>
                    <a:pt x="70" y="20"/>
                    <a:pt x="57" y="20"/>
                  </a:cubicBezTo>
                  <a:cubicBezTo>
                    <a:pt x="44" y="20"/>
                    <a:pt x="32" y="12"/>
                    <a:pt x="28" y="0"/>
                  </a:cubicBezTo>
                  <a:cubicBezTo>
                    <a:pt x="16" y="7"/>
                    <a:pt x="5" y="17"/>
                    <a:pt x="0" y="34"/>
                  </a:cubicBezTo>
                  <a:cubicBezTo>
                    <a:pt x="0" y="35"/>
                    <a:pt x="0" y="36"/>
                    <a:pt x="0" y="37"/>
                  </a:cubicBezTo>
                  <a:cubicBezTo>
                    <a:pt x="0" y="44"/>
                    <a:pt x="6" y="54"/>
                    <a:pt x="34" y="60"/>
                  </a:cubicBezTo>
                  <a:cubicBezTo>
                    <a:pt x="39" y="56"/>
                    <a:pt x="44" y="53"/>
                    <a:pt x="51" y="52"/>
                  </a:cubicBezTo>
                  <a:close/>
                  <a:moveTo>
                    <a:pt x="51" y="52"/>
                  </a:moveTo>
                  <a:cubicBezTo>
                    <a:pt x="51" y="52"/>
                    <a:pt x="51" y="52"/>
                    <a:pt x="51" y="5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19" name="Freeform 7">
              <a:extLst>
                <a:ext uri="{FF2B5EF4-FFF2-40B4-BE49-F238E27FC236}">
                  <a16:creationId xmlns:a16="http://schemas.microsoft.com/office/drawing/2014/main" id="{0377E91F-8FF2-0B48-833A-A7B63B3AD6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9533" y="3301714"/>
              <a:ext cx="157256" cy="157256"/>
            </a:xfrm>
            <a:custGeom>
              <a:avLst/>
              <a:gdLst/>
              <a:ahLst/>
              <a:cxnLst>
                <a:cxn ang="0">
                  <a:pos x="57" y="28"/>
                </a:cxn>
                <a:cxn ang="0">
                  <a:pos x="29" y="0"/>
                </a:cxn>
                <a:cxn ang="0">
                  <a:pos x="0" y="28"/>
                </a:cxn>
                <a:cxn ang="0">
                  <a:pos x="28" y="56"/>
                </a:cxn>
                <a:cxn ang="0">
                  <a:pos x="57" y="28"/>
                </a:cxn>
                <a:cxn ang="0">
                  <a:pos x="57" y="28"/>
                </a:cxn>
                <a:cxn ang="0">
                  <a:pos x="57" y="28"/>
                </a:cxn>
              </a:cxnLst>
              <a:rect l="0" t="0" r="r" b="b"/>
              <a:pathLst>
                <a:path w="57" h="57">
                  <a:moveTo>
                    <a:pt x="57" y="28"/>
                  </a:moveTo>
                  <a:cubicBezTo>
                    <a:pt x="57" y="13"/>
                    <a:pt x="44" y="0"/>
                    <a:pt x="29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  <a:cubicBezTo>
                    <a:pt x="44" y="57"/>
                    <a:pt x="57" y="44"/>
                    <a:pt x="57" y="28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0" name="Freeform 8">
              <a:extLst>
                <a:ext uri="{FF2B5EF4-FFF2-40B4-BE49-F238E27FC236}">
                  <a16:creationId xmlns:a16="http://schemas.microsoft.com/office/drawing/2014/main" id="{F13CC445-CEE3-B54F-8D94-CCCA8EB04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1381" y="3323523"/>
              <a:ext cx="617546" cy="151517"/>
            </a:xfrm>
            <a:custGeom>
              <a:avLst/>
              <a:gdLst/>
              <a:ahLst/>
              <a:cxnLst>
                <a:cxn ang="0">
                  <a:pos x="209" y="13"/>
                </a:cxn>
                <a:cxn ang="0">
                  <a:pos x="121" y="13"/>
                </a:cxn>
                <a:cxn ang="0">
                  <a:pos x="124" y="18"/>
                </a:cxn>
                <a:cxn ang="0">
                  <a:pos x="112" y="36"/>
                </a:cxn>
                <a:cxn ang="0">
                  <a:pos x="53" y="41"/>
                </a:cxn>
                <a:cxn ang="0">
                  <a:pos x="28" y="40"/>
                </a:cxn>
                <a:cxn ang="0">
                  <a:pos x="28" y="39"/>
                </a:cxn>
                <a:cxn ang="0">
                  <a:pos x="28" y="37"/>
                </a:cxn>
                <a:cxn ang="0">
                  <a:pos x="53" y="38"/>
                </a:cxn>
                <a:cxn ang="0">
                  <a:pos x="112" y="33"/>
                </a:cxn>
                <a:cxn ang="0">
                  <a:pos x="121" y="19"/>
                </a:cxn>
                <a:cxn ang="0">
                  <a:pos x="108" y="10"/>
                </a:cxn>
                <a:cxn ang="0">
                  <a:pos x="34" y="14"/>
                </a:cxn>
                <a:cxn ang="0">
                  <a:pos x="34" y="11"/>
                </a:cxn>
                <a:cxn ang="0">
                  <a:pos x="52" y="12"/>
                </a:cxn>
                <a:cxn ang="0">
                  <a:pos x="106" y="7"/>
                </a:cxn>
                <a:cxn ang="0">
                  <a:pos x="91" y="0"/>
                </a:cxn>
                <a:cxn ang="0">
                  <a:pos x="24" y="0"/>
                </a:cxn>
                <a:cxn ang="0">
                  <a:pos x="1" y="20"/>
                </a:cxn>
                <a:cxn ang="0">
                  <a:pos x="0" y="27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24" y="55"/>
                </a:cxn>
                <a:cxn ang="0">
                  <a:pos x="90" y="55"/>
                </a:cxn>
                <a:cxn ang="0">
                  <a:pos x="109" y="44"/>
                </a:cxn>
                <a:cxn ang="0">
                  <a:pos x="209" y="45"/>
                </a:cxn>
                <a:cxn ang="0">
                  <a:pos x="209" y="45"/>
                </a:cxn>
                <a:cxn ang="0">
                  <a:pos x="225" y="29"/>
                </a:cxn>
                <a:cxn ang="0">
                  <a:pos x="209" y="13"/>
                </a:cxn>
                <a:cxn ang="0">
                  <a:pos x="209" y="13"/>
                </a:cxn>
                <a:cxn ang="0">
                  <a:pos x="209" y="13"/>
                </a:cxn>
              </a:cxnLst>
              <a:rect l="0" t="0" r="r" b="b"/>
              <a:pathLst>
                <a:path w="225" h="55">
                  <a:moveTo>
                    <a:pt x="209" y="13"/>
                  </a:moveTo>
                  <a:cubicBezTo>
                    <a:pt x="121" y="13"/>
                    <a:pt x="121" y="13"/>
                    <a:pt x="121" y="13"/>
                  </a:cubicBezTo>
                  <a:cubicBezTo>
                    <a:pt x="123" y="14"/>
                    <a:pt x="123" y="16"/>
                    <a:pt x="124" y="18"/>
                  </a:cubicBezTo>
                  <a:cubicBezTo>
                    <a:pt x="125" y="26"/>
                    <a:pt x="120" y="34"/>
                    <a:pt x="112" y="36"/>
                  </a:cubicBezTo>
                  <a:cubicBezTo>
                    <a:pt x="111" y="36"/>
                    <a:pt x="81" y="41"/>
                    <a:pt x="53" y="41"/>
                  </a:cubicBezTo>
                  <a:cubicBezTo>
                    <a:pt x="43" y="41"/>
                    <a:pt x="35" y="41"/>
                    <a:pt x="28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8"/>
                    <a:pt x="28" y="37"/>
                    <a:pt x="28" y="37"/>
                  </a:cubicBezTo>
                  <a:cubicBezTo>
                    <a:pt x="36" y="38"/>
                    <a:pt x="44" y="38"/>
                    <a:pt x="53" y="38"/>
                  </a:cubicBezTo>
                  <a:cubicBezTo>
                    <a:pt x="81" y="38"/>
                    <a:pt x="110" y="33"/>
                    <a:pt x="112" y="33"/>
                  </a:cubicBezTo>
                  <a:cubicBezTo>
                    <a:pt x="118" y="31"/>
                    <a:pt x="122" y="25"/>
                    <a:pt x="121" y="19"/>
                  </a:cubicBezTo>
                  <a:cubicBezTo>
                    <a:pt x="120" y="13"/>
                    <a:pt x="114" y="8"/>
                    <a:pt x="108" y="10"/>
                  </a:cubicBezTo>
                  <a:cubicBezTo>
                    <a:pt x="107" y="10"/>
                    <a:pt x="63" y="18"/>
                    <a:pt x="34" y="14"/>
                  </a:cubicBezTo>
                  <a:cubicBezTo>
                    <a:pt x="34" y="13"/>
                    <a:pt x="34" y="12"/>
                    <a:pt x="34" y="11"/>
                  </a:cubicBezTo>
                  <a:cubicBezTo>
                    <a:pt x="40" y="11"/>
                    <a:pt x="46" y="12"/>
                    <a:pt x="52" y="12"/>
                  </a:cubicBezTo>
                  <a:cubicBezTo>
                    <a:pt x="76" y="12"/>
                    <a:pt x="100" y="8"/>
                    <a:pt x="106" y="7"/>
                  </a:cubicBezTo>
                  <a:cubicBezTo>
                    <a:pt x="102" y="3"/>
                    <a:pt x="97" y="0"/>
                    <a:pt x="91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2" y="0"/>
                    <a:pt x="4" y="10"/>
                    <a:pt x="1" y="20"/>
                  </a:cubicBezTo>
                  <a:cubicBezTo>
                    <a:pt x="1" y="20"/>
                    <a:pt x="0" y="24"/>
                    <a:pt x="0" y="27"/>
                  </a:cubicBezTo>
                  <a:cubicBezTo>
                    <a:pt x="0" y="30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3" y="44"/>
                    <a:pt x="12" y="55"/>
                    <a:pt x="24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8" y="55"/>
                    <a:pt x="105" y="51"/>
                    <a:pt x="109" y="44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18" y="45"/>
                    <a:pt x="225" y="37"/>
                    <a:pt x="225" y="29"/>
                  </a:cubicBezTo>
                  <a:cubicBezTo>
                    <a:pt x="225" y="20"/>
                    <a:pt x="218" y="13"/>
                    <a:pt x="209" y="13"/>
                  </a:cubicBezTo>
                  <a:close/>
                  <a:moveTo>
                    <a:pt x="209" y="13"/>
                  </a:moveTo>
                  <a:cubicBezTo>
                    <a:pt x="209" y="13"/>
                    <a:pt x="209" y="13"/>
                    <a:pt x="209" y="13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1" name="Freeform 9">
              <a:extLst>
                <a:ext uri="{FF2B5EF4-FFF2-40B4-BE49-F238E27FC236}">
                  <a16:creationId xmlns:a16="http://schemas.microsoft.com/office/drawing/2014/main" id="{358F8F78-2F4D-5943-A3CC-30C5CC928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106" y="3386655"/>
              <a:ext cx="104455" cy="80350"/>
            </a:xfrm>
            <a:custGeom>
              <a:avLst/>
              <a:gdLst/>
              <a:ahLst/>
              <a:cxnLst>
                <a:cxn ang="0">
                  <a:pos x="38" y="28"/>
                </a:cxn>
                <a:cxn ang="0">
                  <a:pos x="19" y="0"/>
                </a:cxn>
                <a:cxn ang="0">
                  <a:pos x="23" y="28"/>
                </a:cxn>
                <a:cxn ang="0">
                  <a:pos x="38" y="28"/>
                </a:cxn>
                <a:cxn ang="0">
                  <a:pos x="38" y="28"/>
                </a:cxn>
                <a:cxn ang="0">
                  <a:pos x="38" y="28"/>
                </a:cxn>
              </a:cxnLst>
              <a:rect l="0" t="0" r="r" b="b"/>
              <a:pathLst>
                <a:path w="38" h="29">
                  <a:moveTo>
                    <a:pt x="38" y="28"/>
                  </a:moveTo>
                  <a:cubicBezTo>
                    <a:pt x="38" y="28"/>
                    <a:pt x="17" y="11"/>
                    <a:pt x="19" y="0"/>
                  </a:cubicBezTo>
                  <a:cubicBezTo>
                    <a:pt x="19" y="0"/>
                    <a:pt x="0" y="26"/>
                    <a:pt x="23" y="28"/>
                  </a:cubicBezTo>
                  <a:cubicBezTo>
                    <a:pt x="38" y="29"/>
                    <a:pt x="38" y="28"/>
                    <a:pt x="38" y="28"/>
                  </a:cubicBezTo>
                  <a:close/>
                  <a:moveTo>
                    <a:pt x="38" y="28"/>
                  </a:moveTo>
                  <a:cubicBezTo>
                    <a:pt x="38" y="28"/>
                    <a:pt x="38" y="28"/>
                    <a:pt x="38" y="28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2" name="Freeform 10">
              <a:extLst>
                <a:ext uri="{FF2B5EF4-FFF2-40B4-BE49-F238E27FC236}">
                  <a16:creationId xmlns:a16="http://schemas.microsoft.com/office/drawing/2014/main" id="{B4392F2E-0101-C147-9C4D-799C0FB3BA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7763" y="3425682"/>
              <a:ext cx="57393" cy="41323"/>
            </a:xfrm>
            <a:custGeom>
              <a:avLst/>
              <a:gdLst/>
              <a:ahLst/>
              <a:cxnLst>
                <a:cxn ang="0">
                  <a:pos x="2" y="14"/>
                </a:cxn>
                <a:cxn ang="0">
                  <a:pos x="16" y="14"/>
                </a:cxn>
                <a:cxn ang="0">
                  <a:pos x="21" y="13"/>
                </a:cxn>
                <a:cxn ang="0">
                  <a:pos x="15" y="0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</a:cxnLst>
              <a:rect l="0" t="0" r="r" b="b"/>
              <a:pathLst>
                <a:path w="21" h="15">
                  <a:moveTo>
                    <a:pt x="2" y="14"/>
                  </a:moveTo>
                  <a:cubicBezTo>
                    <a:pt x="2" y="14"/>
                    <a:pt x="0" y="15"/>
                    <a:pt x="16" y="14"/>
                  </a:cubicBezTo>
                  <a:cubicBezTo>
                    <a:pt x="18" y="14"/>
                    <a:pt x="20" y="13"/>
                    <a:pt x="21" y="13"/>
                  </a:cubicBezTo>
                  <a:cubicBezTo>
                    <a:pt x="18" y="9"/>
                    <a:pt x="16" y="4"/>
                    <a:pt x="15" y="0"/>
                  </a:cubicBezTo>
                  <a:cubicBezTo>
                    <a:pt x="9" y="7"/>
                    <a:pt x="2" y="14"/>
                    <a:pt x="2" y="14"/>
                  </a:cubicBezTo>
                  <a:close/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25" name="Group 43">
            <a:extLst>
              <a:ext uri="{FF2B5EF4-FFF2-40B4-BE49-F238E27FC236}">
                <a16:creationId xmlns:a16="http://schemas.microsoft.com/office/drawing/2014/main" id="{20F31209-06D1-904D-B707-DF68145692E2}"/>
              </a:ext>
            </a:extLst>
          </p:cNvPr>
          <p:cNvGrpSpPr/>
          <p:nvPr/>
        </p:nvGrpSpPr>
        <p:grpSpPr>
          <a:xfrm>
            <a:off x="9994729" y="5202115"/>
            <a:ext cx="999464" cy="447522"/>
            <a:chOff x="5724525" y="1858963"/>
            <a:chExt cx="1169988" cy="523876"/>
          </a:xfrm>
          <a:solidFill>
            <a:schemeClr val="accent2"/>
          </a:solidFill>
        </p:grpSpPr>
        <p:sp>
          <p:nvSpPr>
            <p:cNvPr id="426" name="Freeform 14">
              <a:extLst>
                <a:ext uri="{FF2B5EF4-FFF2-40B4-BE49-F238E27FC236}">
                  <a16:creationId xmlns:a16="http://schemas.microsoft.com/office/drawing/2014/main" id="{9B16864A-F1BA-3442-8E89-9262269346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175" y="2070101"/>
              <a:ext cx="103188" cy="1063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3"/>
                </a:cxn>
                <a:cxn ang="0">
                  <a:pos x="22" y="43"/>
                </a:cxn>
                <a:cxn ang="0">
                  <a:pos x="22" y="67"/>
                </a:cxn>
                <a:cxn ang="0">
                  <a:pos x="43" y="67"/>
                </a:cxn>
                <a:cxn ang="0">
                  <a:pos x="43" y="43"/>
                </a:cxn>
                <a:cxn ang="0">
                  <a:pos x="65" y="43"/>
                </a:cxn>
                <a:cxn ang="0">
                  <a:pos x="65" y="21"/>
                </a:cxn>
                <a:cxn ang="0">
                  <a:pos x="43" y="2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65" h="67">
                  <a:moveTo>
                    <a:pt x="43" y="0"/>
                  </a:move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3"/>
                  </a:lnTo>
                  <a:lnTo>
                    <a:pt x="22" y="43"/>
                  </a:lnTo>
                  <a:lnTo>
                    <a:pt x="22" y="67"/>
                  </a:lnTo>
                  <a:lnTo>
                    <a:pt x="43" y="67"/>
                  </a:lnTo>
                  <a:lnTo>
                    <a:pt x="43" y="43"/>
                  </a:lnTo>
                  <a:lnTo>
                    <a:pt x="65" y="43"/>
                  </a:lnTo>
                  <a:lnTo>
                    <a:pt x="65" y="21"/>
                  </a:lnTo>
                  <a:lnTo>
                    <a:pt x="43" y="21"/>
                  </a:lnTo>
                  <a:lnTo>
                    <a:pt x="43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7" name="Freeform 15">
              <a:extLst>
                <a:ext uri="{FF2B5EF4-FFF2-40B4-BE49-F238E27FC236}">
                  <a16:creationId xmlns:a16="http://schemas.microsoft.com/office/drawing/2014/main" id="{F6205279-A96D-E04E-8E2C-DBFB1D7BC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175" y="2070101"/>
              <a:ext cx="103188" cy="1063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2" y="0"/>
                </a:cxn>
                <a:cxn ang="0">
                  <a:pos x="22" y="21"/>
                </a:cxn>
                <a:cxn ang="0">
                  <a:pos x="0" y="21"/>
                </a:cxn>
                <a:cxn ang="0">
                  <a:pos x="0" y="43"/>
                </a:cxn>
                <a:cxn ang="0">
                  <a:pos x="22" y="43"/>
                </a:cxn>
                <a:cxn ang="0">
                  <a:pos x="22" y="67"/>
                </a:cxn>
                <a:cxn ang="0">
                  <a:pos x="43" y="67"/>
                </a:cxn>
                <a:cxn ang="0">
                  <a:pos x="43" y="43"/>
                </a:cxn>
                <a:cxn ang="0">
                  <a:pos x="65" y="43"/>
                </a:cxn>
                <a:cxn ang="0">
                  <a:pos x="65" y="21"/>
                </a:cxn>
                <a:cxn ang="0">
                  <a:pos x="43" y="2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</a:cxnLst>
              <a:rect l="0" t="0" r="r" b="b"/>
              <a:pathLst>
                <a:path w="65" h="67">
                  <a:moveTo>
                    <a:pt x="43" y="0"/>
                  </a:moveTo>
                  <a:lnTo>
                    <a:pt x="22" y="0"/>
                  </a:lnTo>
                  <a:lnTo>
                    <a:pt x="22" y="21"/>
                  </a:lnTo>
                  <a:lnTo>
                    <a:pt x="0" y="21"/>
                  </a:lnTo>
                  <a:lnTo>
                    <a:pt x="0" y="43"/>
                  </a:lnTo>
                  <a:lnTo>
                    <a:pt x="22" y="43"/>
                  </a:lnTo>
                  <a:lnTo>
                    <a:pt x="22" y="67"/>
                  </a:lnTo>
                  <a:lnTo>
                    <a:pt x="43" y="67"/>
                  </a:lnTo>
                  <a:lnTo>
                    <a:pt x="43" y="43"/>
                  </a:lnTo>
                  <a:lnTo>
                    <a:pt x="65" y="43"/>
                  </a:lnTo>
                  <a:lnTo>
                    <a:pt x="65" y="21"/>
                  </a:lnTo>
                  <a:lnTo>
                    <a:pt x="43" y="21"/>
                  </a:lnTo>
                  <a:lnTo>
                    <a:pt x="43" y="0"/>
                  </a:lnTo>
                  <a:moveTo>
                    <a:pt x="43" y="0"/>
                  </a:moveTo>
                  <a:lnTo>
                    <a:pt x="4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8" name="Freeform 16">
              <a:extLst>
                <a:ext uri="{FF2B5EF4-FFF2-40B4-BE49-F238E27FC236}">
                  <a16:creationId xmlns:a16="http://schemas.microsoft.com/office/drawing/2014/main" id="{AC1EC975-F7D6-5B45-861F-6ED2BCE2DC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4525" y="1858963"/>
              <a:ext cx="1169988" cy="455613"/>
            </a:xfrm>
            <a:custGeom>
              <a:avLst/>
              <a:gdLst/>
              <a:ahLst/>
              <a:cxnLst>
                <a:cxn ang="0">
                  <a:pos x="299" y="75"/>
                </a:cxn>
                <a:cxn ang="0">
                  <a:pos x="224" y="28"/>
                </a:cxn>
                <a:cxn ang="0">
                  <a:pos x="224" y="28"/>
                </a:cxn>
                <a:cxn ang="0">
                  <a:pos x="224" y="23"/>
                </a:cxn>
                <a:cxn ang="0">
                  <a:pos x="265" y="23"/>
                </a:cxn>
                <a:cxn ang="0">
                  <a:pos x="273" y="15"/>
                </a:cxn>
                <a:cxn ang="0">
                  <a:pos x="265" y="8"/>
                </a:cxn>
                <a:cxn ang="0">
                  <a:pos x="224" y="8"/>
                </a:cxn>
                <a:cxn ang="0">
                  <a:pos x="216" y="0"/>
                </a:cxn>
                <a:cxn ang="0">
                  <a:pos x="209" y="8"/>
                </a:cxn>
                <a:cxn ang="0">
                  <a:pos x="168" y="8"/>
                </a:cxn>
                <a:cxn ang="0">
                  <a:pos x="160" y="15"/>
                </a:cxn>
                <a:cxn ang="0">
                  <a:pos x="168" y="23"/>
                </a:cxn>
                <a:cxn ang="0">
                  <a:pos x="209" y="23"/>
                </a:cxn>
                <a:cxn ang="0">
                  <a:pos x="209" y="27"/>
                </a:cxn>
                <a:cxn ang="0">
                  <a:pos x="134" y="58"/>
                </a:cxn>
                <a:cxn ang="0">
                  <a:pos x="48" y="55"/>
                </a:cxn>
                <a:cxn ang="0">
                  <a:pos x="25" y="40"/>
                </a:cxn>
                <a:cxn ang="0">
                  <a:pos x="0" y="66"/>
                </a:cxn>
                <a:cxn ang="0">
                  <a:pos x="25" y="91"/>
                </a:cxn>
                <a:cxn ang="0">
                  <a:pos x="47" y="79"/>
                </a:cxn>
                <a:cxn ang="0">
                  <a:pos x="138" y="92"/>
                </a:cxn>
                <a:cxn ang="0">
                  <a:pos x="220" y="119"/>
                </a:cxn>
                <a:cxn ang="0">
                  <a:pos x="299" y="75"/>
                </a:cxn>
                <a:cxn ang="0">
                  <a:pos x="180" y="90"/>
                </a:cxn>
                <a:cxn ang="0">
                  <a:pos x="158" y="69"/>
                </a:cxn>
                <a:cxn ang="0">
                  <a:pos x="180" y="47"/>
                </a:cxn>
                <a:cxn ang="0">
                  <a:pos x="201" y="69"/>
                </a:cxn>
                <a:cxn ang="0">
                  <a:pos x="180" y="90"/>
                </a:cxn>
                <a:cxn ang="0">
                  <a:pos x="217" y="42"/>
                </a:cxn>
                <a:cxn ang="0">
                  <a:pos x="284" y="76"/>
                </a:cxn>
                <a:cxn ang="0">
                  <a:pos x="217" y="76"/>
                </a:cxn>
                <a:cxn ang="0">
                  <a:pos x="217" y="42"/>
                </a:cxn>
                <a:cxn ang="0">
                  <a:pos x="217" y="42"/>
                </a:cxn>
                <a:cxn ang="0">
                  <a:pos x="217" y="42"/>
                </a:cxn>
              </a:cxnLst>
              <a:rect l="0" t="0" r="r" b="b"/>
              <a:pathLst>
                <a:path w="309" h="119">
                  <a:moveTo>
                    <a:pt x="299" y="75"/>
                  </a:moveTo>
                  <a:cubicBezTo>
                    <a:pt x="286" y="40"/>
                    <a:pt x="245" y="31"/>
                    <a:pt x="224" y="28"/>
                  </a:cubicBezTo>
                  <a:cubicBezTo>
                    <a:pt x="224" y="28"/>
                    <a:pt x="224" y="28"/>
                    <a:pt x="224" y="28"/>
                  </a:cubicBezTo>
                  <a:cubicBezTo>
                    <a:pt x="224" y="23"/>
                    <a:pt x="224" y="23"/>
                    <a:pt x="224" y="23"/>
                  </a:cubicBezTo>
                  <a:cubicBezTo>
                    <a:pt x="265" y="23"/>
                    <a:pt x="265" y="23"/>
                    <a:pt x="265" y="23"/>
                  </a:cubicBezTo>
                  <a:cubicBezTo>
                    <a:pt x="269" y="23"/>
                    <a:pt x="273" y="19"/>
                    <a:pt x="273" y="15"/>
                  </a:cubicBezTo>
                  <a:cubicBezTo>
                    <a:pt x="273" y="11"/>
                    <a:pt x="269" y="8"/>
                    <a:pt x="265" y="8"/>
                  </a:cubicBezTo>
                  <a:cubicBezTo>
                    <a:pt x="224" y="8"/>
                    <a:pt x="224" y="8"/>
                    <a:pt x="224" y="8"/>
                  </a:cubicBezTo>
                  <a:cubicBezTo>
                    <a:pt x="224" y="3"/>
                    <a:pt x="221" y="0"/>
                    <a:pt x="216" y="0"/>
                  </a:cubicBezTo>
                  <a:cubicBezTo>
                    <a:pt x="212" y="0"/>
                    <a:pt x="209" y="3"/>
                    <a:pt x="209" y="8"/>
                  </a:cubicBezTo>
                  <a:cubicBezTo>
                    <a:pt x="168" y="8"/>
                    <a:pt x="168" y="8"/>
                    <a:pt x="168" y="8"/>
                  </a:cubicBezTo>
                  <a:cubicBezTo>
                    <a:pt x="163" y="8"/>
                    <a:pt x="160" y="11"/>
                    <a:pt x="160" y="15"/>
                  </a:cubicBezTo>
                  <a:cubicBezTo>
                    <a:pt x="160" y="19"/>
                    <a:pt x="163" y="23"/>
                    <a:pt x="168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09" y="27"/>
                    <a:pt x="209" y="27"/>
                    <a:pt x="209" y="27"/>
                  </a:cubicBezTo>
                  <a:cubicBezTo>
                    <a:pt x="158" y="28"/>
                    <a:pt x="140" y="36"/>
                    <a:pt x="134" y="58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44" y="46"/>
                    <a:pt x="36" y="40"/>
                    <a:pt x="25" y="40"/>
                  </a:cubicBezTo>
                  <a:cubicBezTo>
                    <a:pt x="11" y="40"/>
                    <a:pt x="0" y="52"/>
                    <a:pt x="0" y="66"/>
                  </a:cubicBezTo>
                  <a:cubicBezTo>
                    <a:pt x="0" y="80"/>
                    <a:pt x="11" y="91"/>
                    <a:pt x="25" y="91"/>
                  </a:cubicBezTo>
                  <a:cubicBezTo>
                    <a:pt x="35" y="91"/>
                    <a:pt x="43" y="86"/>
                    <a:pt x="47" y="79"/>
                  </a:cubicBezTo>
                  <a:cubicBezTo>
                    <a:pt x="138" y="92"/>
                    <a:pt x="138" y="92"/>
                    <a:pt x="138" y="92"/>
                  </a:cubicBezTo>
                  <a:cubicBezTo>
                    <a:pt x="151" y="108"/>
                    <a:pt x="155" y="119"/>
                    <a:pt x="220" y="119"/>
                  </a:cubicBezTo>
                  <a:cubicBezTo>
                    <a:pt x="286" y="119"/>
                    <a:pt x="309" y="108"/>
                    <a:pt x="299" y="75"/>
                  </a:cubicBezTo>
                  <a:close/>
                  <a:moveTo>
                    <a:pt x="180" y="90"/>
                  </a:moveTo>
                  <a:cubicBezTo>
                    <a:pt x="168" y="90"/>
                    <a:pt x="158" y="80"/>
                    <a:pt x="158" y="69"/>
                  </a:cubicBezTo>
                  <a:cubicBezTo>
                    <a:pt x="158" y="57"/>
                    <a:pt x="168" y="47"/>
                    <a:pt x="180" y="47"/>
                  </a:cubicBezTo>
                  <a:cubicBezTo>
                    <a:pt x="191" y="47"/>
                    <a:pt x="201" y="57"/>
                    <a:pt x="201" y="69"/>
                  </a:cubicBezTo>
                  <a:cubicBezTo>
                    <a:pt x="201" y="80"/>
                    <a:pt x="191" y="90"/>
                    <a:pt x="180" y="90"/>
                  </a:cubicBezTo>
                  <a:close/>
                  <a:moveTo>
                    <a:pt x="217" y="42"/>
                  </a:moveTo>
                  <a:cubicBezTo>
                    <a:pt x="234" y="43"/>
                    <a:pt x="270" y="50"/>
                    <a:pt x="284" y="76"/>
                  </a:cubicBezTo>
                  <a:cubicBezTo>
                    <a:pt x="217" y="76"/>
                    <a:pt x="217" y="76"/>
                    <a:pt x="217" y="76"/>
                  </a:cubicBezTo>
                  <a:lnTo>
                    <a:pt x="217" y="42"/>
                  </a:lnTo>
                  <a:close/>
                  <a:moveTo>
                    <a:pt x="217" y="42"/>
                  </a:moveTo>
                  <a:cubicBezTo>
                    <a:pt x="217" y="42"/>
                    <a:pt x="217" y="42"/>
                    <a:pt x="217" y="42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29" name="Freeform 17">
              <a:extLst>
                <a:ext uri="{FF2B5EF4-FFF2-40B4-BE49-F238E27FC236}">
                  <a16:creationId xmlns:a16="http://schemas.microsoft.com/office/drawing/2014/main" id="{827BC6B7-8362-F84B-A11B-5E686D0DD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4913" y="2295526"/>
              <a:ext cx="584200" cy="87313"/>
            </a:xfrm>
            <a:custGeom>
              <a:avLst/>
              <a:gdLst/>
              <a:ahLst/>
              <a:cxnLst>
                <a:cxn ang="0">
                  <a:pos x="150" y="0"/>
                </a:cxn>
                <a:cxn ang="0">
                  <a:pos x="149" y="0"/>
                </a:cxn>
                <a:cxn ang="0">
                  <a:pos x="148" y="0"/>
                </a:cxn>
                <a:cxn ang="0">
                  <a:pos x="143" y="4"/>
                </a:cxn>
                <a:cxn ang="0">
                  <a:pos x="131" y="13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5" y="23"/>
                </a:cxn>
                <a:cxn ang="0">
                  <a:pos x="131" y="23"/>
                </a:cxn>
                <a:cxn ang="0">
                  <a:pos x="153" y="6"/>
                </a:cxn>
                <a:cxn ang="0">
                  <a:pos x="150" y="0"/>
                </a:cxn>
                <a:cxn ang="0">
                  <a:pos x="150" y="0"/>
                </a:cxn>
                <a:cxn ang="0">
                  <a:pos x="150" y="0"/>
                </a:cxn>
              </a:cxnLst>
              <a:rect l="0" t="0" r="r" b="b"/>
              <a:pathLst>
                <a:path w="154" h="23">
                  <a:moveTo>
                    <a:pt x="150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6" y="0"/>
                    <a:pt x="144" y="2"/>
                    <a:pt x="143" y="4"/>
                  </a:cubicBezTo>
                  <a:cubicBezTo>
                    <a:pt x="143" y="4"/>
                    <a:pt x="140" y="13"/>
                    <a:pt x="131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3"/>
                    <a:pt x="0" y="15"/>
                    <a:pt x="0" y="18"/>
                  </a:cubicBezTo>
                  <a:cubicBezTo>
                    <a:pt x="0" y="21"/>
                    <a:pt x="2" y="23"/>
                    <a:pt x="5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44" y="23"/>
                    <a:pt x="151" y="13"/>
                    <a:pt x="153" y="6"/>
                  </a:cubicBezTo>
                  <a:cubicBezTo>
                    <a:pt x="154" y="4"/>
                    <a:pt x="152" y="1"/>
                    <a:pt x="150" y="0"/>
                  </a:cubicBezTo>
                  <a:close/>
                  <a:moveTo>
                    <a:pt x="150" y="0"/>
                  </a:moveTo>
                  <a:cubicBezTo>
                    <a:pt x="150" y="0"/>
                    <a:pt x="150" y="0"/>
                    <a:pt x="150" y="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7E6B6BD6-A4DC-C742-A087-2233ED8F2132}"/>
              </a:ext>
            </a:extLst>
          </p:cNvPr>
          <p:cNvGrpSpPr/>
          <p:nvPr/>
        </p:nvGrpSpPr>
        <p:grpSpPr>
          <a:xfrm>
            <a:off x="4389827" y="6184535"/>
            <a:ext cx="438843" cy="422331"/>
            <a:chOff x="158427" y="161791"/>
            <a:chExt cx="438843" cy="422331"/>
          </a:xfrm>
        </p:grpSpPr>
        <p:sp>
          <p:nvSpPr>
            <p:cNvPr id="424" name="矩形 423">
              <a:extLst>
                <a:ext uri="{FF2B5EF4-FFF2-40B4-BE49-F238E27FC236}">
                  <a16:creationId xmlns:a16="http://schemas.microsoft.com/office/drawing/2014/main" id="{76249065-0C8E-5645-9933-67F4B0BBA845}"/>
                </a:ext>
              </a:extLst>
            </p:cNvPr>
            <p:cNvSpPr/>
            <p:nvPr userDrawn="1"/>
          </p:nvSpPr>
          <p:spPr>
            <a:xfrm>
              <a:off x="158427" y="161791"/>
              <a:ext cx="281554" cy="281554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</a:endParaRPr>
            </a:p>
          </p:txBody>
        </p:sp>
        <p:sp>
          <p:nvSpPr>
            <p:cNvPr id="430" name="矩形 429">
              <a:extLst>
                <a:ext uri="{FF2B5EF4-FFF2-40B4-BE49-F238E27FC236}">
                  <a16:creationId xmlns:a16="http://schemas.microsoft.com/office/drawing/2014/main" id="{E79CDD93-6713-D742-8F1A-4AAF5EB8B5C3}"/>
                </a:ext>
              </a:extLst>
            </p:cNvPr>
            <p:cNvSpPr/>
            <p:nvPr userDrawn="1"/>
          </p:nvSpPr>
          <p:spPr>
            <a:xfrm>
              <a:off x="315716" y="302568"/>
              <a:ext cx="281554" cy="281554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431" name="Group 179">
            <a:extLst>
              <a:ext uri="{FF2B5EF4-FFF2-40B4-BE49-F238E27FC236}">
                <a16:creationId xmlns:a16="http://schemas.microsoft.com/office/drawing/2014/main" id="{3D1653E9-A932-5545-84C3-345C228421DD}"/>
              </a:ext>
            </a:extLst>
          </p:cNvPr>
          <p:cNvGrpSpPr/>
          <p:nvPr/>
        </p:nvGrpSpPr>
        <p:grpSpPr>
          <a:xfrm>
            <a:off x="8548261" y="1060084"/>
            <a:ext cx="281298" cy="719929"/>
            <a:chOff x="5054600" y="1652588"/>
            <a:chExt cx="187325" cy="479424"/>
          </a:xfrm>
          <a:solidFill>
            <a:schemeClr val="bg1"/>
          </a:solidFill>
        </p:grpSpPr>
        <p:sp>
          <p:nvSpPr>
            <p:cNvPr id="432" name="Freeform 96">
              <a:extLst>
                <a:ext uri="{FF2B5EF4-FFF2-40B4-BE49-F238E27FC236}">
                  <a16:creationId xmlns:a16="http://schemas.microsoft.com/office/drawing/2014/main" id="{C1CA130B-D69F-6942-AF5E-664C8F65F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733550"/>
              <a:ext cx="187325" cy="398462"/>
            </a:xfrm>
            <a:custGeom>
              <a:avLst/>
              <a:gdLst/>
              <a:ahLst/>
              <a:cxnLst>
                <a:cxn ang="0">
                  <a:pos x="55" y="1"/>
                </a:cxn>
                <a:cxn ang="0">
                  <a:pos x="19" y="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0" y="69"/>
                </a:cxn>
                <a:cxn ang="0">
                  <a:pos x="6" y="75"/>
                </a:cxn>
                <a:cxn ang="0">
                  <a:pos x="12" y="69"/>
                </a:cxn>
                <a:cxn ang="0">
                  <a:pos x="12" y="25"/>
                </a:cxn>
                <a:cxn ang="0">
                  <a:pos x="18" y="25"/>
                </a:cxn>
                <a:cxn ang="0">
                  <a:pos x="18" y="68"/>
                </a:cxn>
                <a:cxn ang="0">
                  <a:pos x="18" y="69"/>
                </a:cxn>
                <a:cxn ang="0">
                  <a:pos x="18" y="145"/>
                </a:cxn>
                <a:cxn ang="0">
                  <a:pos x="26" y="153"/>
                </a:cxn>
                <a:cxn ang="0">
                  <a:pos x="34" y="145"/>
                </a:cxn>
                <a:cxn ang="0">
                  <a:pos x="34" y="78"/>
                </a:cxn>
                <a:cxn ang="0">
                  <a:pos x="39" y="78"/>
                </a:cxn>
                <a:cxn ang="0">
                  <a:pos x="39" y="145"/>
                </a:cxn>
                <a:cxn ang="0">
                  <a:pos x="47" y="153"/>
                </a:cxn>
                <a:cxn ang="0">
                  <a:pos x="55" y="145"/>
                </a:cxn>
                <a:cxn ang="0">
                  <a:pos x="55" y="68"/>
                </a:cxn>
                <a:cxn ang="0">
                  <a:pos x="55" y="67"/>
                </a:cxn>
                <a:cxn ang="0">
                  <a:pos x="55" y="25"/>
                </a:cxn>
                <a:cxn ang="0">
                  <a:pos x="60" y="25"/>
                </a:cxn>
                <a:cxn ang="0">
                  <a:pos x="60" y="69"/>
                </a:cxn>
                <a:cxn ang="0">
                  <a:pos x="66" y="75"/>
                </a:cxn>
                <a:cxn ang="0">
                  <a:pos x="73" y="69"/>
                </a:cxn>
                <a:cxn ang="0">
                  <a:pos x="73" y="18"/>
                </a:cxn>
                <a:cxn ang="0">
                  <a:pos x="73" y="16"/>
                </a:cxn>
                <a:cxn ang="0">
                  <a:pos x="73" y="15"/>
                </a:cxn>
                <a:cxn ang="0">
                  <a:pos x="55" y="1"/>
                </a:cxn>
              </a:cxnLst>
              <a:rect l="0" t="0" r="r" b="b"/>
              <a:pathLst>
                <a:path w="73" h="153">
                  <a:moveTo>
                    <a:pt x="55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5" y="1"/>
                    <a:pt x="0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5"/>
                    <a:pt x="6" y="75"/>
                  </a:cubicBezTo>
                  <a:cubicBezTo>
                    <a:pt x="10" y="75"/>
                    <a:pt x="12" y="73"/>
                    <a:pt x="12" y="6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8" y="150"/>
                    <a:pt x="21" y="153"/>
                    <a:pt x="26" y="153"/>
                  </a:cubicBezTo>
                  <a:cubicBezTo>
                    <a:pt x="31" y="153"/>
                    <a:pt x="34" y="150"/>
                    <a:pt x="34" y="14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50"/>
                    <a:pt x="42" y="153"/>
                    <a:pt x="47" y="153"/>
                  </a:cubicBezTo>
                  <a:cubicBezTo>
                    <a:pt x="52" y="153"/>
                    <a:pt x="55" y="150"/>
                    <a:pt x="55" y="145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5" y="67"/>
                    <a:pt x="55" y="67"/>
                    <a:pt x="55" y="67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73"/>
                    <a:pt x="63" y="75"/>
                    <a:pt x="66" y="75"/>
                  </a:cubicBezTo>
                  <a:cubicBezTo>
                    <a:pt x="70" y="75"/>
                    <a:pt x="73" y="73"/>
                    <a:pt x="73" y="69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3" y="10"/>
                    <a:pt x="67" y="1"/>
                    <a:pt x="55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3" name="Oval 97">
              <a:extLst>
                <a:ext uri="{FF2B5EF4-FFF2-40B4-BE49-F238E27FC236}">
                  <a16:creationId xmlns:a16="http://schemas.microsoft.com/office/drawing/2014/main" id="{5D10A0A1-5BC6-C84E-85E4-6FE8A4819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1652588"/>
              <a:ext cx="74613" cy="7620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  <p:grpSp>
        <p:nvGrpSpPr>
          <p:cNvPr id="434" name="Group 259">
            <a:extLst>
              <a:ext uri="{FF2B5EF4-FFF2-40B4-BE49-F238E27FC236}">
                <a16:creationId xmlns:a16="http://schemas.microsoft.com/office/drawing/2014/main" id="{5276760D-AFC5-F247-9D29-D3C1D08D7AE1}"/>
              </a:ext>
            </a:extLst>
          </p:cNvPr>
          <p:cNvGrpSpPr/>
          <p:nvPr/>
        </p:nvGrpSpPr>
        <p:grpSpPr>
          <a:xfrm>
            <a:off x="9005404" y="1064854"/>
            <a:ext cx="310228" cy="717825"/>
            <a:chOff x="6913466" y="1930294"/>
            <a:chExt cx="328336" cy="704884"/>
          </a:xfrm>
          <a:solidFill>
            <a:schemeClr val="bg1"/>
          </a:solidFill>
        </p:grpSpPr>
        <p:sp>
          <p:nvSpPr>
            <p:cNvPr id="435" name="Oval 98">
              <a:extLst>
                <a:ext uri="{FF2B5EF4-FFF2-40B4-BE49-F238E27FC236}">
                  <a16:creationId xmlns:a16="http://schemas.microsoft.com/office/drawing/2014/main" id="{44C77359-AA99-1241-B658-05840ACFC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973" y="1930294"/>
              <a:ext cx="105618" cy="10561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6" name="Freeform 99">
              <a:extLst>
                <a:ext uri="{FF2B5EF4-FFF2-40B4-BE49-F238E27FC236}">
                  <a16:creationId xmlns:a16="http://schemas.microsoft.com/office/drawing/2014/main" id="{FC2E8A6D-B916-084A-994E-3F9EFD9B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3466" y="2058872"/>
              <a:ext cx="328336" cy="576306"/>
            </a:xfrm>
            <a:custGeom>
              <a:avLst/>
              <a:gdLst/>
              <a:ahLst/>
              <a:cxnLst>
                <a:cxn ang="0">
                  <a:pos x="87" y="56"/>
                </a:cxn>
                <a:cxn ang="0">
                  <a:pos x="71" y="9"/>
                </a:cxn>
                <a:cxn ang="0">
                  <a:pos x="61" y="0"/>
                </a:cxn>
                <a:cxn ang="0">
                  <a:pos x="26" y="0"/>
                </a:cxn>
                <a:cxn ang="0">
                  <a:pos x="18" y="4"/>
                </a:cxn>
                <a:cxn ang="0">
                  <a:pos x="17" y="6"/>
                </a:cxn>
                <a:cxn ang="0">
                  <a:pos x="17" y="6"/>
                </a:cxn>
                <a:cxn ang="0">
                  <a:pos x="16" y="7"/>
                </a:cxn>
                <a:cxn ang="0">
                  <a:pos x="1" y="56"/>
                </a:cxn>
                <a:cxn ang="0">
                  <a:pos x="5" y="64"/>
                </a:cxn>
                <a:cxn ang="0">
                  <a:pos x="13" y="60"/>
                </a:cxn>
                <a:cxn ang="0">
                  <a:pos x="25" y="21"/>
                </a:cxn>
                <a:cxn ang="0">
                  <a:pos x="26" y="21"/>
                </a:cxn>
                <a:cxn ang="0">
                  <a:pos x="27" y="21"/>
                </a:cxn>
                <a:cxn ang="0">
                  <a:pos x="9" y="91"/>
                </a:cxn>
                <a:cxn ang="0">
                  <a:pos x="28" y="91"/>
                </a:cxn>
                <a:cxn ang="0">
                  <a:pos x="28" y="146"/>
                </a:cxn>
                <a:cxn ang="0">
                  <a:pos x="35" y="153"/>
                </a:cxn>
                <a:cxn ang="0">
                  <a:pos x="42" y="146"/>
                </a:cxn>
                <a:cxn ang="0">
                  <a:pos x="42" y="91"/>
                </a:cxn>
                <a:cxn ang="0">
                  <a:pos x="46" y="91"/>
                </a:cxn>
                <a:cxn ang="0">
                  <a:pos x="46" y="146"/>
                </a:cxn>
                <a:cxn ang="0">
                  <a:pos x="54" y="153"/>
                </a:cxn>
                <a:cxn ang="0">
                  <a:pos x="61" y="146"/>
                </a:cxn>
                <a:cxn ang="0">
                  <a:pos x="61" y="91"/>
                </a:cxn>
                <a:cxn ang="0">
                  <a:pos x="80" y="91"/>
                </a:cxn>
                <a:cxn ang="0">
                  <a:pos x="60" y="21"/>
                </a:cxn>
                <a:cxn ang="0">
                  <a:pos x="61" y="21"/>
                </a:cxn>
                <a:cxn ang="0">
                  <a:pos x="62" y="21"/>
                </a:cxn>
                <a:cxn ang="0">
                  <a:pos x="75" y="60"/>
                </a:cxn>
                <a:cxn ang="0">
                  <a:pos x="83" y="64"/>
                </a:cxn>
                <a:cxn ang="0">
                  <a:pos x="87" y="56"/>
                </a:cxn>
              </a:cxnLst>
              <a:rect l="0" t="0" r="r" b="b"/>
              <a:pathLst>
                <a:path w="88" h="153">
                  <a:moveTo>
                    <a:pt x="87" y="56"/>
                  </a:moveTo>
                  <a:cubicBezTo>
                    <a:pt x="71" y="9"/>
                    <a:pt x="71" y="9"/>
                    <a:pt x="71" y="9"/>
                  </a:cubicBezTo>
                  <a:cubicBezTo>
                    <a:pt x="71" y="4"/>
                    <a:pt x="67" y="0"/>
                    <a:pt x="6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19" y="1"/>
                    <a:pt x="18" y="4"/>
                  </a:cubicBezTo>
                  <a:cubicBezTo>
                    <a:pt x="17" y="5"/>
                    <a:pt x="17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5" y="64"/>
                  </a:cubicBezTo>
                  <a:cubicBezTo>
                    <a:pt x="8" y="65"/>
                    <a:pt x="12" y="63"/>
                    <a:pt x="13" y="60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28" y="91"/>
                    <a:pt x="28" y="91"/>
                    <a:pt x="28" y="9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0"/>
                    <a:pt x="31" y="153"/>
                    <a:pt x="35" y="153"/>
                  </a:cubicBezTo>
                  <a:cubicBezTo>
                    <a:pt x="39" y="153"/>
                    <a:pt x="42" y="150"/>
                    <a:pt x="42" y="146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50"/>
                    <a:pt x="50" y="153"/>
                    <a:pt x="54" y="153"/>
                  </a:cubicBezTo>
                  <a:cubicBezTo>
                    <a:pt x="58" y="153"/>
                    <a:pt x="61" y="150"/>
                    <a:pt x="61" y="146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77" y="63"/>
                    <a:pt x="80" y="65"/>
                    <a:pt x="83" y="64"/>
                  </a:cubicBezTo>
                  <a:cubicBezTo>
                    <a:pt x="87" y="63"/>
                    <a:pt x="88" y="59"/>
                    <a:pt x="87" y="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srgbClr val="262626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5521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E921048-E305-504B-A5A4-B55ACBC3C0D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95092" y="406400"/>
            <a:ext cx="3641355" cy="493486"/>
          </a:xfrm>
        </p:spPr>
        <p:txBody>
          <a:bodyPr/>
          <a:lstStyle/>
          <a:p>
            <a:r>
              <a:rPr kumimoji="1" lang="zh-CN" altLang="en-US" dirty="0"/>
              <a:t>核心制度图标</a:t>
            </a:r>
          </a:p>
        </p:txBody>
      </p:sp>
      <p:pic>
        <p:nvPicPr>
          <p:cNvPr id="4" name="图片 3" descr="图片包含 矢量图形&#10;&#10;描述已自动生成">
            <a:extLst>
              <a:ext uri="{FF2B5EF4-FFF2-40B4-BE49-F238E27FC236}">
                <a16:creationId xmlns:a16="http://schemas.microsoft.com/office/drawing/2014/main" id="{E2E1AAFE-78EB-F145-8D7D-359954D77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24" y="1822395"/>
            <a:ext cx="818830" cy="818830"/>
          </a:xfrm>
          <a:prstGeom prst="rect">
            <a:avLst/>
          </a:prstGeom>
        </p:spPr>
      </p:pic>
      <p:pic>
        <p:nvPicPr>
          <p:cNvPr id="6" name="图片 5" descr="图片包含 矢量图形&#10;&#10;描述已自动生成">
            <a:extLst>
              <a:ext uri="{FF2B5EF4-FFF2-40B4-BE49-F238E27FC236}">
                <a16:creationId xmlns:a16="http://schemas.microsoft.com/office/drawing/2014/main" id="{8E9B75DD-0050-8C40-BA18-19D12A3CE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793" y="1822395"/>
            <a:ext cx="818830" cy="818830"/>
          </a:xfrm>
          <a:prstGeom prst="rect">
            <a:avLst/>
          </a:prstGeom>
        </p:spPr>
      </p:pic>
      <p:pic>
        <p:nvPicPr>
          <p:cNvPr id="8" name="图片 7" descr="图片包含 矢量图形&#10;&#10;描述已自动生成">
            <a:extLst>
              <a:ext uri="{FF2B5EF4-FFF2-40B4-BE49-F238E27FC236}">
                <a16:creationId xmlns:a16="http://schemas.microsoft.com/office/drawing/2014/main" id="{8B8D9797-4ECF-CD40-82E3-AAE502109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862" y="1822395"/>
            <a:ext cx="818830" cy="8188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7945FF-E9B3-A146-84C0-F2CF10577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783" y="1822395"/>
            <a:ext cx="818830" cy="8188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EDC5173-F63F-9A41-B217-92FFF0BA4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211" y="1837219"/>
            <a:ext cx="804712" cy="8047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48ED13A-78CE-6046-A914-85A6BDCD0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5784" y="1822395"/>
            <a:ext cx="861184" cy="818830"/>
          </a:xfrm>
          <a:prstGeom prst="rect">
            <a:avLst/>
          </a:prstGeom>
        </p:spPr>
      </p:pic>
      <p:pic>
        <p:nvPicPr>
          <p:cNvPr id="16" name="图片 15" descr="图片包含 矢量图形, 剪刀&#10;&#10;描述已自动生成">
            <a:extLst>
              <a:ext uri="{FF2B5EF4-FFF2-40B4-BE49-F238E27FC236}">
                <a16:creationId xmlns:a16="http://schemas.microsoft.com/office/drawing/2014/main" id="{8A994224-0A99-8647-BB62-8C2573D502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8723" y="3092667"/>
            <a:ext cx="818830" cy="81883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1C10A1E-935A-A447-A186-3FC7850456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9939" y="3092667"/>
            <a:ext cx="861184" cy="81883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BED5B95-0346-5942-A5D4-01B0AC611C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0715" y="3092667"/>
            <a:ext cx="818830" cy="81883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C4D445E-84C9-1B43-9AB7-E553B79BBC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0991" y="3089138"/>
            <a:ext cx="825889" cy="82588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97D7B1D-35A7-634C-AB63-18926C0A61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4433" y="3092667"/>
            <a:ext cx="818830" cy="81883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0B2DBC1-DC1F-004D-BA8E-30EEF9E5F1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3666" y="3092667"/>
            <a:ext cx="818830" cy="81883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252ABC3-4D4C-2843-B2AA-1B24F0524F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9142" y="4478273"/>
            <a:ext cx="825889" cy="82588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4162045-82F2-2742-A632-39605BFB7E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07264" y="4478273"/>
            <a:ext cx="825889" cy="825889"/>
          </a:xfrm>
          <a:prstGeom prst="rect">
            <a:avLst/>
          </a:prstGeom>
        </p:spPr>
      </p:pic>
      <p:pic>
        <p:nvPicPr>
          <p:cNvPr id="32" name="图片 31" descr="图片包含 文字&#10;&#10;描述已自动生成">
            <a:extLst>
              <a:ext uri="{FF2B5EF4-FFF2-40B4-BE49-F238E27FC236}">
                <a16:creationId xmlns:a16="http://schemas.microsoft.com/office/drawing/2014/main" id="{C7B57BFA-3A23-3C49-8525-102D61052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32862" y="4485684"/>
            <a:ext cx="818830" cy="81883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37594A68-234F-544C-A178-A08445D835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0314" y="4478273"/>
            <a:ext cx="825889" cy="82588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6179F633-F7B6-7E41-B53A-14852E35018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5614" y="4478273"/>
            <a:ext cx="825889" cy="825889"/>
          </a:xfrm>
          <a:prstGeom prst="rect">
            <a:avLst/>
          </a:prstGeom>
        </p:spPr>
      </p:pic>
      <p:pic>
        <p:nvPicPr>
          <p:cNvPr id="38" name="图片 37" descr="图片包含 文字, 急救箱, 矢量图形&#10;&#10;描述已自动生成">
            <a:extLst>
              <a:ext uri="{FF2B5EF4-FFF2-40B4-BE49-F238E27FC236}">
                <a16:creationId xmlns:a16="http://schemas.microsoft.com/office/drawing/2014/main" id="{4DD34ECE-6B0F-B84D-9FB0-C11FA281D7A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54914" y="4478273"/>
            <a:ext cx="825889" cy="825889"/>
          </a:xfrm>
          <a:prstGeom prst="rect">
            <a:avLst/>
          </a:prstGeom>
        </p:spPr>
      </p:pic>
      <p:pic>
        <p:nvPicPr>
          <p:cNvPr id="40" name="图片 39" descr="图片包含 矢量图形&#10;&#10;描述已自动生成">
            <a:extLst>
              <a:ext uri="{FF2B5EF4-FFF2-40B4-BE49-F238E27FC236}">
                <a16:creationId xmlns:a16="http://schemas.microsoft.com/office/drawing/2014/main" id="{BF68D644-2721-834D-B9BB-AE8D37568A2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55120" y="4693770"/>
            <a:ext cx="1405423" cy="908478"/>
          </a:xfrm>
          <a:prstGeom prst="rect">
            <a:avLst/>
          </a:prstGeom>
        </p:spPr>
      </p:pic>
      <p:pic>
        <p:nvPicPr>
          <p:cNvPr id="42" name="图片 41" descr="图片包含 矢量图形&#10;&#10;描述已自动生成">
            <a:extLst>
              <a:ext uri="{FF2B5EF4-FFF2-40B4-BE49-F238E27FC236}">
                <a16:creationId xmlns:a16="http://schemas.microsoft.com/office/drawing/2014/main" id="{9CBEB3AB-8480-4641-B7CE-300431424C3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55120" y="5841281"/>
            <a:ext cx="1498600" cy="908478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7328C16B-A5B5-194A-A751-FE8672F4F426}"/>
              </a:ext>
            </a:extLst>
          </p:cNvPr>
          <p:cNvSpPr txBox="1"/>
          <p:nvPr/>
        </p:nvSpPr>
        <p:spPr>
          <a:xfrm>
            <a:off x="1718486" y="5677610"/>
            <a:ext cx="54140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首诊、三级查房、会诊、护理、交班、疑难讨论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抢救、术前讨论、死亡讨论、查对、术前核查、手术分级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新项目、危急值、病历、抗菌药物、用血、信息安全</a:t>
            </a:r>
          </a:p>
        </p:txBody>
      </p:sp>
    </p:spTree>
    <p:extLst>
      <p:ext uri="{BB962C8B-B14F-4D97-AF65-F5344CB8AC3E}">
        <p14:creationId xmlns:p14="http://schemas.microsoft.com/office/powerpoint/2010/main" val="3030748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4D3FDA-FE87-FC4B-A624-FD9C5545BC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17" t="12149" r="51528"/>
          <a:stretch/>
        </p:blipFill>
        <p:spPr>
          <a:xfrm>
            <a:off x="7951068" y="1246455"/>
            <a:ext cx="905471" cy="775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31EF98E-3DE7-7949-8627-C9125F59A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56" t="15635"/>
          <a:stretch/>
        </p:blipFill>
        <p:spPr>
          <a:xfrm>
            <a:off x="8856539" y="1291958"/>
            <a:ext cx="3090533" cy="5164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EC31BB-78F3-B84A-A76F-91134E4A961F}"/>
              </a:ext>
            </a:extLst>
          </p:cNvPr>
          <p:cNvSpPr txBox="1"/>
          <p:nvPr/>
        </p:nvSpPr>
        <p:spPr>
          <a:xfrm>
            <a:off x="8890405" y="1774558"/>
            <a:ext cx="3217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ZHUJI</a:t>
            </a:r>
            <a:r>
              <a:rPr kumimoji="1" lang="zh-CN" altLang="en-US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PEOPLE`S</a:t>
            </a:r>
            <a:r>
              <a:rPr kumimoji="1" lang="zh-CN" altLang="en-US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HOSPITAL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EA2517-37A8-0D40-AD35-FDCFAA8A7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48" y="2438400"/>
            <a:ext cx="2675466" cy="26754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10E2C5-ADE4-BA40-8C86-81C329DD0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6" y="5687801"/>
            <a:ext cx="2438400" cy="10027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8D91AD-9675-2449-A99B-FE9DA13F1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405" y="5654629"/>
            <a:ext cx="3112909" cy="1069050"/>
          </a:xfrm>
          <a:prstGeom prst="rect">
            <a:avLst/>
          </a:prstGeom>
        </p:spPr>
      </p:pic>
      <p:pic>
        <p:nvPicPr>
          <p:cNvPr id="12" name="图片 11" descr="图片包含 障子&#10;&#10;描述已自动生成">
            <a:extLst>
              <a:ext uri="{FF2B5EF4-FFF2-40B4-BE49-F238E27FC236}">
                <a16:creationId xmlns:a16="http://schemas.microsoft.com/office/drawing/2014/main" id="{880FCAD3-C6EA-ED46-94F4-8D41836A6CA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139" t="24637" r="38055" b="7408"/>
          <a:stretch/>
        </p:blipFill>
        <p:spPr>
          <a:xfrm>
            <a:off x="5001540" y="2671233"/>
            <a:ext cx="2188919" cy="227329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2C02D39-46AC-1040-A691-63520BFA35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17" t="12149" r="51528"/>
          <a:stretch/>
        </p:blipFill>
        <p:spPr>
          <a:xfrm>
            <a:off x="7886700" y="2577944"/>
            <a:ext cx="2654637" cy="2273299"/>
          </a:xfrm>
          <a:prstGeom prst="rect">
            <a:avLst/>
          </a:prstGeom>
        </p:spPr>
      </p:pic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276D23B4-2EBE-7645-98DA-172403A8E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333" y="1382859"/>
            <a:ext cx="6858000" cy="685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5E8584E-15E2-CA46-853F-A7DA0E32F9F1}"/>
              </a:ext>
            </a:extLst>
          </p:cNvPr>
          <p:cNvSpPr txBox="1"/>
          <p:nvPr/>
        </p:nvSpPr>
        <p:spPr>
          <a:xfrm>
            <a:off x="198624" y="94717"/>
            <a:ext cx="356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素材库页面（反白）</a:t>
            </a:r>
          </a:p>
        </p:txBody>
      </p:sp>
    </p:spTree>
    <p:extLst>
      <p:ext uri="{BB962C8B-B14F-4D97-AF65-F5344CB8AC3E}">
        <p14:creationId xmlns:p14="http://schemas.microsoft.com/office/powerpoint/2010/main" val="4013122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标牌&#10;&#10;描述已自动生成">
            <a:extLst>
              <a:ext uri="{FF2B5EF4-FFF2-40B4-BE49-F238E27FC236}">
                <a16:creationId xmlns:a16="http://schemas.microsoft.com/office/drawing/2014/main" id="{D09085A3-740B-5C4F-A937-101242C4D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91" y="2670808"/>
            <a:ext cx="3138714" cy="3138714"/>
          </a:xfrm>
          <a:prstGeom prst="rect">
            <a:avLst/>
          </a:prstGeom>
        </p:spPr>
      </p:pic>
      <p:pic>
        <p:nvPicPr>
          <p:cNvPr id="8" name="图片 7" descr="图片包含 物体&#10;&#10;描述已自动生成">
            <a:extLst>
              <a:ext uri="{FF2B5EF4-FFF2-40B4-BE49-F238E27FC236}">
                <a16:creationId xmlns:a16="http://schemas.microsoft.com/office/drawing/2014/main" id="{1D3A0786-89A9-5442-8B45-569BC597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8" y="5808133"/>
            <a:ext cx="2293789" cy="955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B2A243-793B-7942-B6D5-FB2A04D78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2660" y="5245499"/>
            <a:ext cx="4444205" cy="15262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7C9CD5C-6D14-AD47-A0F1-4311A03F0D41}"/>
              </a:ext>
            </a:extLst>
          </p:cNvPr>
          <p:cNvSpPr txBox="1"/>
          <p:nvPr/>
        </p:nvSpPr>
        <p:spPr>
          <a:xfrm>
            <a:off x="198624" y="94717"/>
            <a:ext cx="209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素材库页面</a:t>
            </a:r>
          </a:p>
        </p:txBody>
      </p:sp>
      <p:pic>
        <p:nvPicPr>
          <p:cNvPr id="11" name="图片 10" descr="图片包含 文字&#10;&#10;描述已自动生成">
            <a:extLst>
              <a:ext uri="{FF2B5EF4-FFF2-40B4-BE49-F238E27FC236}">
                <a16:creationId xmlns:a16="http://schemas.microsoft.com/office/drawing/2014/main" id="{040162A7-0F68-1040-8002-8C7B699A0C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797" t="27112" r="37478" b="6860"/>
          <a:stretch/>
        </p:blipFill>
        <p:spPr>
          <a:xfrm>
            <a:off x="4569341" y="2670808"/>
            <a:ext cx="3188099" cy="31387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8EDB8CE-9326-1143-B8C8-4A54066169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2476" y="2713378"/>
            <a:ext cx="2631017" cy="27829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1D4CE6F-4717-8849-A450-2C8EADC1D68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82667"/>
          <a:stretch/>
        </p:blipFill>
        <p:spPr>
          <a:xfrm>
            <a:off x="4751882" y="1519363"/>
            <a:ext cx="1344118" cy="10334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06E9F0-B430-7C46-B5ED-874648214F5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5368" r="11662"/>
          <a:stretch/>
        </p:blipFill>
        <p:spPr>
          <a:xfrm>
            <a:off x="6096000" y="1521863"/>
            <a:ext cx="5658788" cy="1033404"/>
          </a:xfrm>
          <a:prstGeom prst="rect">
            <a:avLst/>
          </a:prstGeom>
        </p:spPr>
      </p:pic>
      <p:pic>
        <p:nvPicPr>
          <p:cNvPr id="3" name="图片 2" descr="图片包含 物体&#10;&#10;描述已自动生成">
            <a:extLst>
              <a:ext uri="{FF2B5EF4-FFF2-40B4-BE49-F238E27FC236}">
                <a16:creationId xmlns:a16="http://schemas.microsoft.com/office/drawing/2014/main" id="{32F35431-ECB0-C945-B227-24100A1DF4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4390" y="5863695"/>
            <a:ext cx="68580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4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诸暨市人民医院">
      <a:dk1>
        <a:srgbClr val="000000"/>
      </a:dk1>
      <a:lt1>
        <a:srgbClr val="FFFFFF"/>
      </a:lt1>
      <a:dk2>
        <a:srgbClr val="42929C"/>
      </a:dk2>
      <a:lt2>
        <a:srgbClr val="EBEBEB"/>
      </a:lt2>
      <a:accent1>
        <a:srgbClr val="004142"/>
      </a:accent1>
      <a:accent2>
        <a:srgbClr val="3CA679"/>
      </a:accent2>
      <a:accent3>
        <a:srgbClr val="E79A00"/>
      </a:accent3>
      <a:accent4>
        <a:srgbClr val="BF1A00"/>
      </a:accent4>
      <a:accent5>
        <a:srgbClr val="573257"/>
      </a:accent5>
      <a:accent6>
        <a:srgbClr val="797979"/>
      </a:accent6>
      <a:hlink>
        <a:srgbClr val="004479"/>
      </a:hlink>
      <a:folHlink>
        <a:srgbClr val="7A4AA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8758</TotalTime>
  <Words>1827</Words>
  <Application>Microsoft Macintosh PowerPoint</Application>
  <PresentationFormat>宽屏</PresentationFormat>
  <Paragraphs>247</Paragraphs>
  <Slides>38</Slides>
  <Notes>15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等线</vt:lpstr>
      <vt:lpstr>Microsoft YaHei</vt:lpstr>
      <vt:lpstr>FontAwesome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例1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冯少为</dc:creator>
  <cp:lastModifiedBy>冯少为</cp:lastModifiedBy>
  <cp:revision>181</cp:revision>
  <dcterms:created xsi:type="dcterms:W3CDTF">2019-05-27T06:28:54Z</dcterms:created>
  <dcterms:modified xsi:type="dcterms:W3CDTF">2020-04-09T08:27:26Z</dcterms:modified>
</cp:coreProperties>
</file>