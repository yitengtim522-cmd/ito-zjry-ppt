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75" r:id="rId3"/>
    <p:sldId id="297" r:id="rId4"/>
    <p:sldId id="296" r:id="rId5"/>
    <p:sldId id="26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929D"/>
    <a:srgbClr val="007879"/>
    <a:srgbClr val="004242"/>
    <a:srgbClr val="4078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22"/>
    <p:restoredTop sz="94555"/>
  </p:normalViewPr>
  <p:slideViewPr>
    <p:cSldViewPr snapToGrid="0" snapToObjects="1">
      <p:cViewPr varScale="1">
        <p:scale>
          <a:sx n="89" d="100"/>
          <a:sy n="89" d="100"/>
        </p:scale>
        <p:origin x="10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57E0E-A535-E644-B4E1-8C68A8B4604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334FE-11E2-C146-9618-71B4D8A76F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8209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4038601" y="5735637"/>
            <a:ext cx="4114800" cy="473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zh-CN" altLang="en-US" dirty="0"/>
              <a:t>单击此处编辑制作人落款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（带绶带页码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8209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4038601" y="5735637"/>
            <a:ext cx="4114800" cy="473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zh-CN" altLang="en-US" dirty="0"/>
              <a:t>单击此处编辑制作人落款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10325100" y="6257940"/>
            <a:ext cx="2641600" cy="584200"/>
          </a:xfrm>
          <a:prstGeom prst="rect">
            <a:avLst/>
          </a:prstGeom>
        </p:spPr>
      </p:pic>
      <p:sp>
        <p:nvSpPr>
          <p:cNvPr id="13" name="日期占位符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9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和内容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0"/>
            <a:ext cx="2641600" cy="584200"/>
          </a:xfrm>
          <a:prstGeom prst="rect">
            <a:avLst/>
          </a:prstGeom>
        </p:spPr>
      </p:pic>
      <p:sp>
        <p:nvSpPr>
          <p:cNvPr id="12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2"/>
            <a:ext cx="2641600" cy="584200"/>
          </a:xfrm>
          <a:prstGeom prst="rect">
            <a:avLst/>
          </a:prstGeom>
        </p:spPr>
      </p:pic>
      <p:sp>
        <p:nvSpPr>
          <p:cNvPr id="13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1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4"/>
            <a:ext cx="2641600" cy="584200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0"/>
            <a:ext cx="2641600" cy="584200"/>
          </a:xfrm>
          <a:prstGeom prst="rect">
            <a:avLst/>
          </a:prstGeom>
        </p:spPr>
      </p:pic>
      <p:sp>
        <p:nvSpPr>
          <p:cNvPr id="16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海报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560513" y="1687513"/>
            <a:ext cx="9553575" cy="3389312"/>
          </a:xfrm>
          <a:effectLst>
            <a:outerShdw blurRad="114300" dist="1778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88686" y="5687801"/>
            <a:ext cx="2438400" cy="10027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alphaModFix amt="68000"/>
          </a:blip>
          <a:stretch>
            <a:fillRect/>
          </a:stretch>
        </p:blipFill>
        <p:spPr>
          <a:xfrm>
            <a:off x="8890405" y="5654629"/>
            <a:ext cx="3112909" cy="106905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762427" y="407988"/>
            <a:ext cx="2653126" cy="57364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海报页面标题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海报栏（全空白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560513" y="1687513"/>
            <a:ext cx="9553575" cy="3389312"/>
          </a:xfrm>
          <a:effectLst>
            <a:outerShdw blurRad="114300" dist="1778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海报栏（带绶带页码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560513" y="1687513"/>
            <a:ext cx="9553575" cy="3389312"/>
          </a:xfrm>
          <a:effectLst>
            <a:outerShdw blurRad="114300" dist="1778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88686" y="5687801"/>
            <a:ext cx="2438400" cy="10027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alphaModFix amt="68000"/>
          </a:blip>
          <a:stretch>
            <a:fillRect/>
          </a:stretch>
        </p:blipFill>
        <p:spPr>
          <a:xfrm>
            <a:off x="8890405" y="5654629"/>
            <a:ext cx="3112909" cy="10690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51899" y="242428"/>
            <a:ext cx="3943901" cy="872209"/>
          </a:xfrm>
          <a:prstGeom prst="rect">
            <a:avLst/>
          </a:prstGeom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762427" y="407988"/>
            <a:ext cx="2653126" cy="57364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海报页面标题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77502" y="2046323"/>
            <a:ext cx="2641600" cy="584200"/>
          </a:xfrm>
          <a:prstGeom prst="rect">
            <a:avLst/>
          </a:prstGeom>
        </p:spPr>
      </p:pic>
      <p:sp>
        <p:nvSpPr>
          <p:cNvPr id="11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320799"/>
            <a:ext cx="3932237" cy="2108201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1659467"/>
            <a:ext cx="6172200" cy="4201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2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320799"/>
            <a:ext cx="3932237" cy="2108201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1659467"/>
            <a:ext cx="6172200" cy="4201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0"/>
            <a:ext cx="2641600" cy="584200"/>
          </a:xfrm>
          <a:prstGeom prst="rect">
            <a:avLst/>
          </a:prstGeom>
        </p:spPr>
      </p:pic>
      <p:sp>
        <p:nvSpPr>
          <p:cNvPr id="15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727200"/>
            <a:ext cx="3932237" cy="17018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1727200"/>
            <a:ext cx="6172200" cy="413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2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727200"/>
            <a:ext cx="3932237" cy="17018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1727200"/>
            <a:ext cx="6172200" cy="413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1"/>
            <a:ext cx="2641600" cy="584200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9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19"/>
            <a:ext cx="2641600" cy="584200"/>
          </a:xfrm>
          <a:prstGeom prst="rect">
            <a:avLst/>
          </a:prstGeom>
        </p:spPr>
      </p:pic>
      <p:sp>
        <p:nvSpPr>
          <p:cNvPr id="13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1811867"/>
            <a:ext cx="2628900" cy="4365096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11867"/>
            <a:ext cx="7734300" cy="4365096"/>
          </a:xfrm>
        </p:spPr>
        <p:txBody>
          <a:bodyPr vert="eaVert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1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1811867"/>
            <a:ext cx="2628900" cy="4365096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11867"/>
            <a:ext cx="7734300" cy="4365096"/>
          </a:xfrm>
        </p:spPr>
        <p:txBody>
          <a:bodyPr vert="eaVert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图片包含 物体&#10;&#10;描述已自动生成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19"/>
            <a:ext cx="2641600" cy="584200"/>
          </a:xfrm>
          <a:prstGeom prst="rect">
            <a:avLst/>
          </a:prstGeom>
        </p:spPr>
      </p:pic>
      <p:sp>
        <p:nvSpPr>
          <p:cNvPr id="13" name="灯片编号占位符 5"/>
          <p:cNvSpPr txBox="1"/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b="0" i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感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79832" y="600401"/>
            <a:ext cx="5155486" cy="1701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单击此处编辑感谢标题</a:t>
            </a:r>
            <a:endParaRPr kumimoji="1"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33500" y="4243347"/>
            <a:ext cx="5334000" cy="1701801"/>
          </a:xfrm>
          <a:effectLst>
            <a:outerShdw blurRad="63500" dist="1016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249423" y="4243347"/>
            <a:ext cx="3932237" cy="17151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单击此处编辑感谢标语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 descr="图片包含 物体&#10;&#10;描述已自动生成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感谢（带绶带页码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79832" y="600401"/>
            <a:ext cx="5155486" cy="1701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单击此处编辑感谢标题</a:t>
            </a:r>
            <a:endParaRPr kumimoji="1"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33500" y="4243347"/>
            <a:ext cx="5334000" cy="1701801"/>
          </a:xfrm>
          <a:effectLst>
            <a:outerShdw blurRad="63500" dist="1016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249423" y="4243347"/>
            <a:ext cx="3932237" cy="1715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单击此处编辑感谢标语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 descr="图片包含 物体&#10;&#10;描述已自动生成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10325100" y="4847651"/>
            <a:ext cx="2641600" cy="584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3.png"/><Relationship Id="rId28" Type="http://schemas.openxmlformats.org/officeDocument/2006/relationships/image" Target="../media/image12.png"/><Relationship Id="rId27" Type="http://schemas.openxmlformats.org/officeDocument/2006/relationships/image" Target="../media/image11.png"/><Relationship Id="rId26" Type="http://schemas.openxmlformats.org/officeDocument/2006/relationships/image" Target="../media/image10.jpeg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717802" y="167809"/>
            <a:ext cx="3838672" cy="7281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2002221"/>
            <a:ext cx="10515600" cy="4174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C70E-A5A8-084B-8965-C8AD0FB92D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96FC1-23CB-674C-A941-B438FB0F41D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9537538" y="252502"/>
            <a:ext cx="2654461" cy="493467"/>
            <a:chOff x="8941006" y="257540"/>
            <a:chExt cx="3276393" cy="600010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27"/>
            <a:srcRect l="48056" t="15635"/>
            <a:stretch>
              <a:fillRect/>
            </a:stretch>
          </p:blipFill>
          <p:spPr>
            <a:xfrm>
              <a:off x="9523625" y="257540"/>
              <a:ext cx="2517003" cy="42062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28"/>
            <a:stretch>
              <a:fillRect/>
            </a:stretch>
          </p:blipFill>
          <p:spPr>
            <a:xfrm>
              <a:off x="8941006" y="287441"/>
              <a:ext cx="533192" cy="533192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9"/>
            <a:stretch>
              <a:fillRect/>
            </a:stretch>
          </p:blipFill>
          <p:spPr>
            <a:xfrm>
              <a:off x="9474198" y="715941"/>
              <a:ext cx="2743201" cy="141609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0424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0424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424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424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424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_可编辑"/>
          <p:cNvSpPr>
            <a:spLocks noGrp="1"/>
          </p:cNvSpPr>
          <p:nvPr/>
        </p:nvSpPr>
        <p:spPr>
          <a:xfrm>
            <a:off x="2762250" y="2286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医院模板复用测试</a:t>
            </a:r>
            <a:endParaRPr sz="3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正文_一级"/>
          <p:cNvSpPr>
            <a:spLocks noGrp="1"/>
          </p:cNvSpPr>
          <p:nvPr/>
        </p:nvSpPr>
        <p:spPr>
          <a:xfrm>
            <a:off x="952500" y="18097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护理教学与仿真训练</a:t>
            </a:r>
            <a:r>
              <a:rPr lang="zh-CN" altLang="en-US"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（复用测试）</a:t>
            </a:r>
            <a:endParaRPr lang="zh-CN" altLang="en-US" sz="2800" b="1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正文_说明"/>
          <p:cNvSpPr>
            <a:spLocks noGrp="1"/>
          </p:cNvSpPr>
          <p:nvPr/>
        </p:nvSpPr>
        <p:spPr>
          <a:xfrm>
            <a:off x="952500" y="2714625"/>
            <a:ext cx="10001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沿用医院白底正文版式，保留院徽、心电线与页码。</a:t>
            </a:r>
            <a:endParaRPr sz="2400" b="0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正文_长文本"/>
          <p:cNvSpPr>
            <a:spLocks noGrp="1"/>
          </p:cNvSpPr>
          <p:nvPr/>
        </p:nvSpPr>
        <p:spPr>
          <a:xfrm>
            <a:off x="952500" y="3952875"/>
            <a:ext cx="99060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通过情境演练、操作练习与复盘讨论，帮助学习者理解工作流程，并在团队协作中完成训练任务。</a:t>
            </a:r>
            <a:endParaRPr sz="2400" b="0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复用_医师"/>
          <p:cNvGrpSpPr/>
          <p:nvPr/>
        </p:nvGrpSpPr>
        <p:grpSpPr>
          <a:xfrm>
            <a:off x="1948490" y="2428875"/>
            <a:ext cx="1246520" cy="1524000"/>
            <a:chOff x="4106863" y="2003425"/>
            <a:chExt cx="927100" cy="1133476"/>
          </a:xfrm>
          <a:solidFill>
            <a:srgbClr val="42929D"/>
          </a:solidFill>
        </p:grpSpPr>
        <p:sp>
          <p:nvSpPr>
            <p:cNvPr id="3" name="Freeform 5"/>
            <p:cNvSpPr>
              <a:spLocks noEditPoints="1"/>
            </p:cNvSpPr>
            <p:nvPr/>
          </p:nvSpPr>
          <p:spPr bwMode="auto">
            <a:xfrm>
              <a:off x="4106863" y="2484438"/>
              <a:ext cx="927100" cy="652463"/>
            </a:xfrm>
            <a:custGeom>
              <a:avLst/>
              <a:gdLst/>
              <a:ahLst/>
              <a:cxnLst>
                <a:cxn ang="0">
                  <a:pos x="20" y="172"/>
                </a:cxn>
                <a:cxn ang="0">
                  <a:pos x="224" y="172"/>
                </a:cxn>
                <a:cxn ang="0">
                  <a:pos x="244" y="153"/>
                </a:cxn>
                <a:cxn ang="0">
                  <a:pos x="244" y="20"/>
                </a:cxn>
                <a:cxn ang="0">
                  <a:pos x="224" y="0"/>
                </a:cxn>
                <a:cxn ang="0">
                  <a:pos x="195" y="0"/>
                </a:cxn>
                <a:cxn ang="0">
                  <a:pos x="195" y="40"/>
                </a:cxn>
                <a:cxn ang="0">
                  <a:pos x="215" y="66"/>
                </a:cxn>
                <a:cxn ang="0">
                  <a:pos x="215" y="88"/>
                </a:cxn>
                <a:cxn ang="0">
                  <a:pos x="199" y="88"/>
                </a:cxn>
                <a:cxn ang="0">
                  <a:pos x="199" y="66"/>
                </a:cxn>
                <a:cxn ang="0">
                  <a:pos x="187" y="54"/>
                </a:cxn>
                <a:cxn ang="0">
                  <a:pos x="175" y="66"/>
                </a:cxn>
                <a:cxn ang="0">
                  <a:pos x="175" y="88"/>
                </a:cxn>
                <a:cxn ang="0">
                  <a:pos x="159" y="88"/>
                </a:cxn>
                <a:cxn ang="0">
                  <a:pos x="159" y="66"/>
                </a:cxn>
                <a:cxn ang="0">
                  <a:pos x="179" y="40"/>
                </a:cxn>
                <a:cxn ang="0">
                  <a:pos x="179" y="1"/>
                </a:cxn>
                <a:cxn ang="0">
                  <a:pos x="122" y="25"/>
                </a:cxn>
                <a:cxn ang="0">
                  <a:pos x="67" y="3"/>
                </a:cxn>
                <a:cxn ang="0">
                  <a:pos x="67" y="46"/>
                </a:cxn>
                <a:cxn ang="0">
                  <a:pos x="85" y="70"/>
                </a:cxn>
                <a:cxn ang="0">
                  <a:pos x="59" y="96"/>
                </a:cxn>
                <a:cxn ang="0">
                  <a:pos x="33" y="70"/>
                </a:cxn>
                <a:cxn ang="0">
                  <a:pos x="51" y="46"/>
                </a:cxn>
                <a:cxn ang="0">
                  <a:pos x="51" y="0"/>
                </a:cxn>
                <a:cxn ang="0">
                  <a:pos x="20" y="0"/>
                </a:cxn>
                <a:cxn ang="0">
                  <a:pos x="0" y="20"/>
                </a:cxn>
                <a:cxn ang="0">
                  <a:pos x="0" y="153"/>
                </a:cxn>
                <a:cxn ang="0">
                  <a:pos x="20" y="172"/>
                </a:cxn>
                <a:cxn ang="0">
                  <a:pos x="20" y="172"/>
                </a:cxn>
                <a:cxn ang="0">
                  <a:pos x="20" y="172"/>
                </a:cxn>
              </a:cxnLst>
              <a:rect l="0" t="0" r="r" b="b"/>
              <a:pathLst>
                <a:path w="244" h="172">
                  <a:moveTo>
                    <a:pt x="20" y="172"/>
                  </a:moveTo>
                  <a:cubicBezTo>
                    <a:pt x="224" y="172"/>
                    <a:pt x="224" y="172"/>
                    <a:pt x="224" y="172"/>
                  </a:cubicBezTo>
                  <a:cubicBezTo>
                    <a:pt x="235" y="172"/>
                    <a:pt x="244" y="163"/>
                    <a:pt x="244" y="153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4" y="9"/>
                    <a:pt x="235" y="0"/>
                    <a:pt x="224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206" y="43"/>
                    <a:pt x="215" y="54"/>
                    <a:pt x="215" y="66"/>
                  </a:cubicBezTo>
                  <a:cubicBezTo>
                    <a:pt x="215" y="88"/>
                    <a:pt x="215" y="88"/>
                    <a:pt x="215" y="88"/>
                  </a:cubicBezTo>
                  <a:cubicBezTo>
                    <a:pt x="199" y="88"/>
                    <a:pt x="199" y="88"/>
                    <a:pt x="199" y="88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0"/>
                    <a:pt x="193" y="54"/>
                    <a:pt x="187" y="54"/>
                  </a:cubicBezTo>
                  <a:cubicBezTo>
                    <a:pt x="180" y="54"/>
                    <a:pt x="175" y="60"/>
                    <a:pt x="175" y="66"/>
                  </a:cubicBezTo>
                  <a:cubicBezTo>
                    <a:pt x="175" y="88"/>
                    <a:pt x="175" y="88"/>
                    <a:pt x="175" y="88"/>
                  </a:cubicBezTo>
                  <a:cubicBezTo>
                    <a:pt x="159" y="88"/>
                    <a:pt x="159" y="88"/>
                    <a:pt x="159" y="88"/>
                  </a:cubicBezTo>
                  <a:cubicBezTo>
                    <a:pt x="159" y="66"/>
                    <a:pt x="159" y="66"/>
                    <a:pt x="159" y="66"/>
                  </a:cubicBezTo>
                  <a:cubicBezTo>
                    <a:pt x="159" y="54"/>
                    <a:pt x="167" y="43"/>
                    <a:pt x="179" y="4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64" y="16"/>
                    <a:pt x="144" y="25"/>
                    <a:pt x="122" y="25"/>
                  </a:cubicBezTo>
                  <a:cubicBezTo>
                    <a:pt x="100" y="25"/>
                    <a:pt x="81" y="17"/>
                    <a:pt x="67" y="3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77" y="49"/>
                    <a:pt x="85" y="59"/>
                    <a:pt x="85" y="70"/>
                  </a:cubicBezTo>
                  <a:cubicBezTo>
                    <a:pt x="85" y="85"/>
                    <a:pt x="73" y="96"/>
                    <a:pt x="59" y="96"/>
                  </a:cubicBezTo>
                  <a:cubicBezTo>
                    <a:pt x="44" y="96"/>
                    <a:pt x="33" y="85"/>
                    <a:pt x="33" y="70"/>
                  </a:cubicBezTo>
                  <a:cubicBezTo>
                    <a:pt x="33" y="59"/>
                    <a:pt x="40" y="49"/>
                    <a:pt x="51" y="4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63"/>
                    <a:pt x="9" y="172"/>
                    <a:pt x="20" y="172"/>
                  </a:cubicBezTo>
                  <a:close/>
                  <a:moveTo>
                    <a:pt x="20" y="172"/>
                  </a:moveTo>
                  <a:cubicBezTo>
                    <a:pt x="20" y="172"/>
                    <a:pt x="20" y="172"/>
                    <a:pt x="20" y="17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4" name="Freeform 6"/>
            <p:cNvSpPr>
              <a:spLocks noEditPoints="1"/>
            </p:cNvSpPr>
            <p:nvPr/>
          </p:nvSpPr>
          <p:spPr bwMode="auto">
            <a:xfrm>
              <a:off x="4300538" y="2003425"/>
              <a:ext cx="539750" cy="538163"/>
            </a:xfrm>
            <a:custGeom>
              <a:avLst/>
              <a:gdLst/>
              <a:ahLst/>
              <a:cxnLst>
                <a:cxn ang="0">
                  <a:pos x="22" y="123"/>
                </a:cxn>
                <a:cxn ang="0">
                  <a:pos x="27" y="127"/>
                </a:cxn>
                <a:cxn ang="0">
                  <a:pos x="71" y="142"/>
                </a:cxn>
                <a:cxn ang="0">
                  <a:pos x="114" y="127"/>
                </a:cxn>
                <a:cxn ang="0">
                  <a:pos x="120" y="123"/>
                </a:cxn>
                <a:cxn ang="0">
                  <a:pos x="124" y="118"/>
                </a:cxn>
                <a:cxn ang="0">
                  <a:pos x="142" y="71"/>
                </a:cxn>
                <a:cxn ang="0">
                  <a:pos x="71" y="0"/>
                </a:cxn>
                <a:cxn ang="0">
                  <a:pos x="0" y="71"/>
                </a:cxn>
                <a:cxn ang="0">
                  <a:pos x="17" y="118"/>
                </a:cxn>
                <a:cxn ang="0">
                  <a:pos x="22" y="123"/>
                </a:cxn>
                <a:cxn ang="0">
                  <a:pos x="22" y="123"/>
                </a:cxn>
                <a:cxn ang="0">
                  <a:pos x="22" y="123"/>
                </a:cxn>
              </a:cxnLst>
              <a:rect l="0" t="0" r="r" b="b"/>
              <a:pathLst>
                <a:path w="142" h="142">
                  <a:moveTo>
                    <a:pt x="22" y="123"/>
                  </a:moveTo>
                  <a:cubicBezTo>
                    <a:pt x="24" y="124"/>
                    <a:pt x="25" y="126"/>
                    <a:pt x="27" y="127"/>
                  </a:cubicBezTo>
                  <a:cubicBezTo>
                    <a:pt x="39" y="137"/>
                    <a:pt x="54" y="142"/>
                    <a:pt x="71" y="142"/>
                  </a:cubicBezTo>
                  <a:cubicBezTo>
                    <a:pt x="87" y="142"/>
                    <a:pt x="102" y="137"/>
                    <a:pt x="114" y="127"/>
                  </a:cubicBezTo>
                  <a:cubicBezTo>
                    <a:pt x="116" y="126"/>
                    <a:pt x="118" y="124"/>
                    <a:pt x="120" y="123"/>
                  </a:cubicBezTo>
                  <a:cubicBezTo>
                    <a:pt x="121" y="121"/>
                    <a:pt x="123" y="120"/>
                    <a:pt x="124" y="118"/>
                  </a:cubicBezTo>
                  <a:cubicBezTo>
                    <a:pt x="135" y="105"/>
                    <a:pt x="142" y="89"/>
                    <a:pt x="142" y="71"/>
                  </a:cubicBezTo>
                  <a:cubicBezTo>
                    <a:pt x="142" y="32"/>
                    <a:pt x="110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89"/>
                    <a:pt x="6" y="105"/>
                    <a:pt x="17" y="118"/>
                  </a:cubicBezTo>
                  <a:cubicBezTo>
                    <a:pt x="19" y="120"/>
                    <a:pt x="20" y="121"/>
                    <a:pt x="22" y="123"/>
                  </a:cubicBezTo>
                  <a:close/>
                  <a:moveTo>
                    <a:pt x="22" y="123"/>
                  </a:moveTo>
                  <a:cubicBezTo>
                    <a:pt x="22" y="123"/>
                    <a:pt x="22" y="123"/>
                    <a:pt x="22" y="12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5" name="Freeform 7"/>
            <p:cNvSpPr>
              <a:spLocks noEditPoints="1"/>
            </p:cNvSpPr>
            <p:nvPr/>
          </p:nvSpPr>
          <p:spPr bwMode="auto">
            <a:xfrm>
              <a:off x="4292601" y="2711450"/>
              <a:ext cx="76200" cy="7620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16" y="3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cubicBezTo>
                    <a:pt x="0" y="16"/>
                    <a:pt x="4" y="20"/>
                    <a:pt x="10" y="20"/>
                  </a:cubicBezTo>
                  <a:cubicBezTo>
                    <a:pt x="15" y="20"/>
                    <a:pt x="20" y="16"/>
                    <a:pt x="20" y="10"/>
                  </a:cubicBezTo>
                  <a:cubicBezTo>
                    <a:pt x="20" y="7"/>
                    <a:pt x="18" y="5"/>
                    <a:pt x="16" y="3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7" y="0"/>
                    <a:pt x="5" y="1"/>
                    <a:pt x="3" y="3"/>
                  </a:cubicBezTo>
                  <a:cubicBezTo>
                    <a:pt x="1" y="5"/>
                    <a:pt x="0" y="7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grpSp>
        <p:nvGrpSpPr>
          <p:cNvPr id="6" name="复用_护理"/>
          <p:cNvGrpSpPr/>
          <p:nvPr/>
        </p:nvGrpSpPr>
        <p:grpSpPr>
          <a:xfrm>
            <a:off x="5048250" y="2432803"/>
            <a:ext cx="1524000" cy="1516144"/>
            <a:chOff x="4265613" y="2273301"/>
            <a:chExt cx="615950" cy="612775"/>
          </a:xfrm>
          <a:solidFill>
            <a:srgbClr val="42929D"/>
          </a:solidFill>
        </p:grpSpPr>
        <p:sp>
          <p:nvSpPr>
            <p:cNvPr id="7" name="Freeform 11"/>
            <p:cNvSpPr>
              <a:spLocks noEditPoints="1"/>
            </p:cNvSpPr>
            <p:nvPr/>
          </p:nvSpPr>
          <p:spPr bwMode="auto">
            <a:xfrm>
              <a:off x="4265613" y="2273301"/>
              <a:ext cx="615950" cy="612775"/>
            </a:xfrm>
            <a:custGeom>
              <a:avLst/>
              <a:gdLst/>
              <a:ahLst/>
              <a:cxnLst>
                <a:cxn ang="0">
                  <a:pos x="147" y="135"/>
                </a:cxn>
                <a:cxn ang="0">
                  <a:pos x="120" y="125"/>
                </a:cxn>
                <a:cxn ang="0">
                  <a:pos x="113" y="120"/>
                </a:cxn>
                <a:cxn ang="0">
                  <a:pos x="110" y="119"/>
                </a:cxn>
                <a:cxn ang="0">
                  <a:pos x="103" y="114"/>
                </a:cxn>
                <a:cxn ang="0">
                  <a:pos x="102" y="100"/>
                </a:cxn>
                <a:cxn ang="0">
                  <a:pos x="106" y="96"/>
                </a:cxn>
                <a:cxn ang="0">
                  <a:pos x="127" y="90"/>
                </a:cxn>
                <a:cxn ang="0">
                  <a:pos x="130" y="85"/>
                </a:cxn>
                <a:cxn ang="0">
                  <a:pos x="118" y="50"/>
                </a:cxn>
                <a:cxn ang="0">
                  <a:pos x="119" y="49"/>
                </a:cxn>
                <a:cxn ang="0">
                  <a:pos x="124" y="13"/>
                </a:cxn>
                <a:cxn ang="0">
                  <a:pos x="122" y="10"/>
                </a:cxn>
                <a:cxn ang="0">
                  <a:pos x="80" y="0"/>
                </a:cxn>
                <a:cxn ang="0">
                  <a:pos x="78" y="0"/>
                </a:cxn>
                <a:cxn ang="0">
                  <a:pos x="36" y="10"/>
                </a:cxn>
                <a:cxn ang="0">
                  <a:pos x="34" y="13"/>
                </a:cxn>
                <a:cxn ang="0">
                  <a:pos x="39" y="49"/>
                </a:cxn>
                <a:cxn ang="0">
                  <a:pos x="40" y="51"/>
                </a:cxn>
                <a:cxn ang="0">
                  <a:pos x="39" y="53"/>
                </a:cxn>
                <a:cxn ang="0">
                  <a:pos x="31" y="85"/>
                </a:cxn>
                <a:cxn ang="0">
                  <a:pos x="34" y="90"/>
                </a:cxn>
                <a:cxn ang="0">
                  <a:pos x="55" y="96"/>
                </a:cxn>
                <a:cxn ang="0">
                  <a:pos x="59" y="100"/>
                </a:cxn>
                <a:cxn ang="0">
                  <a:pos x="58" y="114"/>
                </a:cxn>
                <a:cxn ang="0">
                  <a:pos x="51" y="119"/>
                </a:cxn>
                <a:cxn ang="0">
                  <a:pos x="48" y="120"/>
                </a:cxn>
                <a:cxn ang="0">
                  <a:pos x="41" y="125"/>
                </a:cxn>
                <a:cxn ang="0">
                  <a:pos x="14" y="135"/>
                </a:cxn>
                <a:cxn ang="0">
                  <a:pos x="3" y="160"/>
                </a:cxn>
                <a:cxn ang="0">
                  <a:pos x="158" y="160"/>
                </a:cxn>
                <a:cxn ang="0">
                  <a:pos x="147" y="135"/>
                </a:cxn>
                <a:cxn ang="0">
                  <a:pos x="79" y="5"/>
                </a:cxn>
                <a:cxn ang="0">
                  <a:pos x="118" y="15"/>
                </a:cxn>
                <a:cxn ang="0">
                  <a:pos x="114" y="46"/>
                </a:cxn>
                <a:cxn ang="0">
                  <a:pos x="44" y="46"/>
                </a:cxn>
                <a:cxn ang="0">
                  <a:pos x="40" y="15"/>
                </a:cxn>
                <a:cxn ang="0">
                  <a:pos x="79" y="5"/>
                </a:cxn>
                <a:cxn ang="0">
                  <a:pos x="79" y="5"/>
                </a:cxn>
                <a:cxn ang="0">
                  <a:pos x="79" y="5"/>
                </a:cxn>
              </a:cxnLst>
              <a:rect l="0" t="0" r="r" b="b"/>
              <a:pathLst>
                <a:path w="161" h="160">
                  <a:moveTo>
                    <a:pt x="147" y="135"/>
                  </a:moveTo>
                  <a:cubicBezTo>
                    <a:pt x="138" y="132"/>
                    <a:pt x="129" y="128"/>
                    <a:pt x="120" y="125"/>
                  </a:cubicBezTo>
                  <a:cubicBezTo>
                    <a:pt x="117" y="124"/>
                    <a:pt x="116" y="122"/>
                    <a:pt x="113" y="120"/>
                  </a:cubicBezTo>
                  <a:cubicBezTo>
                    <a:pt x="112" y="120"/>
                    <a:pt x="111" y="119"/>
                    <a:pt x="110" y="119"/>
                  </a:cubicBezTo>
                  <a:cubicBezTo>
                    <a:pt x="106" y="118"/>
                    <a:pt x="104" y="117"/>
                    <a:pt x="103" y="114"/>
                  </a:cubicBezTo>
                  <a:cubicBezTo>
                    <a:pt x="102" y="109"/>
                    <a:pt x="101" y="104"/>
                    <a:pt x="102" y="100"/>
                  </a:cubicBezTo>
                  <a:cubicBezTo>
                    <a:pt x="102" y="98"/>
                    <a:pt x="103" y="96"/>
                    <a:pt x="106" y="96"/>
                  </a:cubicBezTo>
                  <a:cubicBezTo>
                    <a:pt x="110" y="94"/>
                    <a:pt x="122" y="92"/>
                    <a:pt x="127" y="90"/>
                  </a:cubicBezTo>
                  <a:cubicBezTo>
                    <a:pt x="131" y="89"/>
                    <a:pt x="131" y="88"/>
                    <a:pt x="130" y="85"/>
                  </a:cubicBezTo>
                  <a:cubicBezTo>
                    <a:pt x="127" y="77"/>
                    <a:pt x="123" y="62"/>
                    <a:pt x="118" y="50"/>
                  </a:cubicBezTo>
                  <a:cubicBezTo>
                    <a:pt x="119" y="50"/>
                    <a:pt x="119" y="50"/>
                    <a:pt x="119" y="49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4" y="12"/>
                    <a:pt x="123" y="10"/>
                    <a:pt x="122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4" y="12"/>
                    <a:pt x="34" y="13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50"/>
                    <a:pt x="39" y="50"/>
                    <a:pt x="40" y="51"/>
                  </a:cubicBezTo>
                  <a:cubicBezTo>
                    <a:pt x="40" y="52"/>
                    <a:pt x="39" y="53"/>
                    <a:pt x="39" y="53"/>
                  </a:cubicBezTo>
                  <a:cubicBezTo>
                    <a:pt x="38" y="64"/>
                    <a:pt x="35" y="75"/>
                    <a:pt x="31" y="85"/>
                  </a:cubicBezTo>
                  <a:cubicBezTo>
                    <a:pt x="30" y="88"/>
                    <a:pt x="30" y="89"/>
                    <a:pt x="34" y="90"/>
                  </a:cubicBezTo>
                  <a:cubicBezTo>
                    <a:pt x="38" y="92"/>
                    <a:pt x="51" y="94"/>
                    <a:pt x="55" y="96"/>
                  </a:cubicBezTo>
                  <a:cubicBezTo>
                    <a:pt x="58" y="96"/>
                    <a:pt x="59" y="98"/>
                    <a:pt x="59" y="100"/>
                  </a:cubicBezTo>
                  <a:cubicBezTo>
                    <a:pt x="60" y="104"/>
                    <a:pt x="59" y="109"/>
                    <a:pt x="58" y="114"/>
                  </a:cubicBezTo>
                  <a:cubicBezTo>
                    <a:pt x="57" y="117"/>
                    <a:pt x="55" y="118"/>
                    <a:pt x="51" y="119"/>
                  </a:cubicBezTo>
                  <a:cubicBezTo>
                    <a:pt x="50" y="119"/>
                    <a:pt x="49" y="120"/>
                    <a:pt x="48" y="120"/>
                  </a:cubicBezTo>
                  <a:cubicBezTo>
                    <a:pt x="45" y="122"/>
                    <a:pt x="44" y="124"/>
                    <a:pt x="41" y="125"/>
                  </a:cubicBezTo>
                  <a:cubicBezTo>
                    <a:pt x="32" y="128"/>
                    <a:pt x="23" y="132"/>
                    <a:pt x="14" y="135"/>
                  </a:cubicBezTo>
                  <a:cubicBezTo>
                    <a:pt x="0" y="139"/>
                    <a:pt x="5" y="147"/>
                    <a:pt x="3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6" y="147"/>
                    <a:pt x="161" y="139"/>
                    <a:pt x="147" y="135"/>
                  </a:cubicBezTo>
                  <a:close/>
                  <a:moveTo>
                    <a:pt x="79" y="5"/>
                  </a:moveTo>
                  <a:cubicBezTo>
                    <a:pt x="118" y="15"/>
                    <a:pt x="118" y="15"/>
                    <a:pt x="118" y="1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0" y="15"/>
                    <a:pt x="40" y="15"/>
                    <a:pt x="40" y="15"/>
                  </a:cubicBezTo>
                  <a:lnTo>
                    <a:pt x="79" y="5"/>
                  </a:lnTo>
                  <a:close/>
                  <a:moveTo>
                    <a:pt x="79" y="5"/>
                  </a:moveTo>
                  <a:cubicBezTo>
                    <a:pt x="79" y="5"/>
                    <a:pt x="79" y="5"/>
                    <a:pt x="79" y="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8" name="Freeform 12"/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close/>
                  <a:moveTo>
                    <a:pt x="22" y="60"/>
                  </a:moveTo>
                  <a:lnTo>
                    <a:pt x="22" y="6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moveTo>
                    <a:pt x="22" y="60"/>
                  </a:moveTo>
                  <a:lnTo>
                    <a:pt x="22" y="6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grpSp>
        <p:nvGrpSpPr>
          <p:cNvPr id="10" name="复用_记录"/>
          <p:cNvGrpSpPr/>
          <p:nvPr/>
        </p:nvGrpSpPr>
        <p:grpSpPr>
          <a:xfrm>
            <a:off x="8685691" y="2428875"/>
            <a:ext cx="1107119" cy="1524000"/>
            <a:chOff x="3291055" y="1604118"/>
            <a:chExt cx="552452" cy="760475"/>
          </a:xfrm>
          <a:solidFill>
            <a:srgbClr val="42929D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3291055" y="1604118"/>
              <a:ext cx="552452" cy="760475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3"/>
                </a:cxn>
                <a:cxn ang="0">
                  <a:pos x="43" y="13"/>
                </a:cxn>
                <a:cxn ang="0">
                  <a:pos x="44" y="9"/>
                </a:cxn>
                <a:cxn ang="0">
                  <a:pos x="36" y="0"/>
                </a:cxn>
                <a:cxn ang="0">
                  <a:pos x="27" y="9"/>
                </a:cxn>
                <a:cxn ang="0">
                  <a:pos x="28" y="13"/>
                </a:cxn>
                <a:cxn ang="0">
                  <a:pos x="22" y="13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5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5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1" y="9"/>
                </a:cxn>
                <a:cxn ang="0">
                  <a:pos x="36" y="3"/>
                </a:cxn>
                <a:cxn ang="0">
                  <a:pos x="41" y="9"/>
                </a:cxn>
                <a:cxn ang="0">
                  <a:pos x="39" y="13"/>
                </a:cxn>
                <a:cxn ang="0">
                  <a:pos x="32" y="13"/>
                </a:cxn>
                <a:cxn ang="0">
                  <a:pos x="31" y="9"/>
                </a:cxn>
                <a:cxn ang="0">
                  <a:pos x="66" y="91"/>
                </a:cxn>
                <a:cxn ang="0">
                  <a:pos x="61" y="95"/>
                </a:cxn>
                <a:cxn ang="0">
                  <a:pos x="11" y="95"/>
                </a:cxn>
                <a:cxn ang="0">
                  <a:pos x="7" y="91"/>
                </a:cxn>
                <a:cxn ang="0">
                  <a:pos x="7" y="31"/>
                </a:cxn>
                <a:cxn ang="0">
                  <a:pos x="11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1" y="26"/>
                </a:cxn>
                <a:cxn ang="0">
                  <a:pos x="66" y="31"/>
                </a:cxn>
                <a:cxn ang="0">
                  <a:pos x="66" y="91"/>
                </a:cxn>
                <a:cxn ang="0">
                  <a:pos x="66" y="91"/>
                </a:cxn>
                <a:cxn ang="0">
                  <a:pos x="66" y="91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5"/>
                    <a:pt x="53" y="13"/>
                    <a:pt x="51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1"/>
                    <a:pt x="44" y="10"/>
                    <a:pt x="44" y="9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31" y="0"/>
                    <a:pt x="27" y="4"/>
                    <a:pt x="27" y="9"/>
                  </a:cubicBezTo>
                  <a:cubicBezTo>
                    <a:pt x="27" y="10"/>
                    <a:pt x="27" y="11"/>
                    <a:pt x="28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7" y="15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3"/>
                    <a:pt x="0" y="2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3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1" y="9"/>
                  </a:moveTo>
                  <a:cubicBezTo>
                    <a:pt x="31" y="6"/>
                    <a:pt x="33" y="3"/>
                    <a:pt x="36" y="3"/>
                  </a:cubicBezTo>
                  <a:cubicBezTo>
                    <a:pt x="38" y="3"/>
                    <a:pt x="41" y="6"/>
                    <a:pt x="41" y="9"/>
                  </a:cubicBezTo>
                  <a:cubicBezTo>
                    <a:pt x="41" y="10"/>
                    <a:pt x="40" y="12"/>
                    <a:pt x="39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2"/>
                    <a:pt x="31" y="10"/>
                    <a:pt x="31" y="9"/>
                  </a:cubicBezTo>
                  <a:close/>
                  <a:moveTo>
                    <a:pt x="66" y="91"/>
                  </a:moveTo>
                  <a:cubicBezTo>
                    <a:pt x="66" y="94"/>
                    <a:pt x="64" y="95"/>
                    <a:pt x="61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9" y="95"/>
                    <a:pt x="7" y="94"/>
                    <a:pt x="7" y="9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9" y="26"/>
                    <a:pt x="11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4" y="26"/>
                    <a:pt x="66" y="28"/>
                    <a:pt x="66" y="31"/>
                  </a:cubicBezTo>
                  <a:lnTo>
                    <a:pt x="66" y="91"/>
                  </a:lnTo>
                  <a:close/>
                  <a:moveTo>
                    <a:pt x="66" y="91"/>
                  </a:moveTo>
                  <a:cubicBezTo>
                    <a:pt x="66" y="91"/>
                    <a:pt x="66" y="91"/>
                    <a:pt x="66" y="9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396771" y="1872387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3518402" y="1895122"/>
              <a:ext cx="211432" cy="443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6"/>
                </a:cxn>
                <a:cxn ang="0">
                  <a:pos x="24" y="6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6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6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3396771" y="1999701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518402" y="2021299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3396771" y="2133836"/>
              <a:ext cx="90939" cy="96622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12" y="7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cubicBezTo>
                    <a:pt x="12" y="10"/>
                    <a:pt x="9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7"/>
                  </a:cubicBezTo>
                  <a:close/>
                  <a:moveTo>
                    <a:pt x="12" y="7"/>
                  </a:moveTo>
                  <a:cubicBezTo>
                    <a:pt x="12" y="7"/>
                    <a:pt x="12" y="7"/>
                    <a:pt x="12" y="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3518402" y="2156571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4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4"/>
                  </a:cubicBezTo>
                  <a:cubicBezTo>
                    <a:pt x="28" y="2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sp>
        <p:nvSpPr>
          <p:cNvPr id="18" name="标题_可编辑"/>
          <p:cNvSpPr>
            <a:spLocks noGrp="1"/>
          </p:cNvSpPr>
          <p:nvPr/>
        </p:nvSpPr>
        <p:spPr>
          <a:xfrm>
            <a:off x="2762250" y="2286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医疗图标：青色版本</a:t>
            </a:r>
            <a:endParaRPr sz="3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图标标签_0"/>
          <p:cNvSpPr>
            <a:spLocks noGrp="1"/>
          </p:cNvSpPr>
          <p:nvPr/>
        </p:nvSpPr>
        <p:spPr>
          <a:xfrm>
            <a:off x="1333500" y="419100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医师</a:t>
            </a:r>
            <a:endParaRPr sz="2800" b="1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图标标签_1"/>
          <p:cNvSpPr>
            <a:spLocks noGrp="1"/>
          </p:cNvSpPr>
          <p:nvPr/>
        </p:nvSpPr>
        <p:spPr>
          <a:xfrm>
            <a:off x="4762500" y="419100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护理</a:t>
            </a:r>
            <a:endParaRPr sz="2800" b="1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图标标签_2"/>
          <p:cNvSpPr>
            <a:spLocks noGrp="1"/>
          </p:cNvSpPr>
          <p:nvPr/>
        </p:nvSpPr>
        <p:spPr>
          <a:xfrm>
            <a:off x="8191500" y="419100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endParaRPr sz="2800" b="1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正文_说明"/>
          <p:cNvSpPr>
            <a:spLocks noGrp="1"/>
          </p:cNvSpPr>
          <p:nvPr/>
        </p:nvSpPr>
        <p:spPr>
          <a:xfrm>
            <a:off x="952500" y="5334000"/>
            <a:ext cx="10096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三个图标均来自原模板，保留原生形状与组合关系。</a:t>
            </a:r>
            <a:endParaRPr sz="2200" b="0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复用_医师"/>
          <p:cNvGrpSpPr/>
          <p:nvPr/>
        </p:nvGrpSpPr>
        <p:grpSpPr>
          <a:xfrm>
            <a:off x="1757991" y="2428875"/>
            <a:ext cx="1246519" cy="1524000"/>
            <a:chOff x="4106863" y="2003425"/>
            <a:chExt cx="927100" cy="1133476"/>
          </a:xfrm>
          <a:solidFill>
            <a:schemeClr val="bg1"/>
          </a:solidFill>
        </p:grpSpPr>
        <p:sp>
          <p:nvSpPr>
            <p:cNvPr id="3" name="Freeform 5"/>
            <p:cNvSpPr>
              <a:spLocks noEditPoints="1"/>
            </p:cNvSpPr>
            <p:nvPr/>
          </p:nvSpPr>
          <p:spPr bwMode="auto">
            <a:xfrm>
              <a:off x="4106863" y="2484438"/>
              <a:ext cx="927100" cy="652463"/>
            </a:xfrm>
            <a:custGeom>
              <a:avLst/>
              <a:gdLst/>
              <a:ahLst/>
              <a:cxnLst>
                <a:cxn ang="0">
                  <a:pos x="20" y="172"/>
                </a:cxn>
                <a:cxn ang="0">
                  <a:pos x="224" y="172"/>
                </a:cxn>
                <a:cxn ang="0">
                  <a:pos x="244" y="153"/>
                </a:cxn>
                <a:cxn ang="0">
                  <a:pos x="244" y="20"/>
                </a:cxn>
                <a:cxn ang="0">
                  <a:pos x="224" y="0"/>
                </a:cxn>
                <a:cxn ang="0">
                  <a:pos x="195" y="0"/>
                </a:cxn>
                <a:cxn ang="0">
                  <a:pos x="195" y="40"/>
                </a:cxn>
                <a:cxn ang="0">
                  <a:pos x="215" y="66"/>
                </a:cxn>
                <a:cxn ang="0">
                  <a:pos x="215" y="88"/>
                </a:cxn>
                <a:cxn ang="0">
                  <a:pos x="199" y="88"/>
                </a:cxn>
                <a:cxn ang="0">
                  <a:pos x="199" y="66"/>
                </a:cxn>
                <a:cxn ang="0">
                  <a:pos x="187" y="54"/>
                </a:cxn>
                <a:cxn ang="0">
                  <a:pos x="175" y="66"/>
                </a:cxn>
                <a:cxn ang="0">
                  <a:pos x="175" y="88"/>
                </a:cxn>
                <a:cxn ang="0">
                  <a:pos x="159" y="88"/>
                </a:cxn>
                <a:cxn ang="0">
                  <a:pos x="159" y="66"/>
                </a:cxn>
                <a:cxn ang="0">
                  <a:pos x="179" y="40"/>
                </a:cxn>
                <a:cxn ang="0">
                  <a:pos x="179" y="1"/>
                </a:cxn>
                <a:cxn ang="0">
                  <a:pos x="122" y="25"/>
                </a:cxn>
                <a:cxn ang="0">
                  <a:pos x="67" y="3"/>
                </a:cxn>
                <a:cxn ang="0">
                  <a:pos x="67" y="46"/>
                </a:cxn>
                <a:cxn ang="0">
                  <a:pos x="85" y="70"/>
                </a:cxn>
                <a:cxn ang="0">
                  <a:pos x="59" y="96"/>
                </a:cxn>
                <a:cxn ang="0">
                  <a:pos x="33" y="70"/>
                </a:cxn>
                <a:cxn ang="0">
                  <a:pos x="51" y="46"/>
                </a:cxn>
                <a:cxn ang="0">
                  <a:pos x="51" y="0"/>
                </a:cxn>
                <a:cxn ang="0">
                  <a:pos x="20" y="0"/>
                </a:cxn>
                <a:cxn ang="0">
                  <a:pos x="0" y="20"/>
                </a:cxn>
                <a:cxn ang="0">
                  <a:pos x="0" y="153"/>
                </a:cxn>
                <a:cxn ang="0">
                  <a:pos x="20" y="172"/>
                </a:cxn>
                <a:cxn ang="0">
                  <a:pos x="20" y="172"/>
                </a:cxn>
                <a:cxn ang="0">
                  <a:pos x="20" y="172"/>
                </a:cxn>
              </a:cxnLst>
              <a:rect l="0" t="0" r="r" b="b"/>
              <a:pathLst>
                <a:path w="244" h="172">
                  <a:moveTo>
                    <a:pt x="20" y="172"/>
                  </a:moveTo>
                  <a:cubicBezTo>
                    <a:pt x="224" y="172"/>
                    <a:pt x="224" y="172"/>
                    <a:pt x="224" y="172"/>
                  </a:cubicBezTo>
                  <a:cubicBezTo>
                    <a:pt x="235" y="172"/>
                    <a:pt x="244" y="163"/>
                    <a:pt x="244" y="153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4" y="9"/>
                    <a:pt x="235" y="0"/>
                    <a:pt x="224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206" y="43"/>
                    <a:pt x="215" y="54"/>
                    <a:pt x="215" y="66"/>
                  </a:cubicBezTo>
                  <a:cubicBezTo>
                    <a:pt x="215" y="88"/>
                    <a:pt x="215" y="88"/>
                    <a:pt x="215" y="88"/>
                  </a:cubicBezTo>
                  <a:cubicBezTo>
                    <a:pt x="199" y="88"/>
                    <a:pt x="199" y="88"/>
                    <a:pt x="199" y="88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0"/>
                    <a:pt x="193" y="54"/>
                    <a:pt x="187" y="54"/>
                  </a:cubicBezTo>
                  <a:cubicBezTo>
                    <a:pt x="180" y="54"/>
                    <a:pt x="175" y="60"/>
                    <a:pt x="175" y="66"/>
                  </a:cubicBezTo>
                  <a:cubicBezTo>
                    <a:pt x="175" y="88"/>
                    <a:pt x="175" y="88"/>
                    <a:pt x="175" y="88"/>
                  </a:cubicBezTo>
                  <a:cubicBezTo>
                    <a:pt x="159" y="88"/>
                    <a:pt x="159" y="88"/>
                    <a:pt x="159" y="88"/>
                  </a:cubicBezTo>
                  <a:cubicBezTo>
                    <a:pt x="159" y="66"/>
                    <a:pt x="159" y="66"/>
                    <a:pt x="159" y="66"/>
                  </a:cubicBezTo>
                  <a:cubicBezTo>
                    <a:pt x="159" y="54"/>
                    <a:pt x="167" y="43"/>
                    <a:pt x="179" y="4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64" y="16"/>
                    <a:pt x="144" y="25"/>
                    <a:pt x="122" y="25"/>
                  </a:cubicBezTo>
                  <a:cubicBezTo>
                    <a:pt x="100" y="25"/>
                    <a:pt x="81" y="17"/>
                    <a:pt x="67" y="3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77" y="49"/>
                    <a:pt x="85" y="59"/>
                    <a:pt x="85" y="70"/>
                  </a:cubicBezTo>
                  <a:cubicBezTo>
                    <a:pt x="85" y="85"/>
                    <a:pt x="73" y="96"/>
                    <a:pt x="59" y="96"/>
                  </a:cubicBezTo>
                  <a:cubicBezTo>
                    <a:pt x="44" y="96"/>
                    <a:pt x="33" y="85"/>
                    <a:pt x="33" y="70"/>
                  </a:cubicBezTo>
                  <a:cubicBezTo>
                    <a:pt x="33" y="59"/>
                    <a:pt x="40" y="49"/>
                    <a:pt x="51" y="4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63"/>
                    <a:pt x="9" y="172"/>
                    <a:pt x="20" y="172"/>
                  </a:cubicBezTo>
                  <a:close/>
                  <a:moveTo>
                    <a:pt x="20" y="172"/>
                  </a:moveTo>
                  <a:cubicBezTo>
                    <a:pt x="20" y="172"/>
                    <a:pt x="20" y="172"/>
                    <a:pt x="20" y="17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4" name="Freeform 6"/>
            <p:cNvSpPr>
              <a:spLocks noEditPoints="1"/>
            </p:cNvSpPr>
            <p:nvPr/>
          </p:nvSpPr>
          <p:spPr bwMode="auto">
            <a:xfrm>
              <a:off x="4300538" y="2003425"/>
              <a:ext cx="539750" cy="538163"/>
            </a:xfrm>
            <a:custGeom>
              <a:avLst/>
              <a:gdLst/>
              <a:ahLst/>
              <a:cxnLst>
                <a:cxn ang="0">
                  <a:pos x="22" y="123"/>
                </a:cxn>
                <a:cxn ang="0">
                  <a:pos x="27" y="127"/>
                </a:cxn>
                <a:cxn ang="0">
                  <a:pos x="71" y="142"/>
                </a:cxn>
                <a:cxn ang="0">
                  <a:pos x="114" y="127"/>
                </a:cxn>
                <a:cxn ang="0">
                  <a:pos x="120" y="123"/>
                </a:cxn>
                <a:cxn ang="0">
                  <a:pos x="124" y="118"/>
                </a:cxn>
                <a:cxn ang="0">
                  <a:pos x="142" y="71"/>
                </a:cxn>
                <a:cxn ang="0">
                  <a:pos x="71" y="0"/>
                </a:cxn>
                <a:cxn ang="0">
                  <a:pos x="0" y="71"/>
                </a:cxn>
                <a:cxn ang="0">
                  <a:pos x="17" y="118"/>
                </a:cxn>
                <a:cxn ang="0">
                  <a:pos x="22" y="123"/>
                </a:cxn>
                <a:cxn ang="0">
                  <a:pos x="22" y="123"/>
                </a:cxn>
                <a:cxn ang="0">
                  <a:pos x="22" y="123"/>
                </a:cxn>
              </a:cxnLst>
              <a:rect l="0" t="0" r="r" b="b"/>
              <a:pathLst>
                <a:path w="142" h="142">
                  <a:moveTo>
                    <a:pt x="22" y="123"/>
                  </a:moveTo>
                  <a:cubicBezTo>
                    <a:pt x="24" y="124"/>
                    <a:pt x="25" y="126"/>
                    <a:pt x="27" y="127"/>
                  </a:cubicBezTo>
                  <a:cubicBezTo>
                    <a:pt x="39" y="137"/>
                    <a:pt x="54" y="142"/>
                    <a:pt x="71" y="142"/>
                  </a:cubicBezTo>
                  <a:cubicBezTo>
                    <a:pt x="87" y="142"/>
                    <a:pt x="102" y="137"/>
                    <a:pt x="114" y="127"/>
                  </a:cubicBezTo>
                  <a:cubicBezTo>
                    <a:pt x="116" y="126"/>
                    <a:pt x="118" y="124"/>
                    <a:pt x="120" y="123"/>
                  </a:cubicBezTo>
                  <a:cubicBezTo>
                    <a:pt x="121" y="121"/>
                    <a:pt x="123" y="120"/>
                    <a:pt x="124" y="118"/>
                  </a:cubicBezTo>
                  <a:cubicBezTo>
                    <a:pt x="135" y="105"/>
                    <a:pt x="142" y="89"/>
                    <a:pt x="142" y="71"/>
                  </a:cubicBezTo>
                  <a:cubicBezTo>
                    <a:pt x="142" y="32"/>
                    <a:pt x="110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89"/>
                    <a:pt x="6" y="105"/>
                    <a:pt x="17" y="118"/>
                  </a:cubicBezTo>
                  <a:cubicBezTo>
                    <a:pt x="19" y="120"/>
                    <a:pt x="20" y="121"/>
                    <a:pt x="22" y="123"/>
                  </a:cubicBezTo>
                  <a:close/>
                  <a:moveTo>
                    <a:pt x="22" y="123"/>
                  </a:moveTo>
                  <a:cubicBezTo>
                    <a:pt x="22" y="123"/>
                    <a:pt x="22" y="123"/>
                    <a:pt x="22" y="12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5" name="Freeform 7"/>
            <p:cNvSpPr>
              <a:spLocks noEditPoints="1"/>
            </p:cNvSpPr>
            <p:nvPr/>
          </p:nvSpPr>
          <p:spPr bwMode="auto">
            <a:xfrm>
              <a:off x="4292601" y="2711450"/>
              <a:ext cx="76200" cy="7620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16" y="3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cubicBezTo>
                    <a:pt x="0" y="16"/>
                    <a:pt x="4" y="20"/>
                    <a:pt x="10" y="20"/>
                  </a:cubicBezTo>
                  <a:cubicBezTo>
                    <a:pt x="15" y="20"/>
                    <a:pt x="20" y="16"/>
                    <a:pt x="20" y="10"/>
                  </a:cubicBezTo>
                  <a:cubicBezTo>
                    <a:pt x="20" y="7"/>
                    <a:pt x="18" y="5"/>
                    <a:pt x="16" y="3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7" y="0"/>
                    <a:pt x="5" y="1"/>
                    <a:pt x="3" y="3"/>
                  </a:cubicBezTo>
                  <a:cubicBezTo>
                    <a:pt x="1" y="5"/>
                    <a:pt x="0" y="7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grpSp>
        <p:nvGrpSpPr>
          <p:cNvPr id="6" name="复用_护理"/>
          <p:cNvGrpSpPr/>
          <p:nvPr/>
        </p:nvGrpSpPr>
        <p:grpSpPr>
          <a:xfrm>
            <a:off x="5048250" y="2432802"/>
            <a:ext cx="1524000" cy="1516145"/>
            <a:chOff x="4265613" y="2273301"/>
            <a:chExt cx="615950" cy="612775"/>
          </a:xfrm>
          <a:solidFill>
            <a:schemeClr val="bg1"/>
          </a:solidFill>
        </p:grpSpPr>
        <p:sp>
          <p:nvSpPr>
            <p:cNvPr id="7" name="Freeform 11"/>
            <p:cNvSpPr>
              <a:spLocks noEditPoints="1"/>
            </p:cNvSpPr>
            <p:nvPr/>
          </p:nvSpPr>
          <p:spPr bwMode="auto">
            <a:xfrm>
              <a:off x="4265613" y="2273301"/>
              <a:ext cx="615950" cy="612775"/>
            </a:xfrm>
            <a:custGeom>
              <a:avLst/>
              <a:gdLst/>
              <a:ahLst/>
              <a:cxnLst>
                <a:cxn ang="0">
                  <a:pos x="147" y="135"/>
                </a:cxn>
                <a:cxn ang="0">
                  <a:pos x="120" y="125"/>
                </a:cxn>
                <a:cxn ang="0">
                  <a:pos x="113" y="120"/>
                </a:cxn>
                <a:cxn ang="0">
                  <a:pos x="110" y="119"/>
                </a:cxn>
                <a:cxn ang="0">
                  <a:pos x="103" y="114"/>
                </a:cxn>
                <a:cxn ang="0">
                  <a:pos x="102" y="100"/>
                </a:cxn>
                <a:cxn ang="0">
                  <a:pos x="106" y="96"/>
                </a:cxn>
                <a:cxn ang="0">
                  <a:pos x="127" y="90"/>
                </a:cxn>
                <a:cxn ang="0">
                  <a:pos x="130" y="85"/>
                </a:cxn>
                <a:cxn ang="0">
                  <a:pos x="118" y="50"/>
                </a:cxn>
                <a:cxn ang="0">
                  <a:pos x="119" y="49"/>
                </a:cxn>
                <a:cxn ang="0">
                  <a:pos x="124" y="13"/>
                </a:cxn>
                <a:cxn ang="0">
                  <a:pos x="122" y="10"/>
                </a:cxn>
                <a:cxn ang="0">
                  <a:pos x="80" y="0"/>
                </a:cxn>
                <a:cxn ang="0">
                  <a:pos x="78" y="0"/>
                </a:cxn>
                <a:cxn ang="0">
                  <a:pos x="36" y="10"/>
                </a:cxn>
                <a:cxn ang="0">
                  <a:pos x="34" y="13"/>
                </a:cxn>
                <a:cxn ang="0">
                  <a:pos x="39" y="49"/>
                </a:cxn>
                <a:cxn ang="0">
                  <a:pos x="40" y="51"/>
                </a:cxn>
                <a:cxn ang="0">
                  <a:pos x="39" y="53"/>
                </a:cxn>
                <a:cxn ang="0">
                  <a:pos x="31" y="85"/>
                </a:cxn>
                <a:cxn ang="0">
                  <a:pos x="34" y="90"/>
                </a:cxn>
                <a:cxn ang="0">
                  <a:pos x="55" y="96"/>
                </a:cxn>
                <a:cxn ang="0">
                  <a:pos x="59" y="100"/>
                </a:cxn>
                <a:cxn ang="0">
                  <a:pos x="58" y="114"/>
                </a:cxn>
                <a:cxn ang="0">
                  <a:pos x="51" y="119"/>
                </a:cxn>
                <a:cxn ang="0">
                  <a:pos x="48" y="120"/>
                </a:cxn>
                <a:cxn ang="0">
                  <a:pos x="41" y="125"/>
                </a:cxn>
                <a:cxn ang="0">
                  <a:pos x="14" y="135"/>
                </a:cxn>
                <a:cxn ang="0">
                  <a:pos x="3" y="160"/>
                </a:cxn>
                <a:cxn ang="0">
                  <a:pos x="158" y="160"/>
                </a:cxn>
                <a:cxn ang="0">
                  <a:pos x="147" y="135"/>
                </a:cxn>
                <a:cxn ang="0">
                  <a:pos x="79" y="5"/>
                </a:cxn>
                <a:cxn ang="0">
                  <a:pos x="118" y="15"/>
                </a:cxn>
                <a:cxn ang="0">
                  <a:pos x="114" y="46"/>
                </a:cxn>
                <a:cxn ang="0">
                  <a:pos x="44" y="46"/>
                </a:cxn>
                <a:cxn ang="0">
                  <a:pos x="40" y="15"/>
                </a:cxn>
                <a:cxn ang="0">
                  <a:pos x="79" y="5"/>
                </a:cxn>
                <a:cxn ang="0">
                  <a:pos x="79" y="5"/>
                </a:cxn>
                <a:cxn ang="0">
                  <a:pos x="79" y="5"/>
                </a:cxn>
              </a:cxnLst>
              <a:rect l="0" t="0" r="r" b="b"/>
              <a:pathLst>
                <a:path w="161" h="160">
                  <a:moveTo>
                    <a:pt x="147" y="135"/>
                  </a:moveTo>
                  <a:cubicBezTo>
                    <a:pt x="138" y="132"/>
                    <a:pt x="129" y="128"/>
                    <a:pt x="120" y="125"/>
                  </a:cubicBezTo>
                  <a:cubicBezTo>
                    <a:pt x="117" y="124"/>
                    <a:pt x="116" y="122"/>
                    <a:pt x="113" y="120"/>
                  </a:cubicBezTo>
                  <a:cubicBezTo>
                    <a:pt x="112" y="120"/>
                    <a:pt x="111" y="119"/>
                    <a:pt x="110" y="119"/>
                  </a:cubicBezTo>
                  <a:cubicBezTo>
                    <a:pt x="106" y="118"/>
                    <a:pt x="104" y="117"/>
                    <a:pt x="103" y="114"/>
                  </a:cubicBezTo>
                  <a:cubicBezTo>
                    <a:pt x="102" y="109"/>
                    <a:pt x="101" y="104"/>
                    <a:pt x="102" y="100"/>
                  </a:cubicBezTo>
                  <a:cubicBezTo>
                    <a:pt x="102" y="98"/>
                    <a:pt x="103" y="96"/>
                    <a:pt x="106" y="96"/>
                  </a:cubicBezTo>
                  <a:cubicBezTo>
                    <a:pt x="110" y="94"/>
                    <a:pt x="122" y="92"/>
                    <a:pt x="127" y="90"/>
                  </a:cubicBezTo>
                  <a:cubicBezTo>
                    <a:pt x="131" y="89"/>
                    <a:pt x="131" y="88"/>
                    <a:pt x="130" y="85"/>
                  </a:cubicBezTo>
                  <a:cubicBezTo>
                    <a:pt x="127" y="77"/>
                    <a:pt x="123" y="62"/>
                    <a:pt x="118" y="50"/>
                  </a:cubicBezTo>
                  <a:cubicBezTo>
                    <a:pt x="119" y="50"/>
                    <a:pt x="119" y="50"/>
                    <a:pt x="119" y="49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4" y="12"/>
                    <a:pt x="123" y="10"/>
                    <a:pt x="122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4" y="12"/>
                    <a:pt x="34" y="13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50"/>
                    <a:pt x="39" y="50"/>
                    <a:pt x="40" y="51"/>
                  </a:cubicBezTo>
                  <a:cubicBezTo>
                    <a:pt x="40" y="52"/>
                    <a:pt x="39" y="53"/>
                    <a:pt x="39" y="53"/>
                  </a:cubicBezTo>
                  <a:cubicBezTo>
                    <a:pt x="38" y="64"/>
                    <a:pt x="35" y="75"/>
                    <a:pt x="31" y="85"/>
                  </a:cubicBezTo>
                  <a:cubicBezTo>
                    <a:pt x="30" y="88"/>
                    <a:pt x="30" y="89"/>
                    <a:pt x="34" y="90"/>
                  </a:cubicBezTo>
                  <a:cubicBezTo>
                    <a:pt x="38" y="92"/>
                    <a:pt x="51" y="94"/>
                    <a:pt x="55" y="96"/>
                  </a:cubicBezTo>
                  <a:cubicBezTo>
                    <a:pt x="58" y="96"/>
                    <a:pt x="59" y="98"/>
                    <a:pt x="59" y="100"/>
                  </a:cubicBezTo>
                  <a:cubicBezTo>
                    <a:pt x="60" y="104"/>
                    <a:pt x="59" y="109"/>
                    <a:pt x="58" y="114"/>
                  </a:cubicBezTo>
                  <a:cubicBezTo>
                    <a:pt x="57" y="117"/>
                    <a:pt x="55" y="118"/>
                    <a:pt x="51" y="119"/>
                  </a:cubicBezTo>
                  <a:cubicBezTo>
                    <a:pt x="50" y="119"/>
                    <a:pt x="49" y="120"/>
                    <a:pt x="48" y="120"/>
                  </a:cubicBezTo>
                  <a:cubicBezTo>
                    <a:pt x="45" y="122"/>
                    <a:pt x="44" y="124"/>
                    <a:pt x="41" y="125"/>
                  </a:cubicBezTo>
                  <a:cubicBezTo>
                    <a:pt x="32" y="128"/>
                    <a:pt x="23" y="132"/>
                    <a:pt x="14" y="135"/>
                  </a:cubicBezTo>
                  <a:cubicBezTo>
                    <a:pt x="0" y="139"/>
                    <a:pt x="5" y="147"/>
                    <a:pt x="3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6" y="147"/>
                    <a:pt x="161" y="139"/>
                    <a:pt x="147" y="135"/>
                  </a:cubicBezTo>
                  <a:close/>
                  <a:moveTo>
                    <a:pt x="79" y="5"/>
                  </a:moveTo>
                  <a:cubicBezTo>
                    <a:pt x="118" y="15"/>
                    <a:pt x="118" y="15"/>
                    <a:pt x="118" y="1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0" y="15"/>
                    <a:pt x="40" y="15"/>
                    <a:pt x="40" y="15"/>
                  </a:cubicBezTo>
                  <a:lnTo>
                    <a:pt x="79" y="5"/>
                  </a:lnTo>
                  <a:close/>
                  <a:moveTo>
                    <a:pt x="79" y="5"/>
                  </a:moveTo>
                  <a:cubicBezTo>
                    <a:pt x="79" y="5"/>
                    <a:pt x="79" y="5"/>
                    <a:pt x="79" y="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8" name="Freeform 12"/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close/>
                  <a:moveTo>
                    <a:pt x="22" y="60"/>
                  </a:moveTo>
                  <a:lnTo>
                    <a:pt x="22" y="6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moveTo>
                    <a:pt x="22" y="60"/>
                  </a:moveTo>
                  <a:lnTo>
                    <a:pt x="22" y="6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grpSp>
        <p:nvGrpSpPr>
          <p:cNvPr id="10" name="复用_记录"/>
          <p:cNvGrpSpPr/>
          <p:nvPr/>
        </p:nvGrpSpPr>
        <p:grpSpPr>
          <a:xfrm>
            <a:off x="8685690" y="2428875"/>
            <a:ext cx="1107121" cy="1524000"/>
            <a:chOff x="3291055" y="1604118"/>
            <a:chExt cx="552452" cy="760475"/>
          </a:xfrm>
          <a:solidFill>
            <a:schemeClr val="bg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3291055" y="1604118"/>
              <a:ext cx="552452" cy="760475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3"/>
                </a:cxn>
                <a:cxn ang="0">
                  <a:pos x="43" y="13"/>
                </a:cxn>
                <a:cxn ang="0">
                  <a:pos x="44" y="9"/>
                </a:cxn>
                <a:cxn ang="0">
                  <a:pos x="36" y="0"/>
                </a:cxn>
                <a:cxn ang="0">
                  <a:pos x="27" y="9"/>
                </a:cxn>
                <a:cxn ang="0">
                  <a:pos x="28" y="13"/>
                </a:cxn>
                <a:cxn ang="0">
                  <a:pos x="22" y="13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5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5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1" y="9"/>
                </a:cxn>
                <a:cxn ang="0">
                  <a:pos x="36" y="3"/>
                </a:cxn>
                <a:cxn ang="0">
                  <a:pos x="41" y="9"/>
                </a:cxn>
                <a:cxn ang="0">
                  <a:pos x="39" y="13"/>
                </a:cxn>
                <a:cxn ang="0">
                  <a:pos x="32" y="13"/>
                </a:cxn>
                <a:cxn ang="0">
                  <a:pos x="31" y="9"/>
                </a:cxn>
                <a:cxn ang="0">
                  <a:pos x="66" y="91"/>
                </a:cxn>
                <a:cxn ang="0">
                  <a:pos x="61" y="95"/>
                </a:cxn>
                <a:cxn ang="0">
                  <a:pos x="11" y="95"/>
                </a:cxn>
                <a:cxn ang="0">
                  <a:pos x="7" y="91"/>
                </a:cxn>
                <a:cxn ang="0">
                  <a:pos x="7" y="31"/>
                </a:cxn>
                <a:cxn ang="0">
                  <a:pos x="11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1" y="26"/>
                </a:cxn>
                <a:cxn ang="0">
                  <a:pos x="66" y="31"/>
                </a:cxn>
                <a:cxn ang="0">
                  <a:pos x="66" y="91"/>
                </a:cxn>
                <a:cxn ang="0">
                  <a:pos x="66" y="91"/>
                </a:cxn>
                <a:cxn ang="0">
                  <a:pos x="66" y="91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5"/>
                    <a:pt x="53" y="13"/>
                    <a:pt x="51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1"/>
                    <a:pt x="44" y="10"/>
                    <a:pt x="44" y="9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31" y="0"/>
                    <a:pt x="27" y="4"/>
                    <a:pt x="27" y="9"/>
                  </a:cubicBezTo>
                  <a:cubicBezTo>
                    <a:pt x="27" y="10"/>
                    <a:pt x="27" y="11"/>
                    <a:pt x="28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7" y="15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3"/>
                    <a:pt x="0" y="2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3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1" y="9"/>
                  </a:moveTo>
                  <a:cubicBezTo>
                    <a:pt x="31" y="6"/>
                    <a:pt x="33" y="3"/>
                    <a:pt x="36" y="3"/>
                  </a:cubicBezTo>
                  <a:cubicBezTo>
                    <a:pt x="38" y="3"/>
                    <a:pt x="41" y="6"/>
                    <a:pt x="41" y="9"/>
                  </a:cubicBezTo>
                  <a:cubicBezTo>
                    <a:pt x="41" y="10"/>
                    <a:pt x="40" y="12"/>
                    <a:pt x="39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2"/>
                    <a:pt x="31" y="10"/>
                    <a:pt x="31" y="9"/>
                  </a:cubicBezTo>
                  <a:close/>
                  <a:moveTo>
                    <a:pt x="66" y="91"/>
                  </a:moveTo>
                  <a:cubicBezTo>
                    <a:pt x="66" y="94"/>
                    <a:pt x="64" y="95"/>
                    <a:pt x="61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9" y="95"/>
                    <a:pt x="7" y="94"/>
                    <a:pt x="7" y="9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9" y="26"/>
                    <a:pt x="11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4" y="26"/>
                    <a:pt x="66" y="28"/>
                    <a:pt x="66" y="31"/>
                  </a:cubicBezTo>
                  <a:lnTo>
                    <a:pt x="66" y="91"/>
                  </a:lnTo>
                  <a:close/>
                  <a:moveTo>
                    <a:pt x="66" y="91"/>
                  </a:moveTo>
                  <a:cubicBezTo>
                    <a:pt x="66" y="91"/>
                    <a:pt x="66" y="91"/>
                    <a:pt x="66" y="9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396771" y="1872387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3518402" y="1895122"/>
              <a:ext cx="211432" cy="443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6"/>
                </a:cxn>
                <a:cxn ang="0">
                  <a:pos x="24" y="6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6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6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3396771" y="1999701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518402" y="2021299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3396771" y="2133836"/>
              <a:ext cx="90939" cy="96622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12" y="7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cubicBezTo>
                    <a:pt x="12" y="10"/>
                    <a:pt x="9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7"/>
                  </a:cubicBezTo>
                  <a:close/>
                  <a:moveTo>
                    <a:pt x="12" y="7"/>
                  </a:moveTo>
                  <a:cubicBezTo>
                    <a:pt x="12" y="7"/>
                    <a:pt x="12" y="7"/>
                    <a:pt x="12" y="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3518402" y="2156571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4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4"/>
                  </a:cubicBezTo>
                  <a:cubicBezTo>
                    <a:pt x="28" y="2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sp>
        <p:nvSpPr>
          <p:cNvPr id="18" name="标题_可编辑"/>
          <p:cNvSpPr>
            <a:spLocks noGrp="1"/>
          </p:cNvSpPr>
          <p:nvPr/>
        </p:nvSpPr>
        <p:spPr>
          <a:xfrm>
            <a:off x="952500" y="1095375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医疗图标：反白版本</a:t>
            </a:r>
            <a:endParaRPr sz="3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图标标签_0"/>
          <p:cNvSpPr>
            <a:spLocks noGrp="1"/>
          </p:cNvSpPr>
          <p:nvPr/>
        </p:nvSpPr>
        <p:spPr>
          <a:xfrm>
            <a:off x="1333500" y="419100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医师</a:t>
            </a:r>
            <a:endParaRPr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图标标签_1"/>
          <p:cNvSpPr>
            <a:spLocks noGrp="1"/>
          </p:cNvSpPr>
          <p:nvPr/>
        </p:nvSpPr>
        <p:spPr>
          <a:xfrm>
            <a:off x="4762500" y="419100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护理</a:t>
            </a:r>
            <a:endParaRPr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图标标签_2"/>
          <p:cNvSpPr>
            <a:spLocks noGrp="1"/>
          </p:cNvSpPr>
          <p:nvPr/>
        </p:nvSpPr>
        <p:spPr>
          <a:xfrm>
            <a:off x="8191500" y="419100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def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endParaRPr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正文_说明"/>
          <p:cNvSpPr>
            <a:spLocks noGrp="1"/>
          </p:cNvSpPr>
          <p:nvPr/>
        </p:nvSpPr>
        <p:spPr>
          <a:xfrm>
            <a:off x="952500" y="5334000"/>
            <a:ext cx="10096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在青绿色背景中复用反白图标，保持原模板视觉风格。</a:t>
            </a:r>
            <a:endParaRPr sz="2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E:\2013年院办\诸暨市人民医院全景2013年7月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52500" y="2000250"/>
            <a:ext cx="6191250" cy="2046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14300" dist="2032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</p:pic>
      <p:sp>
        <p:nvSpPr>
          <p:cNvPr id="3" name="标题_可编辑"/>
          <p:cNvSpPr>
            <a:spLocks noGrp="1"/>
          </p:cNvSpPr>
          <p:nvPr/>
        </p:nvSpPr>
        <p:spPr>
          <a:xfrm>
            <a:off x="2762250" y="2286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医院图文页面</a:t>
            </a:r>
            <a:endParaRPr sz="3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右侧小标题"/>
          <p:cNvSpPr>
            <a:spLocks noGrp="1"/>
          </p:cNvSpPr>
          <p:nvPr/>
        </p:nvSpPr>
        <p:spPr>
          <a:xfrm>
            <a:off x="7524750" y="1905000"/>
            <a:ext cx="3714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00" b="1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教学场景说明</a:t>
            </a:r>
            <a:endParaRPr sz="2800" b="1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右侧正文"/>
          <p:cNvSpPr>
            <a:spLocks noGrp="1"/>
          </p:cNvSpPr>
          <p:nvPr/>
        </p:nvSpPr>
        <p:spPr>
          <a:xfrm>
            <a:off x="7524750" y="2809875"/>
            <a:ext cx="3524250" cy="2286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使用范本中的医院全景图片。</a:t>
            </a:r>
            <a:endParaRPr sz="2200" b="0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200"/>
          </a:p>
          <a:p>
            <a:pPr>
              <a:def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图片与右侧文字为独立对象，可分别替换、移动和调整。</a:t>
            </a:r>
            <a:endParaRPr sz="2200" b="0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图片注释"/>
          <p:cNvSpPr>
            <a:spLocks noGrp="1"/>
          </p:cNvSpPr>
          <p:nvPr/>
        </p:nvSpPr>
        <p:spPr>
          <a:xfrm>
            <a:off x="952500" y="5429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def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0">
                <a:solidFill>
                  <a:srgbClr val="0042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医院全景｜图片取自原始范本第 3 页</a:t>
            </a:r>
            <a:endParaRPr sz="1600" b="0">
              <a:solidFill>
                <a:srgbClr val="00424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诸暨市人民医院">
      <a:dk1>
        <a:srgbClr val="000000"/>
      </a:dk1>
      <a:lt1>
        <a:srgbClr val="FFFFFF"/>
      </a:lt1>
      <a:dk2>
        <a:srgbClr val="42929C"/>
      </a:dk2>
      <a:lt2>
        <a:srgbClr val="EBEBEB"/>
      </a:lt2>
      <a:accent1>
        <a:srgbClr val="004142"/>
      </a:accent1>
      <a:accent2>
        <a:srgbClr val="3CA679"/>
      </a:accent2>
      <a:accent3>
        <a:srgbClr val="E79A00"/>
      </a:accent3>
      <a:accent4>
        <a:srgbClr val="BF1A00"/>
      </a:accent4>
      <a:accent5>
        <a:srgbClr val="573257"/>
      </a:accent5>
      <a:accent6>
        <a:srgbClr val="797979"/>
      </a:accent6>
      <a:hlink>
        <a:srgbClr val="004479"/>
      </a:hlink>
      <a:folHlink>
        <a:srgbClr val="7A4AA9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234</Words>
  <Application>WPS 演示</Application>
  <PresentationFormat>宽屏</PresentationFormat>
  <Paragraphs>38</Paragraphs>
  <Slides>4</Slides>
  <Notes>15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</vt:lpstr>
      <vt:lpstr>Arial Unicode MS</vt:lpstr>
      <vt:lpstr>黑体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冯少为</dc:creator>
  <cp:lastModifiedBy>伊藤</cp:lastModifiedBy>
  <cp:revision>182</cp:revision>
  <dcterms:created xsi:type="dcterms:W3CDTF">2019-05-27T06:28:00Z</dcterms:created>
  <dcterms:modified xsi:type="dcterms:W3CDTF">2026-10-19T08:52:02Z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7DC33566AD644B1BBF699887BF42CD20_12</vt:lpwstr>
  </property>
</Properties>
</file>